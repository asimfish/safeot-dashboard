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7716500" cy="8048625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4.svg"/><Relationship Id="rId6" Type="http://schemas.openxmlformats.org/officeDocument/2006/relationships/image" Target="../media/image5.svg"/><Relationship Id="rId7" Type="http://schemas.openxmlformats.org/officeDocument/2006/relationships/image" Target="../media/image6.svg"/><Relationship Id="rId8" Type="http://schemas.openxmlformats.org/officeDocument/2006/relationships/image" Target="../media/image7.svg"/><Relationship Id="rId9" Type="http://schemas.openxmlformats.org/officeDocument/2006/relationships/image" Target="../media/image8.sv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svg"/><Relationship Id="rId3" Type="http://schemas.openxmlformats.org/officeDocument/2006/relationships/image" Target="../media/image10.svg"/><Relationship Id="rId4" Type="http://schemas.openxmlformats.org/officeDocument/2006/relationships/image" Target="../media/image11.svg"/><Relationship Id="rId5" Type="http://schemas.openxmlformats.org/officeDocument/2006/relationships/image" Target="../media/image12.svg"/><Relationship Id="rId6" Type="http://schemas.openxmlformats.org/officeDocument/2006/relationships/image" Target="../media/image13.svg"/><Relationship Id="rId7" Type="http://schemas.openxmlformats.org/officeDocument/2006/relationships/image" Target="../media/image14.svg"/><Relationship Id="rId8" Type="http://schemas.openxmlformats.org/officeDocument/2006/relationships/image" Target="../media/image15.svg"/><Relationship Id="rId9" Type="http://schemas.openxmlformats.org/officeDocument/2006/relationships/image" Target="../media/image16.svg"/><Relationship Id="rId10" Type="http://schemas.openxmlformats.org/officeDocument/2006/relationships/image" Target="../media/image17.svg"/><Relationship Id="rId11" Type="http://schemas.openxmlformats.org/officeDocument/2006/relationships/image" Target="../media/image18.svg"/><Relationship Id="rId12" Type="http://schemas.openxmlformats.org/officeDocument/2006/relationships/image" Target="../media/image19.svg"/><Relationship Id="rId13" Type="http://schemas.openxmlformats.org/officeDocument/2006/relationships/image" Target="../media/image20.svg"/><Relationship Id="rId14" Type="http://schemas.openxmlformats.org/officeDocument/2006/relationships/image" Target="../media/image21.svg"/><Relationship Id="rId15" Type="http://schemas.openxmlformats.org/officeDocument/2006/relationships/image" Target="../media/image22.svg"/><Relationship Id="rId16" Type="http://schemas.openxmlformats.org/officeDocument/2006/relationships/image" Target="../media/image23.svg"/><Relationship Id="rId17" Type="http://schemas.openxmlformats.org/officeDocument/2006/relationships/image" Target="../media/image24.svg"/><Relationship Id="rId18" Type="http://schemas.openxmlformats.org/officeDocument/2006/relationships/image" Target="../media/image25.svg"/><Relationship Id="rId19" Type="http://schemas.openxmlformats.org/officeDocument/2006/relationships/image" Target="../media/image26.svg"/><Relationship Id="rId20" Type="http://schemas.openxmlformats.org/officeDocument/2006/relationships/image" Target="../media/image27.svg"/><Relationship Id="rId21" Type="http://schemas.openxmlformats.org/officeDocument/2006/relationships/image" Target="../media/image28.svg"/><Relationship Id="rId22" Type="http://schemas.openxmlformats.org/officeDocument/2006/relationships/image" Target="../media/image29.svg"/><Relationship Id="rId23" Type="http://schemas.openxmlformats.org/officeDocument/2006/relationships/image" Target="../media/image30.svg"/><Relationship Id="rId24" Type="http://schemas.openxmlformats.org/officeDocument/2006/relationships/image" Target="../media/image31.svg"/><Relationship Id="rId25" Type="http://schemas.openxmlformats.org/officeDocument/2006/relationships/image" Target="../media/image32.svg"/><Relationship Id="rId26" Type="http://schemas.openxmlformats.org/officeDocument/2006/relationships/image" Target="../media/image33.svg"/><Relationship Id="rId27" Type="http://schemas.openxmlformats.org/officeDocument/2006/relationships/image" Target="../media/image34.svg"/><Relationship Id="rId28" Type="http://schemas.openxmlformats.org/officeDocument/2006/relationships/image" Target="../media/image35.svg"/><Relationship Id="rId29" Type="http://schemas.openxmlformats.org/officeDocument/2006/relationships/image" Target="../media/image36.svg"/><Relationship Id="rId30" Type="http://schemas.openxmlformats.org/officeDocument/2006/relationships/image" Target="../media/image37.svg"/><Relationship Id="rId31" Type="http://schemas.openxmlformats.org/officeDocument/2006/relationships/image" Target="../media/image38.svg"/><Relationship Id="rId32" Type="http://schemas.openxmlformats.org/officeDocument/2006/relationships/image" Target="../media/image39.svg"/><Relationship Id="rId33" Type="http://schemas.openxmlformats.org/officeDocument/2006/relationships/image" Target="../media/image40.svg"/><Relationship Id="rId34" Type="http://schemas.openxmlformats.org/officeDocument/2006/relationships/image" Target="../media/image41.svg"/><Relationship Id="rId35" Type="http://schemas.openxmlformats.org/officeDocument/2006/relationships/image" Target="../media/image42.svg"/><Relationship Id="rId36" Type="http://schemas.openxmlformats.org/officeDocument/2006/relationships/image" Target="../media/image43.svg"/><Relationship Id="rId37" Type="http://schemas.openxmlformats.org/officeDocument/2006/relationships/image" Target="../media/image44.svg"/><Relationship Id="rId38" Type="http://schemas.openxmlformats.org/officeDocument/2006/relationships/image" Target="../media/image45.svg"/><Relationship Id="rId39" Type="http://schemas.openxmlformats.org/officeDocument/2006/relationships/image" Target="../media/image46.svg"/><Relationship Id="rId40" Type="http://schemas.openxmlformats.org/officeDocument/2006/relationships/image" Target="../media/image47.svg"/><Relationship Id="rId41" Type="http://schemas.openxmlformats.org/officeDocument/2006/relationships/image" Target="../media/image48.svg"/><Relationship Id="rId42" Type="http://schemas.openxmlformats.org/officeDocument/2006/relationships/image" Target="../media/image49.svg"/><Relationship Id="rId43" Type="http://schemas.openxmlformats.org/officeDocument/2006/relationships/image" Target="../media/image50.svg"/><Relationship Id="rId44" Type="http://schemas.openxmlformats.org/officeDocument/2006/relationships/image" Target="../media/image5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7716500" cy="80486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ine 3"/>
          <p:cNvSpPr/>
          <p:nvPr/>
        </p:nvSpPr>
        <p:spPr>
          <a:xfrm flipV="1">
            <a:off x="666750" y="4143375"/>
            <a:ext cx="1295400" cy="800100"/>
          </a:xfrm>
          <a:prstGeom prst="line">
            <a:avLst/>
          </a:prstGeom>
          <a:noFill/>
          <a:ln w="209550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4" name="Line 4"/>
          <p:cNvSpPr/>
          <p:nvPr/>
        </p:nvSpPr>
        <p:spPr>
          <a:xfrm>
            <a:off x="666750" y="4943475"/>
            <a:ext cx="1295400" cy="752475"/>
          </a:xfrm>
          <a:prstGeom prst="line">
            <a:avLst/>
          </a:prstGeom>
          <a:noFill/>
          <a:ln w="209550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5" name="Line 5"/>
          <p:cNvSpPr/>
          <p:nvPr/>
        </p:nvSpPr>
        <p:spPr>
          <a:xfrm>
            <a:off x="1962150" y="4143375"/>
            <a:ext cx="1943100" cy="0"/>
          </a:xfrm>
          <a:prstGeom prst="line">
            <a:avLst/>
          </a:prstGeom>
          <a:noFill/>
          <a:ln w="238125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6" name="Line 6"/>
          <p:cNvSpPr/>
          <p:nvPr/>
        </p:nvSpPr>
        <p:spPr>
          <a:xfrm>
            <a:off x="1962150" y="4143375"/>
            <a:ext cx="0" cy="1552575"/>
          </a:xfrm>
          <a:prstGeom prst="line">
            <a:avLst/>
          </a:prstGeom>
          <a:noFill/>
          <a:ln w="133350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7" name="Line 7"/>
          <p:cNvSpPr/>
          <p:nvPr/>
        </p:nvSpPr>
        <p:spPr>
          <a:xfrm>
            <a:off x="3905250" y="4143375"/>
            <a:ext cx="1343025" cy="800100"/>
          </a:xfrm>
          <a:prstGeom prst="line">
            <a:avLst/>
          </a:prstGeom>
          <a:noFill/>
          <a:ln w="238125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8" name="Line 8"/>
          <p:cNvSpPr/>
          <p:nvPr/>
        </p:nvSpPr>
        <p:spPr>
          <a:xfrm>
            <a:off x="3905250" y="4143375"/>
            <a:ext cx="0" cy="1552575"/>
          </a:xfrm>
          <a:prstGeom prst="line">
            <a:avLst/>
          </a:prstGeom>
          <a:noFill/>
          <a:ln w="133350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9" name="Line 9"/>
          <p:cNvSpPr/>
          <p:nvPr/>
        </p:nvSpPr>
        <p:spPr>
          <a:xfrm>
            <a:off x="1962150" y="5695950"/>
            <a:ext cx="1943100" cy="0"/>
          </a:xfrm>
          <a:prstGeom prst="line">
            <a:avLst/>
          </a:prstGeom>
          <a:noFill/>
          <a:ln w="238125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 flipV="1">
            <a:off x="3905250" y="4943475"/>
            <a:ext cx="1343025" cy="752475"/>
          </a:xfrm>
          <a:prstGeom prst="line">
            <a:avLst/>
          </a:prstGeom>
          <a:noFill/>
          <a:ln w="209550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11" name="Line 11"/>
          <p:cNvSpPr/>
          <p:nvPr/>
        </p:nvSpPr>
        <p:spPr>
          <a:xfrm flipV="1">
            <a:off x="6562725" y="4143375"/>
            <a:ext cx="1295400" cy="800100"/>
          </a:xfrm>
          <a:prstGeom prst="line">
            <a:avLst/>
          </a:prstGeom>
          <a:noFill/>
          <a:ln w="209550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12" name="Line 12"/>
          <p:cNvSpPr/>
          <p:nvPr/>
        </p:nvSpPr>
        <p:spPr>
          <a:xfrm>
            <a:off x="6562725" y="4943475"/>
            <a:ext cx="1295400" cy="752475"/>
          </a:xfrm>
          <a:prstGeom prst="line">
            <a:avLst/>
          </a:prstGeom>
          <a:noFill/>
          <a:ln w="209550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13" name="Line 13"/>
          <p:cNvSpPr/>
          <p:nvPr/>
        </p:nvSpPr>
        <p:spPr>
          <a:xfrm>
            <a:off x="7858125" y="4143375"/>
            <a:ext cx="1943100" cy="0"/>
          </a:xfrm>
          <a:prstGeom prst="line">
            <a:avLst/>
          </a:prstGeom>
          <a:noFill/>
          <a:ln w="238125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14" name="Line 14"/>
          <p:cNvSpPr/>
          <p:nvPr/>
        </p:nvSpPr>
        <p:spPr>
          <a:xfrm>
            <a:off x="7858125" y="4143375"/>
            <a:ext cx="0" cy="1552575"/>
          </a:xfrm>
          <a:prstGeom prst="line">
            <a:avLst/>
          </a:prstGeom>
          <a:noFill/>
          <a:ln w="133350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15" name="Line 15"/>
          <p:cNvSpPr/>
          <p:nvPr/>
        </p:nvSpPr>
        <p:spPr>
          <a:xfrm>
            <a:off x="9801225" y="4143375"/>
            <a:ext cx="1343025" cy="800100"/>
          </a:xfrm>
          <a:prstGeom prst="line">
            <a:avLst/>
          </a:prstGeom>
          <a:noFill/>
          <a:ln w="238125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16" name="Line 16"/>
          <p:cNvSpPr/>
          <p:nvPr/>
        </p:nvSpPr>
        <p:spPr>
          <a:xfrm>
            <a:off x="9801225" y="4143375"/>
            <a:ext cx="0" cy="1552575"/>
          </a:xfrm>
          <a:prstGeom prst="line">
            <a:avLst/>
          </a:prstGeom>
          <a:noFill/>
          <a:ln w="133350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17" name="Line 17"/>
          <p:cNvSpPr/>
          <p:nvPr/>
        </p:nvSpPr>
        <p:spPr>
          <a:xfrm>
            <a:off x="7858125" y="5695950"/>
            <a:ext cx="1943100" cy="0"/>
          </a:xfrm>
          <a:prstGeom prst="line">
            <a:avLst/>
          </a:prstGeom>
          <a:noFill/>
          <a:ln w="238125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18" name="Line 18"/>
          <p:cNvSpPr/>
          <p:nvPr/>
        </p:nvSpPr>
        <p:spPr>
          <a:xfrm flipV="1">
            <a:off x="9801225" y="4943475"/>
            <a:ext cx="1343025" cy="752475"/>
          </a:xfrm>
          <a:prstGeom prst="line">
            <a:avLst/>
          </a:prstGeom>
          <a:noFill/>
          <a:ln w="209550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 flipV="1">
            <a:off x="12315825" y="4143375"/>
            <a:ext cx="1295400" cy="800100"/>
          </a:xfrm>
          <a:prstGeom prst="line">
            <a:avLst/>
          </a:prstGeom>
          <a:noFill/>
          <a:ln w="209550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20" name="Line 20"/>
          <p:cNvSpPr/>
          <p:nvPr/>
        </p:nvSpPr>
        <p:spPr>
          <a:xfrm>
            <a:off x="12315825" y="4943475"/>
            <a:ext cx="1295400" cy="752475"/>
          </a:xfrm>
          <a:prstGeom prst="line">
            <a:avLst/>
          </a:prstGeom>
          <a:noFill/>
          <a:ln w="209550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>
            <a:off x="13611225" y="4143375"/>
            <a:ext cx="1952625" cy="0"/>
          </a:xfrm>
          <a:prstGeom prst="line">
            <a:avLst/>
          </a:prstGeom>
          <a:noFill/>
          <a:ln w="238125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22" name="Line 22"/>
          <p:cNvSpPr/>
          <p:nvPr/>
        </p:nvSpPr>
        <p:spPr>
          <a:xfrm>
            <a:off x="13611225" y="4143375"/>
            <a:ext cx="0" cy="1552575"/>
          </a:xfrm>
          <a:prstGeom prst="line">
            <a:avLst/>
          </a:prstGeom>
          <a:noFill/>
          <a:ln w="133350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23" name="Line 23"/>
          <p:cNvSpPr/>
          <p:nvPr/>
        </p:nvSpPr>
        <p:spPr>
          <a:xfrm>
            <a:off x="15563850" y="4143375"/>
            <a:ext cx="1343025" cy="800100"/>
          </a:xfrm>
          <a:prstGeom prst="line">
            <a:avLst/>
          </a:prstGeom>
          <a:noFill/>
          <a:ln w="238125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>
            <a:off x="15563850" y="4143375"/>
            <a:ext cx="0" cy="1552575"/>
          </a:xfrm>
          <a:prstGeom prst="line">
            <a:avLst/>
          </a:prstGeom>
          <a:noFill/>
          <a:ln w="133350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13611225" y="5695950"/>
            <a:ext cx="1952625" cy="0"/>
          </a:xfrm>
          <a:prstGeom prst="line">
            <a:avLst/>
          </a:prstGeom>
          <a:noFill/>
          <a:ln w="238125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 flipV="1">
            <a:off x="15563850" y="4943475"/>
            <a:ext cx="1343025" cy="752475"/>
          </a:xfrm>
          <a:prstGeom prst="line">
            <a:avLst/>
          </a:prstGeom>
          <a:noFill/>
          <a:ln w="209550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27" name="Polygon 27"/>
          <p:cNvSpPr/>
          <p:nvPr/>
        </p:nvSpPr>
        <p:spPr>
          <a:xfrm>
            <a:off x="854926" y="4263502"/>
            <a:ext cx="912731" cy="58630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66" y="21600"/>
                </a:moveTo>
                <a:lnTo>
                  <a:pt x="18681" y="4663"/>
                </a:lnTo>
                <a:lnTo>
                  <a:pt x="19214" y="6006"/>
                </a:lnTo>
                <a:lnTo>
                  <a:pt x="21600" y="0"/>
                </a:lnTo>
                <a:lnTo>
                  <a:pt x="17082" y="632"/>
                </a:lnTo>
                <a:lnTo>
                  <a:pt x="17615" y="1976"/>
                </a:lnTo>
                <a:lnTo>
                  <a:pt x="0" y="18913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Polygon 28"/>
          <p:cNvSpPr/>
          <p:nvPr/>
        </p:nvSpPr>
        <p:spPr>
          <a:xfrm>
            <a:off x="859364" y="5030804"/>
            <a:ext cx="905116" cy="55032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909"/>
                </a:moveTo>
                <a:lnTo>
                  <a:pt x="17548" y="19675"/>
                </a:lnTo>
                <a:lnTo>
                  <a:pt x="17034" y="21129"/>
                </a:lnTo>
                <a:lnTo>
                  <a:pt x="21600" y="21600"/>
                </a:lnTo>
                <a:lnTo>
                  <a:pt x="19090" y="15310"/>
                </a:lnTo>
                <a:lnTo>
                  <a:pt x="18576" y="16765"/>
                </a:lnTo>
                <a:lnTo>
                  <a:pt x="1028" y="0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Polygon 29"/>
          <p:cNvSpPr/>
          <p:nvPr/>
        </p:nvSpPr>
        <p:spPr>
          <a:xfrm>
            <a:off x="2209800" y="4057650"/>
            <a:ext cx="1466850" cy="1714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6200"/>
                </a:moveTo>
                <a:lnTo>
                  <a:pt x="19075" y="16200"/>
                </a:lnTo>
                <a:lnTo>
                  <a:pt x="19075" y="21600"/>
                </a:lnTo>
                <a:lnTo>
                  <a:pt x="21600" y="10800"/>
                </a:lnTo>
                <a:lnTo>
                  <a:pt x="19075" y="0"/>
                </a:lnTo>
                <a:lnTo>
                  <a:pt x="190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Polygon 30"/>
          <p:cNvSpPr/>
          <p:nvPr/>
        </p:nvSpPr>
        <p:spPr>
          <a:xfrm>
            <a:off x="1881187" y="4391025"/>
            <a:ext cx="161925" cy="10763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7941" y="0"/>
                </a:moveTo>
                <a:lnTo>
                  <a:pt x="7941" y="18350"/>
                </a:lnTo>
                <a:lnTo>
                  <a:pt x="0" y="18350"/>
                </a:lnTo>
                <a:lnTo>
                  <a:pt x="10800" y="21600"/>
                </a:lnTo>
                <a:lnTo>
                  <a:pt x="21600" y="18350"/>
                </a:lnTo>
                <a:lnTo>
                  <a:pt x="13659" y="18350"/>
                </a:lnTo>
                <a:lnTo>
                  <a:pt x="13659" y="0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Polygon 31"/>
          <p:cNvSpPr/>
          <p:nvPr/>
        </p:nvSpPr>
        <p:spPr>
          <a:xfrm>
            <a:off x="4096069" y="4233301"/>
            <a:ext cx="955815" cy="59317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682"/>
                </a:moveTo>
                <a:lnTo>
                  <a:pt x="17776" y="19746"/>
                </a:lnTo>
                <a:lnTo>
                  <a:pt x="17280" y="21086"/>
                </a:lnTo>
                <a:lnTo>
                  <a:pt x="21600" y="21600"/>
                </a:lnTo>
                <a:lnTo>
                  <a:pt x="19263" y="15723"/>
                </a:lnTo>
                <a:lnTo>
                  <a:pt x="18767" y="17064"/>
                </a:lnTo>
                <a:lnTo>
                  <a:pt x="992" y="0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Polygon 32"/>
          <p:cNvSpPr/>
          <p:nvPr/>
        </p:nvSpPr>
        <p:spPr>
          <a:xfrm>
            <a:off x="3824287" y="4391025"/>
            <a:ext cx="161925" cy="10763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7941" y="0"/>
                </a:moveTo>
                <a:lnTo>
                  <a:pt x="7941" y="18350"/>
                </a:lnTo>
                <a:lnTo>
                  <a:pt x="0" y="18350"/>
                </a:lnTo>
                <a:lnTo>
                  <a:pt x="10800" y="21600"/>
                </a:lnTo>
                <a:lnTo>
                  <a:pt x="21600" y="18350"/>
                </a:lnTo>
                <a:lnTo>
                  <a:pt x="13659" y="18350"/>
                </a:lnTo>
                <a:lnTo>
                  <a:pt x="13659" y="0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Polygon 33"/>
          <p:cNvSpPr/>
          <p:nvPr/>
        </p:nvSpPr>
        <p:spPr>
          <a:xfrm>
            <a:off x="2209800" y="5610225"/>
            <a:ext cx="1466850" cy="1714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6200"/>
                </a:moveTo>
                <a:lnTo>
                  <a:pt x="19075" y="16200"/>
                </a:lnTo>
                <a:lnTo>
                  <a:pt x="19075" y="21600"/>
                </a:lnTo>
                <a:lnTo>
                  <a:pt x="21600" y="10800"/>
                </a:lnTo>
                <a:lnTo>
                  <a:pt x="19075" y="0"/>
                </a:lnTo>
                <a:lnTo>
                  <a:pt x="190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Polygon 34"/>
          <p:cNvSpPr/>
          <p:nvPr/>
        </p:nvSpPr>
        <p:spPr>
          <a:xfrm>
            <a:off x="4102677" y="5055213"/>
            <a:ext cx="946167" cy="55292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850" y="21600"/>
                </a:moveTo>
                <a:lnTo>
                  <a:pt x="18611" y="4572"/>
                </a:lnTo>
                <a:lnTo>
                  <a:pt x="19142" y="6195"/>
                </a:lnTo>
                <a:lnTo>
                  <a:pt x="21600" y="0"/>
                </a:lnTo>
                <a:lnTo>
                  <a:pt x="17229" y="352"/>
                </a:lnTo>
                <a:lnTo>
                  <a:pt x="17760" y="1975"/>
                </a:lnTo>
                <a:lnTo>
                  <a:pt x="0" y="19003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Polygon 35"/>
          <p:cNvSpPr/>
          <p:nvPr/>
        </p:nvSpPr>
        <p:spPr>
          <a:xfrm>
            <a:off x="6755906" y="4263502"/>
            <a:ext cx="907726" cy="57819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834" y="21600"/>
                </a:moveTo>
                <a:lnTo>
                  <a:pt x="18546" y="4425"/>
                </a:lnTo>
                <a:lnTo>
                  <a:pt x="19201" y="6090"/>
                </a:lnTo>
                <a:lnTo>
                  <a:pt x="21600" y="0"/>
                </a:lnTo>
                <a:lnTo>
                  <a:pt x="17057" y="641"/>
                </a:lnTo>
                <a:lnTo>
                  <a:pt x="17712" y="2306"/>
                </a:lnTo>
                <a:lnTo>
                  <a:pt x="0" y="19481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Polygon 36"/>
          <p:cNvSpPr/>
          <p:nvPr/>
        </p:nvSpPr>
        <p:spPr>
          <a:xfrm>
            <a:off x="6757730" y="5034922"/>
            <a:ext cx="902724" cy="54620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606"/>
                </a:moveTo>
                <a:lnTo>
                  <a:pt x="17595" y="19497"/>
                </a:lnTo>
                <a:lnTo>
                  <a:pt x="17022" y="21126"/>
                </a:lnTo>
                <a:lnTo>
                  <a:pt x="21600" y="21600"/>
                </a:lnTo>
                <a:lnTo>
                  <a:pt x="19083" y="15263"/>
                </a:lnTo>
                <a:lnTo>
                  <a:pt x="18511" y="16892"/>
                </a:lnTo>
                <a:lnTo>
                  <a:pt x="916" y="0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Polygon 37"/>
          <p:cNvSpPr/>
          <p:nvPr/>
        </p:nvSpPr>
        <p:spPr>
          <a:xfrm>
            <a:off x="8105775" y="4057650"/>
            <a:ext cx="1466850" cy="1714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4100"/>
                </a:moveTo>
                <a:lnTo>
                  <a:pt x="19075" y="14100"/>
                </a:lnTo>
                <a:lnTo>
                  <a:pt x="19075" y="21600"/>
                </a:lnTo>
                <a:lnTo>
                  <a:pt x="21600" y="10800"/>
                </a:lnTo>
                <a:lnTo>
                  <a:pt x="19075" y="0"/>
                </a:lnTo>
                <a:lnTo>
                  <a:pt x="19075" y="7500"/>
                </a:lnTo>
                <a:lnTo>
                  <a:pt x="0" y="7500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Polygon 38"/>
          <p:cNvSpPr/>
          <p:nvPr/>
        </p:nvSpPr>
        <p:spPr>
          <a:xfrm>
            <a:off x="7777163" y="4391025"/>
            <a:ext cx="161925" cy="10763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8259" y="0"/>
                </a:moveTo>
                <a:lnTo>
                  <a:pt x="8259" y="18350"/>
                </a:lnTo>
                <a:lnTo>
                  <a:pt x="0" y="18350"/>
                </a:lnTo>
                <a:lnTo>
                  <a:pt x="10800" y="21600"/>
                </a:lnTo>
                <a:lnTo>
                  <a:pt x="21600" y="18350"/>
                </a:lnTo>
                <a:lnTo>
                  <a:pt x="13341" y="18350"/>
                </a:lnTo>
                <a:lnTo>
                  <a:pt x="13341" y="0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Polygon 39"/>
          <p:cNvSpPr/>
          <p:nvPr/>
        </p:nvSpPr>
        <p:spPr>
          <a:xfrm>
            <a:off x="9994482" y="4237392"/>
            <a:ext cx="953377" cy="58908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400"/>
                </a:moveTo>
                <a:lnTo>
                  <a:pt x="17821" y="19583"/>
                </a:lnTo>
                <a:lnTo>
                  <a:pt x="17269" y="21083"/>
                </a:lnTo>
                <a:lnTo>
                  <a:pt x="21600" y="21600"/>
                </a:lnTo>
                <a:lnTo>
                  <a:pt x="19257" y="15682"/>
                </a:lnTo>
                <a:lnTo>
                  <a:pt x="18705" y="17182"/>
                </a:lnTo>
                <a:lnTo>
                  <a:pt x="884" y="0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Polygon 40"/>
          <p:cNvSpPr/>
          <p:nvPr/>
        </p:nvSpPr>
        <p:spPr>
          <a:xfrm>
            <a:off x="9720262" y="4391025"/>
            <a:ext cx="161925" cy="10763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7941" y="0"/>
                </a:moveTo>
                <a:lnTo>
                  <a:pt x="7941" y="18350"/>
                </a:lnTo>
                <a:lnTo>
                  <a:pt x="0" y="18350"/>
                </a:lnTo>
                <a:lnTo>
                  <a:pt x="10800" y="21600"/>
                </a:lnTo>
                <a:lnTo>
                  <a:pt x="21600" y="18350"/>
                </a:lnTo>
                <a:lnTo>
                  <a:pt x="13659" y="18350"/>
                </a:lnTo>
                <a:lnTo>
                  <a:pt x="13659" y="0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Polygon 41"/>
          <p:cNvSpPr/>
          <p:nvPr/>
        </p:nvSpPr>
        <p:spPr>
          <a:xfrm>
            <a:off x="8105775" y="5610225"/>
            <a:ext cx="1466850" cy="1714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4100"/>
                </a:moveTo>
                <a:lnTo>
                  <a:pt x="19075" y="14100"/>
                </a:lnTo>
                <a:lnTo>
                  <a:pt x="19075" y="21600"/>
                </a:lnTo>
                <a:lnTo>
                  <a:pt x="21600" y="10800"/>
                </a:lnTo>
                <a:lnTo>
                  <a:pt x="19075" y="0"/>
                </a:lnTo>
                <a:lnTo>
                  <a:pt x="19075" y="7500"/>
                </a:lnTo>
                <a:lnTo>
                  <a:pt x="0" y="7500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Polygon 42"/>
          <p:cNvSpPr/>
          <p:nvPr/>
        </p:nvSpPr>
        <p:spPr>
          <a:xfrm>
            <a:off x="10002143" y="5055213"/>
            <a:ext cx="942675" cy="54669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693" y="21600"/>
                </a:moveTo>
                <a:lnTo>
                  <a:pt x="18519" y="4378"/>
                </a:lnTo>
                <a:lnTo>
                  <a:pt x="19133" y="6266"/>
                </a:lnTo>
                <a:lnTo>
                  <a:pt x="21600" y="0"/>
                </a:lnTo>
                <a:lnTo>
                  <a:pt x="17213" y="356"/>
                </a:lnTo>
                <a:lnTo>
                  <a:pt x="17826" y="2244"/>
                </a:lnTo>
                <a:lnTo>
                  <a:pt x="0" y="19466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Polygon 43"/>
          <p:cNvSpPr/>
          <p:nvPr/>
        </p:nvSpPr>
        <p:spPr>
          <a:xfrm>
            <a:off x="12519017" y="4263502"/>
            <a:ext cx="897715" cy="56199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361" y="21600"/>
                </a:moveTo>
                <a:lnTo>
                  <a:pt x="18271" y="3930"/>
                </a:lnTo>
                <a:lnTo>
                  <a:pt x="19174" y="6266"/>
                </a:lnTo>
                <a:lnTo>
                  <a:pt x="21600" y="0"/>
                </a:lnTo>
                <a:lnTo>
                  <a:pt x="17006" y="660"/>
                </a:lnTo>
                <a:lnTo>
                  <a:pt x="17910" y="2996"/>
                </a:lnTo>
                <a:lnTo>
                  <a:pt x="0" y="20666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Polygon 44"/>
          <p:cNvSpPr/>
          <p:nvPr/>
        </p:nvSpPr>
        <p:spPr>
          <a:xfrm>
            <a:off x="12515615" y="5043158"/>
            <a:ext cx="897940" cy="53796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984"/>
                </a:moveTo>
                <a:lnTo>
                  <a:pt x="17689" y="19134"/>
                </a:lnTo>
                <a:lnTo>
                  <a:pt x="16998" y="21119"/>
                </a:lnTo>
                <a:lnTo>
                  <a:pt x="21600" y="21600"/>
                </a:lnTo>
                <a:lnTo>
                  <a:pt x="19070" y="15166"/>
                </a:lnTo>
                <a:lnTo>
                  <a:pt x="18379" y="17150"/>
                </a:lnTo>
                <a:lnTo>
                  <a:pt x="691" y="0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Polygon 45"/>
          <p:cNvSpPr/>
          <p:nvPr/>
        </p:nvSpPr>
        <p:spPr>
          <a:xfrm>
            <a:off x="13858875" y="4057650"/>
            <a:ext cx="1476375" cy="1714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7700"/>
                </a:moveTo>
                <a:lnTo>
                  <a:pt x="19092" y="17700"/>
                </a:lnTo>
                <a:lnTo>
                  <a:pt x="19092" y="21600"/>
                </a:lnTo>
                <a:lnTo>
                  <a:pt x="21600" y="10800"/>
                </a:lnTo>
                <a:lnTo>
                  <a:pt x="19092" y="0"/>
                </a:lnTo>
                <a:lnTo>
                  <a:pt x="19092" y="3900"/>
                </a:lnTo>
                <a:lnTo>
                  <a:pt x="0" y="3900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Polygon 46"/>
          <p:cNvSpPr/>
          <p:nvPr/>
        </p:nvSpPr>
        <p:spPr>
          <a:xfrm>
            <a:off x="13530262" y="4391025"/>
            <a:ext cx="161925" cy="10763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9212" y="0"/>
                </a:moveTo>
                <a:lnTo>
                  <a:pt x="9212" y="18350"/>
                </a:lnTo>
                <a:lnTo>
                  <a:pt x="0" y="18350"/>
                </a:lnTo>
                <a:lnTo>
                  <a:pt x="10800" y="21600"/>
                </a:lnTo>
                <a:lnTo>
                  <a:pt x="21600" y="18350"/>
                </a:lnTo>
                <a:lnTo>
                  <a:pt x="12388" y="18350"/>
                </a:lnTo>
                <a:lnTo>
                  <a:pt x="12388" y="0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Polygon 47"/>
          <p:cNvSpPr/>
          <p:nvPr/>
        </p:nvSpPr>
        <p:spPr>
          <a:xfrm>
            <a:off x="15749794" y="4225118"/>
            <a:ext cx="960691" cy="60135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3233"/>
                </a:moveTo>
                <a:lnTo>
                  <a:pt x="17685" y="20065"/>
                </a:lnTo>
                <a:lnTo>
                  <a:pt x="17302" y="21093"/>
                </a:lnTo>
                <a:lnTo>
                  <a:pt x="21600" y="21600"/>
                </a:lnTo>
                <a:lnTo>
                  <a:pt x="19275" y="15803"/>
                </a:lnTo>
                <a:lnTo>
                  <a:pt x="18891" y="16832"/>
                </a:lnTo>
                <a:lnTo>
                  <a:pt x="1206" y="0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Polygon 48"/>
          <p:cNvSpPr/>
          <p:nvPr/>
        </p:nvSpPr>
        <p:spPr>
          <a:xfrm>
            <a:off x="15482888" y="4391025"/>
            <a:ext cx="161925" cy="10763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8259" y="0"/>
                </a:moveTo>
                <a:lnTo>
                  <a:pt x="8259" y="18350"/>
                </a:lnTo>
                <a:lnTo>
                  <a:pt x="0" y="18350"/>
                </a:lnTo>
                <a:lnTo>
                  <a:pt x="10800" y="21600"/>
                </a:lnTo>
                <a:lnTo>
                  <a:pt x="21600" y="18350"/>
                </a:lnTo>
                <a:lnTo>
                  <a:pt x="13341" y="18350"/>
                </a:lnTo>
                <a:lnTo>
                  <a:pt x="13341" y="0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Polygon 49"/>
          <p:cNvSpPr/>
          <p:nvPr/>
        </p:nvSpPr>
        <p:spPr>
          <a:xfrm>
            <a:off x="13858875" y="5610225"/>
            <a:ext cx="1476375" cy="1714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4700"/>
                </a:moveTo>
                <a:lnTo>
                  <a:pt x="19092" y="14700"/>
                </a:lnTo>
                <a:lnTo>
                  <a:pt x="19092" y="21600"/>
                </a:lnTo>
                <a:lnTo>
                  <a:pt x="21600" y="10800"/>
                </a:lnTo>
                <a:lnTo>
                  <a:pt x="19092" y="0"/>
                </a:lnTo>
                <a:lnTo>
                  <a:pt x="19092" y="6900"/>
                </a:lnTo>
                <a:lnTo>
                  <a:pt x="0" y="6900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Polygon 50"/>
          <p:cNvSpPr/>
          <p:nvPr/>
        </p:nvSpPr>
        <p:spPr>
          <a:xfrm>
            <a:off x="15772916" y="5055213"/>
            <a:ext cx="934528" cy="53215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323" y="21600"/>
                </a:moveTo>
                <a:lnTo>
                  <a:pt x="18304" y="3908"/>
                </a:lnTo>
                <a:lnTo>
                  <a:pt x="19111" y="6437"/>
                </a:lnTo>
                <a:lnTo>
                  <a:pt x="21600" y="0"/>
                </a:lnTo>
                <a:lnTo>
                  <a:pt x="17174" y="366"/>
                </a:lnTo>
                <a:lnTo>
                  <a:pt x="17981" y="2896"/>
                </a:lnTo>
                <a:lnTo>
                  <a:pt x="0" y="20588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Ellipse 51"/>
          <p:cNvSpPr/>
          <p:nvPr/>
        </p:nvSpPr>
        <p:spPr>
          <a:xfrm>
            <a:off x="457200" y="4733925"/>
            <a:ext cx="419100" cy="419100"/>
          </a:xfrm>
          <a:prstGeom prst="ellipse">
            <a:avLst/>
          </a:prstGeom>
          <a:solidFill>
            <a:srgbClr val="E5EBED"/>
          </a:solidFill>
          <a:ln w="19050">
            <a:solidFill>
              <a:srgbClr val="172C37"/>
            </a:solidFill>
          </a:ln>
        </p:spPr>
        <p:txBody>
          <a:bodyPr/>
          <a:lstStyle/>
          <a:p/>
        </p:txBody>
      </p:sp>
      <p:sp>
        <p:nvSpPr>
          <p:cNvPr id="52" name="Ellipse 52"/>
          <p:cNvSpPr/>
          <p:nvPr/>
        </p:nvSpPr>
        <p:spPr>
          <a:xfrm>
            <a:off x="1752600" y="3933825"/>
            <a:ext cx="419100" cy="419100"/>
          </a:xfrm>
          <a:prstGeom prst="ellipse">
            <a:avLst/>
          </a:prstGeom>
          <a:solidFill>
            <a:srgbClr val="E5EBED"/>
          </a:solidFill>
          <a:ln w="19050">
            <a:solidFill>
              <a:srgbClr val="172C37"/>
            </a:solidFill>
          </a:ln>
        </p:spPr>
        <p:txBody>
          <a:bodyPr/>
          <a:lstStyle/>
          <a:p/>
        </p:txBody>
      </p:sp>
      <p:sp>
        <p:nvSpPr>
          <p:cNvPr id="53" name="Ellipse 53"/>
          <p:cNvSpPr/>
          <p:nvPr/>
        </p:nvSpPr>
        <p:spPr>
          <a:xfrm>
            <a:off x="3695700" y="3933825"/>
            <a:ext cx="419100" cy="419100"/>
          </a:xfrm>
          <a:prstGeom prst="ellipse">
            <a:avLst/>
          </a:prstGeom>
          <a:solidFill>
            <a:srgbClr val="E5EBED"/>
          </a:solidFill>
          <a:ln w="19050">
            <a:solidFill>
              <a:srgbClr val="172C37"/>
            </a:solidFill>
          </a:ln>
        </p:spPr>
        <p:txBody>
          <a:bodyPr/>
          <a:lstStyle/>
          <a:p/>
        </p:txBody>
      </p:sp>
      <p:sp>
        <p:nvSpPr>
          <p:cNvPr id="54" name="Ellipse 54"/>
          <p:cNvSpPr/>
          <p:nvPr/>
        </p:nvSpPr>
        <p:spPr>
          <a:xfrm>
            <a:off x="5038725" y="4733925"/>
            <a:ext cx="419100" cy="419100"/>
          </a:xfrm>
          <a:prstGeom prst="ellipse">
            <a:avLst/>
          </a:prstGeom>
          <a:solidFill>
            <a:srgbClr val="E5EBED"/>
          </a:solidFill>
          <a:ln w="19050">
            <a:solidFill>
              <a:srgbClr val="172C37"/>
            </a:solidFill>
          </a:ln>
        </p:spPr>
        <p:txBody>
          <a:bodyPr/>
          <a:lstStyle/>
          <a:p/>
        </p:txBody>
      </p:sp>
      <p:sp>
        <p:nvSpPr>
          <p:cNvPr id="55" name="Ellipse 55"/>
          <p:cNvSpPr/>
          <p:nvPr/>
        </p:nvSpPr>
        <p:spPr>
          <a:xfrm>
            <a:off x="3695700" y="5486400"/>
            <a:ext cx="419100" cy="419100"/>
          </a:xfrm>
          <a:prstGeom prst="ellipse">
            <a:avLst/>
          </a:prstGeom>
          <a:solidFill>
            <a:srgbClr val="E5EBED"/>
          </a:solidFill>
          <a:ln w="19050">
            <a:solidFill>
              <a:srgbClr val="172C37"/>
            </a:solidFill>
          </a:ln>
        </p:spPr>
        <p:txBody>
          <a:bodyPr/>
          <a:lstStyle/>
          <a:p/>
        </p:txBody>
      </p:sp>
      <p:sp>
        <p:nvSpPr>
          <p:cNvPr id="56" name="Ellipse 56"/>
          <p:cNvSpPr/>
          <p:nvPr/>
        </p:nvSpPr>
        <p:spPr>
          <a:xfrm>
            <a:off x="1752600" y="5486400"/>
            <a:ext cx="419100" cy="419100"/>
          </a:xfrm>
          <a:prstGeom prst="ellipse">
            <a:avLst/>
          </a:prstGeom>
          <a:solidFill>
            <a:srgbClr val="E5EBED"/>
          </a:solidFill>
          <a:ln w="19050">
            <a:solidFill>
              <a:srgbClr val="172C37"/>
            </a:solidFill>
          </a:ln>
        </p:spPr>
        <p:txBody>
          <a:bodyPr/>
          <a:lstStyle/>
          <a:p/>
        </p:txBody>
      </p:sp>
      <p:sp>
        <p:nvSpPr>
          <p:cNvPr id="57" name="Ellipse 57"/>
          <p:cNvSpPr/>
          <p:nvPr/>
        </p:nvSpPr>
        <p:spPr>
          <a:xfrm>
            <a:off x="6353175" y="4733925"/>
            <a:ext cx="419100" cy="419100"/>
          </a:xfrm>
          <a:prstGeom prst="ellipse">
            <a:avLst/>
          </a:prstGeom>
          <a:solidFill>
            <a:srgbClr val="E5EBED"/>
          </a:solidFill>
          <a:ln w="19050">
            <a:solidFill>
              <a:srgbClr val="172C37"/>
            </a:solidFill>
          </a:ln>
        </p:spPr>
        <p:txBody>
          <a:bodyPr/>
          <a:lstStyle/>
          <a:p/>
        </p:txBody>
      </p:sp>
      <p:sp>
        <p:nvSpPr>
          <p:cNvPr id="58" name="Ellipse 58"/>
          <p:cNvSpPr/>
          <p:nvPr/>
        </p:nvSpPr>
        <p:spPr>
          <a:xfrm>
            <a:off x="7648575" y="3933825"/>
            <a:ext cx="419100" cy="419100"/>
          </a:xfrm>
          <a:prstGeom prst="ellipse">
            <a:avLst/>
          </a:prstGeom>
          <a:solidFill>
            <a:srgbClr val="E5EBED"/>
          </a:solidFill>
          <a:ln w="19050">
            <a:solidFill>
              <a:srgbClr val="172C37"/>
            </a:solidFill>
          </a:ln>
        </p:spPr>
        <p:txBody>
          <a:bodyPr/>
          <a:lstStyle/>
          <a:p/>
        </p:txBody>
      </p:sp>
      <p:sp>
        <p:nvSpPr>
          <p:cNvPr id="59" name="Ellipse 59"/>
          <p:cNvSpPr/>
          <p:nvPr/>
        </p:nvSpPr>
        <p:spPr>
          <a:xfrm>
            <a:off x="9591675" y="3933825"/>
            <a:ext cx="419100" cy="419100"/>
          </a:xfrm>
          <a:prstGeom prst="ellipse">
            <a:avLst/>
          </a:prstGeom>
          <a:solidFill>
            <a:srgbClr val="E5EBED"/>
          </a:solidFill>
          <a:ln w="19050">
            <a:solidFill>
              <a:srgbClr val="172C37"/>
            </a:solidFill>
          </a:ln>
        </p:spPr>
        <p:txBody>
          <a:bodyPr/>
          <a:lstStyle/>
          <a:p/>
        </p:txBody>
      </p:sp>
      <p:sp>
        <p:nvSpPr>
          <p:cNvPr id="60" name="Ellipse 60"/>
          <p:cNvSpPr/>
          <p:nvPr/>
        </p:nvSpPr>
        <p:spPr>
          <a:xfrm>
            <a:off x="10934700" y="4733925"/>
            <a:ext cx="419100" cy="419100"/>
          </a:xfrm>
          <a:prstGeom prst="ellipse">
            <a:avLst/>
          </a:prstGeom>
          <a:solidFill>
            <a:srgbClr val="E5EBED"/>
          </a:solidFill>
          <a:ln w="19050">
            <a:solidFill>
              <a:srgbClr val="172C37"/>
            </a:solidFill>
          </a:ln>
        </p:spPr>
        <p:txBody>
          <a:bodyPr/>
          <a:lstStyle/>
          <a:p/>
        </p:txBody>
      </p:sp>
      <p:sp>
        <p:nvSpPr>
          <p:cNvPr id="61" name="Ellipse 61"/>
          <p:cNvSpPr/>
          <p:nvPr/>
        </p:nvSpPr>
        <p:spPr>
          <a:xfrm>
            <a:off x="9591675" y="5486400"/>
            <a:ext cx="419100" cy="419100"/>
          </a:xfrm>
          <a:prstGeom prst="ellipse">
            <a:avLst/>
          </a:prstGeom>
          <a:solidFill>
            <a:srgbClr val="E5EBED"/>
          </a:solidFill>
          <a:ln w="19050">
            <a:solidFill>
              <a:srgbClr val="172C37"/>
            </a:solidFill>
          </a:ln>
        </p:spPr>
        <p:txBody>
          <a:bodyPr/>
          <a:lstStyle/>
          <a:p/>
        </p:txBody>
      </p:sp>
      <p:sp>
        <p:nvSpPr>
          <p:cNvPr id="62" name="Ellipse 62"/>
          <p:cNvSpPr/>
          <p:nvPr/>
        </p:nvSpPr>
        <p:spPr>
          <a:xfrm>
            <a:off x="7648575" y="5486400"/>
            <a:ext cx="419100" cy="419100"/>
          </a:xfrm>
          <a:prstGeom prst="ellipse">
            <a:avLst/>
          </a:prstGeom>
          <a:solidFill>
            <a:srgbClr val="E5EBED"/>
          </a:solidFill>
          <a:ln w="19050">
            <a:solidFill>
              <a:srgbClr val="172C37"/>
            </a:solidFill>
          </a:ln>
        </p:spPr>
        <p:txBody>
          <a:bodyPr/>
          <a:lstStyle/>
          <a:p/>
        </p:txBody>
      </p:sp>
      <p:sp>
        <p:nvSpPr>
          <p:cNvPr id="63" name="Ellipse 63"/>
          <p:cNvSpPr/>
          <p:nvPr/>
        </p:nvSpPr>
        <p:spPr>
          <a:xfrm>
            <a:off x="12106275" y="4733925"/>
            <a:ext cx="419100" cy="419100"/>
          </a:xfrm>
          <a:prstGeom prst="ellipse">
            <a:avLst/>
          </a:prstGeom>
          <a:solidFill>
            <a:srgbClr val="E5EBED"/>
          </a:solidFill>
          <a:ln w="19050">
            <a:solidFill>
              <a:srgbClr val="172C37"/>
            </a:solidFill>
          </a:ln>
        </p:spPr>
        <p:txBody>
          <a:bodyPr/>
          <a:lstStyle/>
          <a:p/>
        </p:txBody>
      </p:sp>
      <p:sp>
        <p:nvSpPr>
          <p:cNvPr id="64" name="Ellipse 64"/>
          <p:cNvSpPr/>
          <p:nvPr/>
        </p:nvSpPr>
        <p:spPr>
          <a:xfrm>
            <a:off x="13401675" y="3933825"/>
            <a:ext cx="419100" cy="419100"/>
          </a:xfrm>
          <a:prstGeom prst="ellipse">
            <a:avLst/>
          </a:prstGeom>
          <a:solidFill>
            <a:srgbClr val="E5EBED"/>
          </a:solidFill>
          <a:ln w="19050">
            <a:solidFill>
              <a:srgbClr val="172C37"/>
            </a:solidFill>
          </a:ln>
        </p:spPr>
        <p:txBody>
          <a:bodyPr/>
          <a:lstStyle/>
          <a:p/>
        </p:txBody>
      </p:sp>
      <p:sp>
        <p:nvSpPr>
          <p:cNvPr id="65" name="Ellipse 65"/>
          <p:cNvSpPr/>
          <p:nvPr/>
        </p:nvSpPr>
        <p:spPr>
          <a:xfrm>
            <a:off x="15354300" y="3933825"/>
            <a:ext cx="419100" cy="419100"/>
          </a:xfrm>
          <a:prstGeom prst="ellipse">
            <a:avLst/>
          </a:prstGeom>
          <a:solidFill>
            <a:srgbClr val="E5EBED"/>
          </a:solidFill>
          <a:ln w="19050">
            <a:solidFill>
              <a:srgbClr val="172C37"/>
            </a:solidFill>
          </a:ln>
        </p:spPr>
        <p:txBody>
          <a:bodyPr/>
          <a:lstStyle/>
          <a:p/>
        </p:txBody>
      </p:sp>
      <p:sp>
        <p:nvSpPr>
          <p:cNvPr id="66" name="Ellipse 66"/>
          <p:cNvSpPr/>
          <p:nvPr/>
        </p:nvSpPr>
        <p:spPr>
          <a:xfrm>
            <a:off x="16697325" y="4733925"/>
            <a:ext cx="419100" cy="419100"/>
          </a:xfrm>
          <a:prstGeom prst="ellipse">
            <a:avLst/>
          </a:prstGeom>
          <a:solidFill>
            <a:srgbClr val="E5EBED"/>
          </a:solidFill>
          <a:ln w="19050">
            <a:solidFill>
              <a:srgbClr val="172C37"/>
            </a:solidFill>
          </a:ln>
        </p:spPr>
        <p:txBody>
          <a:bodyPr/>
          <a:lstStyle/>
          <a:p/>
        </p:txBody>
      </p:sp>
      <p:sp>
        <p:nvSpPr>
          <p:cNvPr id="67" name="Ellipse 67"/>
          <p:cNvSpPr/>
          <p:nvPr/>
        </p:nvSpPr>
        <p:spPr>
          <a:xfrm>
            <a:off x="15354300" y="5486400"/>
            <a:ext cx="419100" cy="419100"/>
          </a:xfrm>
          <a:prstGeom prst="ellipse">
            <a:avLst/>
          </a:prstGeom>
          <a:solidFill>
            <a:srgbClr val="E5EBED"/>
          </a:solidFill>
          <a:ln w="19050">
            <a:solidFill>
              <a:srgbClr val="172C37"/>
            </a:solidFill>
          </a:ln>
        </p:spPr>
        <p:txBody>
          <a:bodyPr/>
          <a:lstStyle/>
          <a:p/>
        </p:txBody>
      </p:sp>
      <p:sp>
        <p:nvSpPr>
          <p:cNvPr id="68" name="Ellipse 68"/>
          <p:cNvSpPr/>
          <p:nvPr/>
        </p:nvSpPr>
        <p:spPr>
          <a:xfrm>
            <a:off x="13401675" y="5486400"/>
            <a:ext cx="419100" cy="419100"/>
          </a:xfrm>
          <a:prstGeom prst="ellipse">
            <a:avLst/>
          </a:prstGeom>
          <a:solidFill>
            <a:srgbClr val="E5EBED"/>
          </a:solidFill>
          <a:ln w="19050">
            <a:solidFill>
              <a:srgbClr val="172C37"/>
            </a:solidFill>
          </a:ln>
        </p:spPr>
        <p:txBody>
          <a:bodyPr/>
          <a:lstStyle/>
          <a:p/>
        </p:txBody>
      </p:sp>
      <p:sp>
        <p:nvSpPr>
          <p:cNvPr id="69" name="Polygon 69"/>
          <p:cNvSpPr/>
          <p:nvPr/>
        </p:nvSpPr>
        <p:spPr>
          <a:xfrm>
            <a:off x="396987" y="2406015"/>
            <a:ext cx="16912938" cy="22746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32" y="21583"/>
                </a:moveTo>
                <a:lnTo>
                  <a:pt x="45" y="18887"/>
                </a:lnTo>
                <a:lnTo>
                  <a:pt x="60" y="16500"/>
                </a:lnTo>
                <a:lnTo>
                  <a:pt x="78" y="14346"/>
                </a:lnTo>
                <a:lnTo>
                  <a:pt x="99" y="12411"/>
                </a:lnTo>
                <a:lnTo>
                  <a:pt x="122" y="10680"/>
                </a:lnTo>
                <a:lnTo>
                  <a:pt x="148" y="9141"/>
                </a:lnTo>
                <a:lnTo>
                  <a:pt x="176" y="7784"/>
                </a:lnTo>
                <a:lnTo>
                  <a:pt x="207" y="6601"/>
                </a:lnTo>
                <a:lnTo>
                  <a:pt x="241" y="5584"/>
                </a:lnTo>
                <a:lnTo>
                  <a:pt x="277" y="4727"/>
                </a:lnTo>
                <a:lnTo>
                  <a:pt x="315" y="4022"/>
                </a:lnTo>
                <a:lnTo>
                  <a:pt x="356" y="3464"/>
                </a:lnTo>
                <a:lnTo>
                  <a:pt x="399" y="3044"/>
                </a:lnTo>
                <a:lnTo>
                  <a:pt x="443" y="2754"/>
                </a:lnTo>
                <a:lnTo>
                  <a:pt x="490" y="2586"/>
                </a:lnTo>
                <a:lnTo>
                  <a:pt x="539" y="2533"/>
                </a:lnTo>
                <a:lnTo>
                  <a:pt x="21061" y="2533"/>
                </a:lnTo>
                <a:lnTo>
                  <a:pt x="21112" y="2596"/>
                </a:lnTo>
                <a:lnTo>
                  <a:pt x="21160" y="2791"/>
                </a:lnTo>
                <a:lnTo>
                  <a:pt x="21206" y="3120"/>
                </a:lnTo>
                <a:lnTo>
                  <a:pt x="21249" y="3588"/>
                </a:lnTo>
                <a:lnTo>
                  <a:pt x="21290" y="4200"/>
                </a:lnTo>
                <a:lnTo>
                  <a:pt x="21328" y="4958"/>
                </a:lnTo>
                <a:lnTo>
                  <a:pt x="21364" y="5867"/>
                </a:lnTo>
                <a:lnTo>
                  <a:pt x="21397" y="6929"/>
                </a:lnTo>
                <a:lnTo>
                  <a:pt x="21428" y="8147"/>
                </a:lnTo>
                <a:lnTo>
                  <a:pt x="21455" y="9526"/>
                </a:lnTo>
                <a:lnTo>
                  <a:pt x="21481" y="11070"/>
                </a:lnTo>
                <a:lnTo>
                  <a:pt x="21503" y="12786"/>
                </a:lnTo>
                <a:lnTo>
                  <a:pt x="21523" y="14681"/>
                </a:lnTo>
                <a:lnTo>
                  <a:pt x="21541" y="16766"/>
                </a:lnTo>
                <a:lnTo>
                  <a:pt x="21555" y="19050"/>
                </a:lnTo>
                <a:lnTo>
                  <a:pt x="21568" y="21600"/>
                </a:lnTo>
                <a:lnTo>
                  <a:pt x="21600" y="20730"/>
                </a:lnTo>
                <a:lnTo>
                  <a:pt x="21587" y="18064"/>
                </a:lnTo>
                <a:lnTo>
                  <a:pt x="21570" y="15545"/>
                </a:lnTo>
                <a:lnTo>
                  <a:pt x="21551" y="13229"/>
                </a:lnTo>
                <a:lnTo>
                  <a:pt x="21529" y="11116"/>
                </a:lnTo>
                <a:lnTo>
                  <a:pt x="21504" y="9204"/>
                </a:lnTo>
                <a:lnTo>
                  <a:pt x="21476" y="7493"/>
                </a:lnTo>
                <a:lnTo>
                  <a:pt x="21445" y="5976"/>
                </a:lnTo>
                <a:lnTo>
                  <a:pt x="21412" y="4649"/>
                </a:lnTo>
                <a:lnTo>
                  <a:pt x="21376" y="3504"/>
                </a:lnTo>
                <a:lnTo>
                  <a:pt x="21338" y="2535"/>
                </a:lnTo>
                <a:lnTo>
                  <a:pt x="21298" y="1733"/>
                </a:lnTo>
                <a:lnTo>
                  <a:pt x="21255" y="1093"/>
                </a:lnTo>
                <a:lnTo>
                  <a:pt x="21210" y="605"/>
                </a:lnTo>
                <a:lnTo>
                  <a:pt x="21163" y="265"/>
                </a:lnTo>
                <a:lnTo>
                  <a:pt x="21113" y="65"/>
                </a:lnTo>
                <a:lnTo>
                  <a:pt x="21061" y="0"/>
                </a:lnTo>
                <a:lnTo>
                  <a:pt x="539" y="0"/>
                </a:lnTo>
                <a:lnTo>
                  <a:pt x="489" y="55"/>
                </a:lnTo>
                <a:lnTo>
                  <a:pt x="441" y="227"/>
                </a:lnTo>
                <a:lnTo>
                  <a:pt x="395" y="526"/>
                </a:lnTo>
                <a:lnTo>
                  <a:pt x="350" y="962"/>
                </a:lnTo>
                <a:lnTo>
                  <a:pt x="308" y="1546"/>
                </a:lnTo>
                <a:lnTo>
                  <a:pt x="267" y="2289"/>
                </a:lnTo>
                <a:lnTo>
                  <a:pt x="229" y="3203"/>
                </a:lnTo>
                <a:lnTo>
                  <a:pt x="193" y="4299"/>
                </a:lnTo>
                <a:lnTo>
                  <a:pt x="159" y="5588"/>
                </a:lnTo>
                <a:lnTo>
                  <a:pt x="128" y="7083"/>
                </a:lnTo>
                <a:lnTo>
                  <a:pt x="99" y="8793"/>
                </a:lnTo>
                <a:lnTo>
                  <a:pt x="73" y="10728"/>
                </a:lnTo>
                <a:lnTo>
                  <a:pt x="50" y="12892"/>
                </a:lnTo>
                <a:lnTo>
                  <a:pt x="30" y="15291"/>
                </a:lnTo>
                <a:lnTo>
                  <a:pt x="13" y="17929"/>
                </a:lnTo>
                <a:lnTo>
                  <a:pt x="0" y="20748"/>
                </a:lnTo>
                <a:close/>
              </a:path>
            </a:pathLst>
          </a:custGeom>
          <a:solidFill>
            <a:srgbClr val="117E84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Roundrect 70"/>
          <p:cNvSpPr/>
          <p:nvPr/>
        </p:nvSpPr>
        <p:spPr>
          <a:xfrm>
            <a:off x="15306675" y="2919413"/>
            <a:ext cx="590550" cy="95250"/>
          </a:xfrm>
          <a:prstGeom prst="roundRect">
            <a:avLst>
              <a:gd name="adj" fmla="val 50000"/>
            </a:avLst>
          </a:prstGeom>
          <a:solidFill>
            <a:srgbClr val="D9DEE1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Roundrect 71"/>
          <p:cNvSpPr/>
          <p:nvPr/>
        </p:nvSpPr>
        <p:spPr>
          <a:xfrm>
            <a:off x="15306675" y="3200400"/>
            <a:ext cx="590550" cy="95250"/>
          </a:xfrm>
          <a:prstGeom prst="roundRect">
            <a:avLst>
              <a:gd name="adj" fmla="val 50000"/>
            </a:avLst>
          </a:pr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Line 72"/>
          <p:cNvSpPr/>
          <p:nvPr/>
        </p:nvSpPr>
        <p:spPr>
          <a:xfrm>
            <a:off x="1924050" y="6467475"/>
            <a:ext cx="13754100" cy="0"/>
          </a:xfrm>
          <a:prstGeom prst="line">
            <a:avLst/>
          </a:prstGeom>
          <a:noFill/>
          <a:ln w="23812">
            <a:solidFill>
              <a:srgbClr val="117E84"/>
            </a:solidFill>
          </a:ln>
        </p:spPr>
        <p:txBody>
          <a:bodyPr/>
          <a:lstStyle/>
          <a:p/>
        </p:txBody>
      </p:sp>
      <p:sp>
        <p:nvSpPr>
          <p:cNvPr id="73" name="Ellipse 73"/>
          <p:cNvSpPr/>
          <p:nvPr/>
        </p:nvSpPr>
        <p:spPr>
          <a:xfrm>
            <a:off x="1843088" y="6386512"/>
            <a:ext cx="161925" cy="161925"/>
          </a:xfrm>
          <a:prstGeom prst="ellipse">
            <a:avLst/>
          </a:prstGeom>
          <a:solidFill>
            <a:srgbClr val="117E8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Ellipse 74"/>
          <p:cNvSpPr/>
          <p:nvPr/>
        </p:nvSpPr>
        <p:spPr>
          <a:xfrm>
            <a:off x="8777288" y="6386512"/>
            <a:ext cx="161925" cy="161925"/>
          </a:xfrm>
          <a:prstGeom prst="ellipse">
            <a:avLst/>
          </a:prstGeom>
          <a:solidFill>
            <a:srgbClr val="117E84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Ellipse 75"/>
          <p:cNvSpPr/>
          <p:nvPr/>
        </p:nvSpPr>
        <p:spPr>
          <a:xfrm>
            <a:off x="15597188" y="6386512"/>
            <a:ext cx="161925" cy="161925"/>
          </a:xfrm>
          <a:prstGeom prst="ellipse">
            <a:avLst/>
          </a:prstGeom>
          <a:solidFill>
            <a:srgbClr val="117E84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Rect 76"/>
          <p:cNvSpPr/>
          <p:nvPr/>
        </p:nvSpPr>
        <p:spPr>
          <a:xfrm>
            <a:off x="13211175" y="419100"/>
            <a:ext cx="952500" cy="95250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Rect 77"/>
          <p:cNvSpPr/>
          <p:nvPr/>
        </p:nvSpPr>
        <p:spPr>
          <a:xfrm>
            <a:off x="13211175" y="419100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Rect 78"/>
          <p:cNvSpPr/>
          <p:nvPr/>
        </p:nvSpPr>
        <p:spPr>
          <a:xfrm>
            <a:off x="13449300" y="41910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79" name="Rect 79"/>
          <p:cNvSpPr/>
          <p:nvPr/>
        </p:nvSpPr>
        <p:spPr>
          <a:xfrm>
            <a:off x="13687425" y="41910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Rect 80"/>
          <p:cNvSpPr/>
          <p:nvPr/>
        </p:nvSpPr>
        <p:spPr>
          <a:xfrm>
            <a:off x="13925550" y="419100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Rect 81"/>
          <p:cNvSpPr/>
          <p:nvPr/>
        </p:nvSpPr>
        <p:spPr>
          <a:xfrm>
            <a:off x="13211175" y="65722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Rect 82"/>
          <p:cNvSpPr/>
          <p:nvPr/>
        </p:nvSpPr>
        <p:spPr>
          <a:xfrm>
            <a:off x="13449300" y="65722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Rect 83"/>
          <p:cNvSpPr/>
          <p:nvPr/>
        </p:nvSpPr>
        <p:spPr>
          <a:xfrm>
            <a:off x="13687425" y="657225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Rect 84"/>
          <p:cNvSpPr/>
          <p:nvPr/>
        </p:nvSpPr>
        <p:spPr>
          <a:xfrm>
            <a:off x="13925550" y="65722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Rect 85"/>
          <p:cNvSpPr/>
          <p:nvPr/>
        </p:nvSpPr>
        <p:spPr>
          <a:xfrm>
            <a:off x="13211175" y="89535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Rect 86"/>
          <p:cNvSpPr/>
          <p:nvPr/>
        </p:nvSpPr>
        <p:spPr>
          <a:xfrm>
            <a:off x="13449300" y="895350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87" name="Rect 87"/>
          <p:cNvSpPr/>
          <p:nvPr/>
        </p:nvSpPr>
        <p:spPr>
          <a:xfrm>
            <a:off x="13687425" y="89535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88" name="Rect 88"/>
          <p:cNvSpPr/>
          <p:nvPr/>
        </p:nvSpPr>
        <p:spPr>
          <a:xfrm>
            <a:off x="13925550" y="89535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Rect 89"/>
          <p:cNvSpPr/>
          <p:nvPr/>
        </p:nvSpPr>
        <p:spPr>
          <a:xfrm>
            <a:off x="13211175" y="1133475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Rect 90"/>
          <p:cNvSpPr/>
          <p:nvPr/>
        </p:nvSpPr>
        <p:spPr>
          <a:xfrm>
            <a:off x="13449300" y="113347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Rect 91"/>
          <p:cNvSpPr/>
          <p:nvPr/>
        </p:nvSpPr>
        <p:spPr>
          <a:xfrm>
            <a:off x="13687425" y="113347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Rect 92"/>
          <p:cNvSpPr/>
          <p:nvPr/>
        </p:nvSpPr>
        <p:spPr>
          <a:xfrm>
            <a:off x="13925550" y="1133475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Line 93"/>
          <p:cNvSpPr/>
          <p:nvPr/>
        </p:nvSpPr>
        <p:spPr>
          <a:xfrm>
            <a:off x="13211175" y="419100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94" name="Line 94"/>
          <p:cNvSpPr/>
          <p:nvPr/>
        </p:nvSpPr>
        <p:spPr>
          <a:xfrm>
            <a:off x="13211175" y="419100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95" name="Line 95"/>
          <p:cNvSpPr/>
          <p:nvPr/>
        </p:nvSpPr>
        <p:spPr>
          <a:xfrm>
            <a:off x="13211175" y="657225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96" name="Line 96"/>
          <p:cNvSpPr/>
          <p:nvPr/>
        </p:nvSpPr>
        <p:spPr>
          <a:xfrm>
            <a:off x="13449300" y="419100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97" name="Line 97"/>
          <p:cNvSpPr/>
          <p:nvPr/>
        </p:nvSpPr>
        <p:spPr>
          <a:xfrm>
            <a:off x="13211175" y="895350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98" name="Line 98"/>
          <p:cNvSpPr/>
          <p:nvPr/>
        </p:nvSpPr>
        <p:spPr>
          <a:xfrm>
            <a:off x="13687425" y="419100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99" name="Line 99"/>
          <p:cNvSpPr/>
          <p:nvPr/>
        </p:nvSpPr>
        <p:spPr>
          <a:xfrm>
            <a:off x="13211175" y="1133475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00" name="Line 100"/>
          <p:cNvSpPr/>
          <p:nvPr/>
        </p:nvSpPr>
        <p:spPr>
          <a:xfrm>
            <a:off x="13925550" y="419100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01" name="Line 101"/>
          <p:cNvSpPr/>
          <p:nvPr/>
        </p:nvSpPr>
        <p:spPr>
          <a:xfrm>
            <a:off x="13211175" y="1371600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02" name="Line 102"/>
          <p:cNvSpPr/>
          <p:nvPr/>
        </p:nvSpPr>
        <p:spPr>
          <a:xfrm>
            <a:off x="14163675" y="419100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03" name="Rect 103"/>
          <p:cNvSpPr/>
          <p:nvPr/>
        </p:nvSpPr>
        <p:spPr>
          <a:xfrm>
            <a:off x="13289756" y="504825"/>
            <a:ext cx="952500" cy="95250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Rect 104"/>
          <p:cNvSpPr/>
          <p:nvPr/>
        </p:nvSpPr>
        <p:spPr>
          <a:xfrm>
            <a:off x="13289756" y="50482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Rect 105"/>
          <p:cNvSpPr/>
          <p:nvPr/>
        </p:nvSpPr>
        <p:spPr>
          <a:xfrm>
            <a:off x="13527881" y="50482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" name="Rect 106"/>
          <p:cNvSpPr/>
          <p:nvPr/>
        </p:nvSpPr>
        <p:spPr>
          <a:xfrm>
            <a:off x="13766006" y="504825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Rect 107"/>
          <p:cNvSpPr/>
          <p:nvPr/>
        </p:nvSpPr>
        <p:spPr>
          <a:xfrm>
            <a:off x="14004131" y="50482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" name="Rect 108"/>
          <p:cNvSpPr/>
          <p:nvPr/>
        </p:nvSpPr>
        <p:spPr>
          <a:xfrm>
            <a:off x="13289756" y="74295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" name="Rect 109"/>
          <p:cNvSpPr/>
          <p:nvPr/>
        </p:nvSpPr>
        <p:spPr>
          <a:xfrm>
            <a:off x="13527881" y="742950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" name="Rect 110"/>
          <p:cNvSpPr/>
          <p:nvPr/>
        </p:nvSpPr>
        <p:spPr>
          <a:xfrm>
            <a:off x="13766006" y="74295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" name="Rect 111"/>
          <p:cNvSpPr/>
          <p:nvPr/>
        </p:nvSpPr>
        <p:spPr>
          <a:xfrm>
            <a:off x="14004131" y="74295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Rect 112"/>
          <p:cNvSpPr/>
          <p:nvPr/>
        </p:nvSpPr>
        <p:spPr>
          <a:xfrm>
            <a:off x="13289756" y="981075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" name="Rect 113"/>
          <p:cNvSpPr/>
          <p:nvPr/>
        </p:nvSpPr>
        <p:spPr>
          <a:xfrm>
            <a:off x="13527881" y="98107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" name="Rect 114"/>
          <p:cNvSpPr/>
          <p:nvPr/>
        </p:nvSpPr>
        <p:spPr>
          <a:xfrm>
            <a:off x="13766006" y="98107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" name="Rect 115"/>
          <p:cNvSpPr/>
          <p:nvPr/>
        </p:nvSpPr>
        <p:spPr>
          <a:xfrm>
            <a:off x="14004131" y="981075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" name="Rect 116"/>
          <p:cNvSpPr/>
          <p:nvPr/>
        </p:nvSpPr>
        <p:spPr>
          <a:xfrm>
            <a:off x="13289756" y="121920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" name="Rect 117"/>
          <p:cNvSpPr/>
          <p:nvPr/>
        </p:nvSpPr>
        <p:spPr>
          <a:xfrm>
            <a:off x="13527881" y="121920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" name="Rect 118"/>
          <p:cNvSpPr/>
          <p:nvPr/>
        </p:nvSpPr>
        <p:spPr>
          <a:xfrm>
            <a:off x="13766006" y="1219200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" name="Rect 119"/>
          <p:cNvSpPr/>
          <p:nvPr/>
        </p:nvSpPr>
        <p:spPr>
          <a:xfrm>
            <a:off x="14004131" y="121920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" name="Line 120"/>
          <p:cNvSpPr/>
          <p:nvPr/>
        </p:nvSpPr>
        <p:spPr>
          <a:xfrm>
            <a:off x="13289756" y="504825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21" name="Line 121"/>
          <p:cNvSpPr/>
          <p:nvPr/>
        </p:nvSpPr>
        <p:spPr>
          <a:xfrm>
            <a:off x="13289756" y="504825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22" name="Line 122"/>
          <p:cNvSpPr/>
          <p:nvPr/>
        </p:nvSpPr>
        <p:spPr>
          <a:xfrm>
            <a:off x="13289756" y="742950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23" name="Line 123"/>
          <p:cNvSpPr/>
          <p:nvPr/>
        </p:nvSpPr>
        <p:spPr>
          <a:xfrm>
            <a:off x="13527881" y="504825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24" name="Line 124"/>
          <p:cNvSpPr/>
          <p:nvPr/>
        </p:nvSpPr>
        <p:spPr>
          <a:xfrm>
            <a:off x="13289756" y="981075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25" name="Line 125"/>
          <p:cNvSpPr/>
          <p:nvPr/>
        </p:nvSpPr>
        <p:spPr>
          <a:xfrm>
            <a:off x="13766006" y="504825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26" name="Line 126"/>
          <p:cNvSpPr/>
          <p:nvPr/>
        </p:nvSpPr>
        <p:spPr>
          <a:xfrm>
            <a:off x="13289756" y="1219200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27" name="Line 127"/>
          <p:cNvSpPr/>
          <p:nvPr/>
        </p:nvSpPr>
        <p:spPr>
          <a:xfrm>
            <a:off x="14004131" y="504825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28" name="Line 128"/>
          <p:cNvSpPr/>
          <p:nvPr/>
        </p:nvSpPr>
        <p:spPr>
          <a:xfrm>
            <a:off x="13289756" y="1457325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29" name="Line 129"/>
          <p:cNvSpPr/>
          <p:nvPr/>
        </p:nvSpPr>
        <p:spPr>
          <a:xfrm>
            <a:off x="14242256" y="504825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30" name="Rect 130"/>
          <p:cNvSpPr/>
          <p:nvPr/>
        </p:nvSpPr>
        <p:spPr>
          <a:xfrm>
            <a:off x="13368338" y="590550"/>
            <a:ext cx="952500" cy="95250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" name="Rect 131"/>
          <p:cNvSpPr/>
          <p:nvPr/>
        </p:nvSpPr>
        <p:spPr>
          <a:xfrm>
            <a:off x="13368338" y="59055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" name="Rect 132"/>
          <p:cNvSpPr/>
          <p:nvPr/>
        </p:nvSpPr>
        <p:spPr>
          <a:xfrm>
            <a:off x="13606462" y="590550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" name="Rect 133"/>
          <p:cNvSpPr/>
          <p:nvPr/>
        </p:nvSpPr>
        <p:spPr>
          <a:xfrm>
            <a:off x="13844588" y="59055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" name="Rect 134"/>
          <p:cNvSpPr/>
          <p:nvPr/>
        </p:nvSpPr>
        <p:spPr>
          <a:xfrm>
            <a:off x="14082713" y="59055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" name="Rect 135"/>
          <p:cNvSpPr/>
          <p:nvPr/>
        </p:nvSpPr>
        <p:spPr>
          <a:xfrm>
            <a:off x="13368338" y="828675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" name="Rect 136"/>
          <p:cNvSpPr/>
          <p:nvPr/>
        </p:nvSpPr>
        <p:spPr>
          <a:xfrm>
            <a:off x="13606462" y="82867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" name="Rect 137"/>
          <p:cNvSpPr/>
          <p:nvPr/>
        </p:nvSpPr>
        <p:spPr>
          <a:xfrm>
            <a:off x="13844588" y="82867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" name="Rect 138"/>
          <p:cNvSpPr/>
          <p:nvPr/>
        </p:nvSpPr>
        <p:spPr>
          <a:xfrm>
            <a:off x="14082713" y="828675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" name="Rect 139"/>
          <p:cNvSpPr/>
          <p:nvPr/>
        </p:nvSpPr>
        <p:spPr>
          <a:xfrm>
            <a:off x="13368338" y="106680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" name="Rect 140"/>
          <p:cNvSpPr/>
          <p:nvPr/>
        </p:nvSpPr>
        <p:spPr>
          <a:xfrm>
            <a:off x="13606462" y="106680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" name="Rect 141"/>
          <p:cNvSpPr/>
          <p:nvPr/>
        </p:nvSpPr>
        <p:spPr>
          <a:xfrm>
            <a:off x="13844588" y="1066800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" name="Rect 142"/>
          <p:cNvSpPr/>
          <p:nvPr/>
        </p:nvSpPr>
        <p:spPr>
          <a:xfrm>
            <a:off x="14082713" y="106680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" name="Rect 143"/>
          <p:cNvSpPr/>
          <p:nvPr/>
        </p:nvSpPr>
        <p:spPr>
          <a:xfrm>
            <a:off x="13368338" y="130492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" name="Rect 144"/>
          <p:cNvSpPr/>
          <p:nvPr/>
        </p:nvSpPr>
        <p:spPr>
          <a:xfrm>
            <a:off x="13606462" y="1304925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" name="Rect 145"/>
          <p:cNvSpPr/>
          <p:nvPr/>
        </p:nvSpPr>
        <p:spPr>
          <a:xfrm>
            <a:off x="13844588" y="130492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" name="Rect 146"/>
          <p:cNvSpPr/>
          <p:nvPr/>
        </p:nvSpPr>
        <p:spPr>
          <a:xfrm>
            <a:off x="14082713" y="130492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" name="Line 147"/>
          <p:cNvSpPr/>
          <p:nvPr/>
        </p:nvSpPr>
        <p:spPr>
          <a:xfrm>
            <a:off x="13368338" y="590550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48" name="Line 148"/>
          <p:cNvSpPr/>
          <p:nvPr/>
        </p:nvSpPr>
        <p:spPr>
          <a:xfrm>
            <a:off x="13368338" y="590550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49" name="Line 149"/>
          <p:cNvSpPr/>
          <p:nvPr/>
        </p:nvSpPr>
        <p:spPr>
          <a:xfrm>
            <a:off x="13368338" y="828675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50" name="Line 150"/>
          <p:cNvSpPr/>
          <p:nvPr/>
        </p:nvSpPr>
        <p:spPr>
          <a:xfrm>
            <a:off x="13606462" y="590550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51" name="Line 151"/>
          <p:cNvSpPr/>
          <p:nvPr/>
        </p:nvSpPr>
        <p:spPr>
          <a:xfrm>
            <a:off x="13368338" y="1066800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52" name="Line 152"/>
          <p:cNvSpPr/>
          <p:nvPr/>
        </p:nvSpPr>
        <p:spPr>
          <a:xfrm>
            <a:off x="13844588" y="590550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53" name="Line 153"/>
          <p:cNvSpPr/>
          <p:nvPr/>
        </p:nvSpPr>
        <p:spPr>
          <a:xfrm>
            <a:off x="13368338" y="1304925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54" name="Line 154"/>
          <p:cNvSpPr/>
          <p:nvPr/>
        </p:nvSpPr>
        <p:spPr>
          <a:xfrm>
            <a:off x="14082713" y="590550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55" name="Line 155"/>
          <p:cNvSpPr/>
          <p:nvPr/>
        </p:nvSpPr>
        <p:spPr>
          <a:xfrm>
            <a:off x="13368338" y="1543050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56" name="Line 156"/>
          <p:cNvSpPr/>
          <p:nvPr/>
        </p:nvSpPr>
        <p:spPr>
          <a:xfrm>
            <a:off x="14320838" y="590550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57" name="Rect 157"/>
          <p:cNvSpPr/>
          <p:nvPr/>
        </p:nvSpPr>
        <p:spPr>
          <a:xfrm>
            <a:off x="13446919" y="676275"/>
            <a:ext cx="952500" cy="95250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" name="Rect 158"/>
          <p:cNvSpPr/>
          <p:nvPr/>
        </p:nvSpPr>
        <p:spPr>
          <a:xfrm>
            <a:off x="13446919" y="676275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9" name="Rect 159"/>
          <p:cNvSpPr/>
          <p:nvPr/>
        </p:nvSpPr>
        <p:spPr>
          <a:xfrm>
            <a:off x="13685044" y="67627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0" name="Rect 160"/>
          <p:cNvSpPr/>
          <p:nvPr/>
        </p:nvSpPr>
        <p:spPr>
          <a:xfrm>
            <a:off x="13923169" y="67627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1" name="Rect 161"/>
          <p:cNvSpPr/>
          <p:nvPr/>
        </p:nvSpPr>
        <p:spPr>
          <a:xfrm>
            <a:off x="14161294" y="676275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62" name="Rect 162"/>
          <p:cNvSpPr/>
          <p:nvPr/>
        </p:nvSpPr>
        <p:spPr>
          <a:xfrm>
            <a:off x="13446919" y="91440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3" name="Rect 163"/>
          <p:cNvSpPr/>
          <p:nvPr/>
        </p:nvSpPr>
        <p:spPr>
          <a:xfrm>
            <a:off x="13685044" y="91440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4" name="Rect 164"/>
          <p:cNvSpPr/>
          <p:nvPr/>
        </p:nvSpPr>
        <p:spPr>
          <a:xfrm>
            <a:off x="13923169" y="914400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" name="Rect 165"/>
          <p:cNvSpPr/>
          <p:nvPr/>
        </p:nvSpPr>
        <p:spPr>
          <a:xfrm>
            <a:off x="14161294" y="91440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6" name="Rect 166"/>
          <p:cNvSpPr/>
          <p:nvPr/>
        </p:nvSpPr>
        <p:spPr>
          <a:xfrm>
            <a:off x="13446919" y="115252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7" name="Rect 167"/>
          <p:cNvSpPr/>
          <p:nvPr/>
        </p:nvSpPr>
        <p:spPr>
          <a:xfrm>
            <a:off x="13685044" y="1152525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68" name="Rect 168"/>
          <p:cNvSpPr/>
          <p:nvPr/>
        </p:nvSpPr>
        <p:spPr>
          <a:xfrm>
            <a:off x="13923169" y="115252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9" name="Rect 169"/>
          <p:cNvSpPr/>
          <p:nvPr/>
        </p:nvSpPr>
        <p:spPr>
          <a:xfrm>
            <a:off x="14161294" y="115252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0" name="Rect 170"/>
          <p:cNvSpPr/>
          <p:nvPr/>
        </p:nvSpPr>
        <p:spPr>
          <a:xfrm>
            <a:off x="13446919" y="1390650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1" name="Rect 171"/>
          <p:cNvSpPr/>
          <p:nvPr/>
        </p:nvSpPr>
        <p:spPr>
          <a:xfrm>
            <a:off x="13685044" y="139065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2" name="Rect 172"/>
          <p:cNvSpPr/>
          <p:nvPr/>
        </p:nvSpPr>
        <p:spPr>
          <a:xfrm>
            <a:off x="13923169" y="139065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3" name="Rect 173"/>
          <p:cNvSpPr/>
          <p:nvPr/>
        </p:nvSpPr>
        <p:spPr>
          <a:xfrm>
            <a:off x="14161294" y="1390650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4" name="Line 174"/>
          <p:cNvSpPr/>
          <p:nvPr/>
        </p:nvSpPr>
        <p:spPr>
          <a:xfrm>
            <a:off x="13446919" y="676275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75" name="Line 175"/>
          <p:cNvSpPr/>
          <p:nvPr/>
        </p:nvSpPr>
        <p:spPr>
          <a:xfrm>
            <a:off x="13446919" y="676275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76" name="Line 176"/>
          <p:cNvSpPr/>
          <p:nvPr/>
        </p:nvSpPr>
        <p:spPr>
          <a:xfrm>
            <a:off x="13446919" y="914400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77" name="Line 177"/>
          <p:cNvSpPr/>
          <p:nvPr/>
        </p:nvSpPr>
        <p:spPr>
          <a:xfrm>
            <a:off x="13685044" y="676275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78" name="Line 178"/>
          <p:cNvSpPr/>
          <p:nvPr/>
        </p:nvSpPr>
        <p:spPr>
          <a:xfrm>
            <a:off x="13446919" y="1152525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79" name="Line 179"/>
          <p:cNvSpPr/>
          <p:nvPr/>
        </p:nvSpPr>
        <p:spPr>
          <a:xfrm>
            <a:off x="13923169" y="676275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80" name="Line 180"/>
          <p:cNvSpPr/>
          <p:nvPr/>
        </p:nvSpPr>
        <p:spPr>
          <a:xfrm>
            <a:off x="13446919" y="1390650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81" name="Line 181"/>
          <p:cNvSpPr/>
          <p:nvPr/>
        </p:nvSpPr>
        <p:spPr>
          <a:xfrm>
            <a:off x="14161294" y="676275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82" name="Line 182"/>
          <p:cNvSpPr/>
          <p:nvPr/>
        </p:nvSpPr>
        <p:spPr>
          <a:xfrm>
            <a:off x="13446919" y="1628775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83" name="Line 183"/>
          <p:cNvSpPr/>
          <p:nvPr/>
        </p:nvSpPr>
        <p:spPr>
          <a:xfrm>
            <a:off x="14399419" y="676275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84" name="Rect 184"/>
          <p:cNvSpPr/>
          <p:nvPr/>
        </p:nvSpPr>
        <p:spPr>
          <a:xfrm>
            <a:off x="13525500" y="762000"/>
            <a:ext cx="952500" cy="95250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85" name="Rect 185"/>
          <p:cNvSpPr/>
          <p:nvPr/>
        </p:nvSpPr>
        <p:spPr>
          <a:xfrm>
            <a:off x="13525500" y="762000"/>
            <a:ext cx="238125" cy="238125"/>
          </a:xfrm>
          <a:prstGeom prst="rect">
            <a:avLst/>
          </a:prstGeom>
          <a:solidFill>
            <a:srgbClr val="86C1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86" name="Rect 186"/>
          <p:cNvSpPr/>
          <p:nvPr/>
        </p:nvSpPr>
        <p:spPr>
          <a:xfrm>
            <a:off x="13763625" y="762000"/>
            <a:ext cx="238125" cy="238125"/>
          </a:xfrm>
          <a:prstGeom prst="rect">
            <a:avLst/>
          </a:prstGeom>
          <a:solidFill>
            <a:srgbClr val="B5DC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87" name="Rect 187"/>
          <p:cNvSpPr/>
          <p:nvPr/>
        </p:nvSpPr>
        <p:spPr>
          <a:xfrm>
            <a:off x="14001750" y="762000"/>
            <a:ext cx="238125" cy="238125"/>
          </a:xfrm>
          <a:prstGeom prst="rect">
            <a:avLst/>
          </a:prstGeom>
          <a:solidFill>
            <a:srgbClr val="E9F4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8" name="Rect 188"/>
          <p:cNvSpPr/>
          <p:nvPr/>
        </p:nvSpPr>
        <p:spPr>
          <a:xfrm>
            <a:off x="14239875" y="762000"/>
            <a:ext cx="238125" cy="238125"/>
          </a:xfrm>
          <a:prstGeom prst="rect">
            <a:avLst/>
          </a:prstGeom>
          <a:solidFill>
            <a:srgbClr val="2C8D90"/>
          </a:solidFill>
          <a:ln>
            <a:noFill/>
          </a:ln>
        </p:spPr>
        <p:txBody>
          <a:bodyPr/>
          <a:lstStyle/>
          <a:p/>
        </p:txBody>
      </p:sp>
      <p:sp>
        <p:nvSpPr>
          <p:cNvPr id="189" name="Rect 189"/>
          <p:cNvSpPr/>
          <p:nvPr/>
        </p:nvSpPr>
        <p:spPr>
          <a:xfrm>
            <a:off x="13525500" y="1000125"/>
            <a:ext cx="238125" cy="238125"/>
          </a:xfrm>
          <a:prstGeom prst="rect">
            <a:avLst/>
          </a:prstGeom>
          <a:solidFill>
            <a:srgbClr val="61ADA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0" name="Rect 190"/>
          <p:cNvSpPr/>
          <p:nvPr/>
        </p:nvSpPr>
        <p:spPr>
          <a:xfrm>
            <a:off x="13763625" y="1000125"/>
            <a:ext cx="238125" cy="238125"/>
          </a:xfrm>
          <a:prstGeom prst="rect">
            <a:avLst/>
          </a:prstGeom>
          <a:solidFill>
            <a:srgbClr val="AAD7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91" name="Rect 191"/>
          <p:cNvSpPr/>
          <p:nvPr/>
        </p:nvSpPr>
        <p:spPr>
          <a:xfrm>
            <a:off x="14001750" y="1000125"/>
            <a:ext cx="238125" cy="238125"/>
          </a:xfrm>
          <a:prstGeom prst="rect">
            <a:avLst/>
          </a:prstGeom>
          <a:solidFill>
            <a:srgbClr val="E0EF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2" name="Rect 192"/>
          <p:cNvSpPr/>
          <p:nvPr/>
        </p:nvSpPr>
        <p:spPr>
          <a:xfrm>
            <a:off x="14239875" y="1000125"/>
            <a:ext cx="238125" cy="238125"/>
          </a:xfrm>
          <a:prstGeom prst="rect">
            <a:avLst/>
          </a:prstGeom>
          <a:solidFill>
            <a:srgbClr val="B0D9D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3" name="Rect 193"/>
          <p:cNvSpPr/>
          <p:nvPr/>
        </p:nvSpPr>
        <p:spPr>
          <a:xfrm>
            <a:off x="13525500" y="1238250"/>
            <a:ext cx="238125" cy="238125"/>
          </a:xfrm>
          <a:prstGeom prst="rect">
            <a:avLst/>
          </a:prstGeom>
          <a:solidFill>
            <a:srgbClr val="B3DAD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4" name="Rect 194"/>
          <p:cNvSpPr/>
          <p:nvPr/>
        </p:nvSpPr>
        <p:spPr>
          <a:xfrm>
            <a:off x="13763625" y="1238250"/>
            <a:ext cx="238125" cy="238125"/>
          </a:xfrm>
          <a:prstGeom prst="rect">
            <a:avLst/>
          </a:prstGeom>
          <a:solidFill>
            <a:srgbClr val="E4F2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95" name="Rect 195"/>
          <p:cNvSpPr/>
          <p:nvPr/>
        </p:nvSpPr>
        <p:spPr>
          <a:xfrm>
            <a:off x="14001750" y="1238250"/>
            <a:ext cx="238125" cy="238125"/>
          </a:xfrm>
          <a:prstGeom prst="rect">
            <a:avLst/>
          </a:prstGeom>
          <a:solidFill>
            <a:srgbClr val="54A7A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6" name="Rect 196"/>
          <p:cNvSpPr/>
          <p:nvPr/>
        </p:nvSpPr>
        <p:spPr>
          <a:xfrm>
            <a:off x="14239875" y="1238250"/>
            <a:ext cx="238125" cy="238125"/>
          </a:xfrm>
          <a:prstGeom prst="rect">
            <a:avLst/>
          </a:prstGeom>
          <a:solidFill>
            <a:srgbClr val="DFEF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7" name="Rect 197"/>
          <p:cNvSpPr/>
          <p:nvPr/>
        </p:nvSpPr>
        <p:spPr>
          <a:xfrm>
            <a:off x="13525500" y="1476375"/>
            <a:ext cx="238125" cy="238125"/>
          </a:xfrm>
          <a:prstGeom prst="rect">
            <a:avLst/>
          </a:prstGeom>
          <a:solidFill>
            <a:srgbClr val="AFD9D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8" name="Rect 198"/>
          <p:cNvSpPr/>
          <p:nvPr/>
        </p:nvSpPr>
        <p:spPr>
          <a:xfrm>
            <a:off x="13763625" y="1476375"/>
            <a:ext cx="238125" cy="238125"/>
          </a:xfrm>
          <a:prstGeom prst="rect">
            <a:avLst/>
          </a:prstGeom>
          <a:solidFill>
            <a:srgbClr val="52A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9" name="Rect 199"/>
          <p:cNvSpPr/>
          <p:nvPr/>
        </p:nvSpPr>
        <p:spPr>
          <a:xfrm>
            <a:off x="14001750" y="1476375"/>
            <a:ext cx="238125" cy="238125"/>
          </a:xfrm>
          <a:prstGeom prst="rect">
            <a:avLst/>
          </a:prstGeom>
          <a:solidFill>
            <a:srgbClr val="E3F1F2"/>
          </a:solidFill>
          <a:ln>
            <a:noFill/>
          </a:ln>
        </p:spPr>
        <p:txBody>
          <a:bodyPr/>
          <a:lstStyle/>
          <a:p/>
        </p:txBody>
      </p:sp>
      <p:sp>
        <p:nvSpPr>
          <p:cNvPr id="200" name="Rect 200"/>
          <p:cNvSpPr/>
          <p:nvPr/>
        </p:nvSpPr>
        <p:spPr>
          <a:xfrm>
            <a:off x="14239875" y="1476375"/>
            <a:ext cx="238125" cy="238125"/>
          </a:xfrm>
          <a:prstGeom prst="rect">
            <a:avLst/>
          </a:prstGeom>
          <a:solidFill>
            <a:srgbClr val="58A9A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Line 201"/>
          <p:cNvSpPr/>
          <p:nvPr/>
        </p:nvSpPr>
        <p:spPr>
          <a:xfrm>
            <a:off x="13525500" y="762000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02" name="Line 202"/>
          <p:cNvSpPr/>
          <p:nvPr/>
        </p:nvSpPr>
        <p:spPr>
          <a:xfrm>
            <a:off x="13525500" y="762000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03" name="Line 203"/>
          <p:cNvSpPr/>
          <p:nvPr/>
        </p:nvSpPr>
        <p:spPr>
          <a:xfrm>
            <a:off x="13525500" y="1000125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04" name="Line 204"/>
          <p:cNvSpPr/>
          <p:nvPr/>
        </p:nvSpPr>
        <p:spPr>
          <a:xfrm>
            <a:off x="13763625" y="762000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05" name="Line 205"/>
          <p:cNvSpPr/>
          <p:nvPr/>
        </p:nvSpPr>
        <p:spPr>
          <a:xfrm>
            <a:off x="13525500" y="1238250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06" name="Line 206"/>
          <p:cNvSpPr/>
          <p:nvPr/>
        </p:nvSpPr>
        <p:spPr>
          <a:xfrm>
            <a:off x="14001750" y="762000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07" name="Line 207"/>
          <p:cNvSpPr/>
          <p:nvPr/>
        </p:nvSpPr>
        <p:spPr>
          <a:xfrm>
            <a:off x="13525500" y="1476375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08" name="Line 208"/>
          <p:cNvSpPr/>
          <p:nvPr/>
        </p:nvSpPr>
        <p:spPr>
          <a:xfrm>
            <a:off x="14239875" y="762000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09" name="Line 209"/>
          <p:cNvSpPr/>
          <p:nvPr/>
        </p:nvSpPr>
        <p:spPr>
          <a:xfrm>
            <a:off x="13525500" y="1714500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10" name="Line 210"/>
          <p:cNvSpPr/>
          <p:nvPr/>
        </p:nvSpPr>
        <p:spPr>
          <a:xfrm>
            <a:off x="14478000" y="762000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11" name="Rect 211"/>
          <p:cNvSpPr/>
          <p:nvPr/>
        </p:nvSpPr>
        <p:spPr>
          <a:xfrm>
            <a:off x="15744825" y="647700"/>
            <a:ext cx="942975" cy="942975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12" name="Rect 212"/>
          <p:cNvSpPr/>
          <p:nvPr/>
        </p:nvSpPr>
        <p:spPr>
          <a:xfrm>
            <a:off x="15744825" y="647700"/>
            <a:ext cx="235744" cy="235744"/>
          </a:xfrm>
          <a:prstGeom prst="rect">
            <a:avLst/>
          </a:prstGeom>
          <a:solidFill>
            <a:srgbClr val="92CAC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3" name="Rect 213"/>
          <p:cNvSpPr/>
          <p:nvPr/>
        </p:nvSpPr>
        <p:spPr>
          <a:xfrm>
            <a:off x="15980569" y="647700"/>
            <a:ext cx="235744" cy="235744"/>
          </a:xfrm>
          <a:prstGeom prst="rect">
            <a:avLst/>
          </a:prstGeom>
          <a:solidFill>
            <a:srgbClr val="E5F3F3"/>
          </a:solidFill>
          <a:ln>
            <a:noFill/>
          </a:ln>
        </p:spPr>
        <p:txBody>
          <a:bodyPr/>
          <a:lstStyle/>
          <a:p/>
        </p:txBody>
      </p:sp>
      <p:sp>
        <p:nvSpPr>
          <p:cNvPr id="214" name="Rect 214"/>
          <p:cNvSpPr/>
          <p:nvPr/>
        </p:nvSpPr>
        <p:spPr>
          <a:xfrm>
            <a:off x="16216312" y="647700"/>
            <a:ext cx="235744" cy="235744"/>
          </a:xfrm>
          <a:prstGeom prst="rect">
            <a:avLst/>
          </a:prstGeom>
          <a:solidFill>
            <a:srgbClr val="DDEEE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5" name="Rect 215"/>
          <p:cNvSpPr/>
          <p:nvPr/>
        </p:nvSpPr>
        <p:spPr>
          <a:xfrm>
            <a:off x="16452056" y="647700"/>
            <a:ext cx="235744" cy="235744"/>
          </a:xfrm>
          <a:prstGeom prst="rect">
            <a:avLst/>
          </a:prstGeom>
          <a:solidFill>
            <a:srgbClr val="248489"/>
          </a:solidFill>
          <a:ln>
            <a:noFill/>
          </a:ln>
        </p:spPr>
        <p:txBody>
          <a:bodyPr/>
          <a:lstStyle/>
          <a:p/>
        </p:txBody>
      </p:sp>
      <p:sp>
        <p:nvSpPr>
          <p:cNvPr id="216" name="Rect 216"/>
          <p:cNvSpPr/>
          <p:nvPr/>
        </p:nvSpPr>
        <p:spPr>
          <a:xfrm>
            <a:off x="15744825" y="883444"/>
            <a:ext cx="235744" cy="235744"/>
          </a:xfrm>
          <a:prstGeom prst="rect">
            <a:avLst/>
          </a:prstGeom>
          <a:solidFill>
            <a:srgbClr val="70B7B8"/>
          </a:solidFill>
          <a:ln>
            <a:noFill/>
          </a:ln>
        </p:spPr>
        <p:txBody>
          <a:bodyPr/>
          <a:lstStyle/>
          <a:p/>
        </p:txBody>
      </p:sp>
      <p:sp>
        <p:nvSpPr>
          <p:cNvPr id="217" name="Rect 217"/>
          <p:cNvSpPr/>
          <p:nvPr/>
        </p:nvSpPr>
        <p:spPr>
          <a:xfrm>
            <a:off x="15980569" y="883444"/>
            <a:ext cx="235744" cy="235744"/>
          </a:xfrm>
          <a:prstGeom prst="rect">
            <a:avLst/>
          </a:prstGeom>
          <a:solidFill>
            <a:srgbClr val="90C9C9"/>
          </a:solidFill>
          <a:ln>
            <a:noFill/>
          </a:ln>
        </p:spPr>
        <p:txBody>
          <a:bodyPr/>
          <a:lstStyle/>
          <a:p/>
        </p:txBody>
      </p:sp>
      <p:sp>
        <p:nvSpPr>
          <p:cNvPr id="218" name="Rect 218"/>
          <p:cNvSpPr/>
          <p:nvPr/>
        </p:nvSpPr>
        <p:spPr>
          <a:xfrm>
            <a:off x="16216312" y="883444"/>
            <a:ext cx="235744" cy="235744"/>
          </a:xfrm>
          <a:prstGeom prst="rect">
            <a:avLst/>
          </a:prstGeom>
          <a:solidFill>
            <a:srgbClr val="E4F2F3"/>
          </a:solidFill>
          <a:ln>
            <a:noFill/>
          </a:ln>
        </p:spPr>
        <p:txBody>
          <a:bodyPr/>
          <a:lstStyle/>
          <a:p/>
        </p:txBody>
      </p:sp>
      <p:sp>
        <p:nvSpPr>
          <p:cNvPr id="219" name="Rect 219"/>
          <p:cNvSpPr/>
          <p:nvPr/>
        </p:nvSpPr>
        <p:spPr>
          <a:xfrm>
            <a:off x="16452056" y="883444"/>
            <a:ext cx="235744" cy="235744"/>
          </a:xfrm>
          <a:prstGeom prst="rect">
            <a:avLst/>
          </a:prstGeom>
          <a:solidFill>
            <a:srgbClr val="B1DAD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" name="Rect 220"/>
          <p:cNvSpPr/>
          <p:nvPr/>
        </p:nvSpPr>
        <p:spPr>
          <a:xfrm>
            <a:off x="15744825" y="1119188"/>
            <a:ext cx="235744" cy="235744"/>
          </a:xfrm>
          <a:prstGeom prst="rect">
            <a:avLst/>
          </a:prstGeom>
          <a:solidFill>
            <a:srgbClr val="B7DCD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" name="Rect 221"/>
          <p:cNvSpPr/>
          <p:nvPr/>
        </p:nvSpPr>
        <p:spPr>
          <a:xfrm>
            <a:off x="15980569" y="1119188"/>
            <a:ext cx="235744" cy="235744"/>
          </a:xfrm>
          <a:prstGeom prst="rect">
            <a:avLst/>
          </a:prstGeom>
          <a:solidFill>
            <a:srgbClr val="A4D3D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" name="Rect 222"/>
          <p:cNvSpPr/>
          <p:nvPr/>
        </p:nvSpPr>
        <p:spPr>
          <a:xfrm>
            <a:off x="16216312" y="1119188"/>
            <a:ext cx="235744" cy="235744"/>
          </a:xfrm>
          <a:prstGeom prst="rect">
            <a:avLst/>
          </a:prstGeom>
          <a:solidFill>
            <a:srgbClr val="66B1B3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" name="Rect 223"/>
          <p:cNvSpPr/>
          <p:nvPr/>
        </p:nvSpPr>
        <p:spPr>
          <a:xfrm>
            <a:off x="16452056" y="1119188"/>
            <a:ext cx="235744" cy="235744"/>
          </a:xfrm>
          <a:prstGeom prst="rect">
            <a:avLst/>
          </a:prstGeom>
          <a:solidFill>
            <a:srgbClr val="DE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4" name="Rect 224"/>
          <p:cNvSpPr/>
          <p:nvPr/>
        </p:nvSpPr>
        <p:spPr>
          <a:xfrm>
            <a:off x="15744825" y="1354931"/>
            <a:ext cx="235744" cy="235744"/>
          </a:xfrm>
          <a:prstGeom prst="rect">
            <a:avLst/>
          </a:prstGeom>
          <a:solidFill>
            <a:srgbClr val="A0D1D3"/>
          </a:solidFill>
          <a:ln>
            <a:noFill/>
          </a:ln>
        </p:spPr>
        <p:txBody>
          <a:bodyPr/>
          <a:lstStyle/>
          <a:p/>
        </p:txBody>
      </p:sp>
      <p:sp>
        <p:nvSpPr>
          <p:cNvPr id="225" name="Rect 225"/>
          <p:cNvSpPr/>
          <p:nvPr/>
        </p:nvSpPr>
        <p:spPr>
          <a:xfrm>
            <a:off x="15980569" y="1354931"/>
            <a:ext cx="235744" cy="235744"/>
          </a:xfrm>
          <a:prstGeom prst="rect">
            <a:avLst/>
          </a:prstGeom>
          <a:solidFill>
            <a:srgbClr val="F2F9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26" name="Rect 226"/>
          <p:cNvSpPr/>
          <p:nvPr/>
        </p:nvSpPr>
        <p:spPr>
          <a:xfrm>
            <a:off x="16216312" y="1354931"/>
            <a:ext cx="235744" cy="235744"/>
          </a:xfrm>
          <a:prstGeom prst="rect">
            <a:avLst/>
          </a:prstGeom>
          <a:solidFill>
            <a:srgbClr val="92C9C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7" name="Rect 227"/>
          <p:cNvSpPr/>
          <p:nvPr/>
        </p:nvSpPr>
        <p:spPr>
          <a:xfrm>
            <a:off x="16452056" y="1354931"/>
            <a:ext cx="235744" cy="235744"/>
          </a:xfrm>
          <a:prstGeom prst="rect">
            <a:avLst/>
          </a:prstGeom>
          <a:solidFill>
            <a:srgbClr val="A4D3D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8" name="Polygon 228"/>
          <p:cNvSpPr/>
          <p:nvPr/>
        </p:nvSpPr>
        <p:spPr>
          <a:xfrm>
            <a:off x="14668500" y="1057275"/>
            <a:ext cx="895350" cy="1428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2672"/>
                </a:moveTo>
                <a:lnTo>
                  <a:pt x="17694" y="12672"/>
                </a:lnTo>
                <a:lnTo>
                  <a:pt x="17694" y="21600"/>
                </a:lnTo>
                <a:lnTo>
                  <a:pt x="21600" y="10800"/>
                </a:lnTo>
                <a:lnTo>
                  <a:pt x="17694" y="0"/>
                </a:lnTo>
                <a:lnTo>
                  <a:pt x="17694" y="8928"/>
                </a:lnTo>
                <a:lnTo>
                  <a:pt x="0" y="8928"/>
                </a:lnTo>
                <a:close/>
              </a:path>
            </a:pathLst>
          </a:custGeom>
          <a:solidFill>
            <a:srgbClr val="117E8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9" name="Polygon 229"/>
          <p:cNvSpPr/>
          <p:nvPr/>
        </p:nvSpPr>
        <p:spPr>
          <a:xfrm>
            <a:off x="14346079" y="1704975"/>
            <a:ext cx="1883092" cy="5715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305" y="0"/>
                </a:moveTo>
                <a:lnTo>
                  <a:pt x="21305" y="8639"/>
                </a:lnTo>
                <a:lnTo>
                  <a:pt x="21300" y="9189"/>
                </a:lnTo>
                <a:lnTo>
                  <a:pt x="21283" y="9683"/>
                </a:lnTo>
                <a:lnTo>
                  <a:pt x="21257" y="10123"/>
                </a:lnTo>
                <a:lnTo>
                  <a:pt x="21220" y="10512"/>
                </a:lnTo>
                <a:lnTo>
                  <a:pt x="21175" y="10852"/>
                </a:lnTo>
                <a:lnTo>
                  <a:pt x="21119" y="11148"/>
                </a:lnTo>
                <a:lnTo>
                  <a:pt x="21054" y="11407"/>
                </a:lnTo>
                <a:lnTo>
                  <a:pt x="20979" y="11634"/>
                </a:lnTo>
                <a:lnTo>
                  <a:pt x="20891" y="11832"/>
                </a:lnTo>
                <a:lnTo>
                  <a:pt x="20790" y="12003"/>
                </a:lnTo>
                <a:lnTo>
                  <a:pt x="20674" y="12149"/>
                </a:lnTo>
                <a:lnTo>
                  <a:pt x="20544" y="12267"/>
                </a:lnTo>
                <a:lnTo>
                  <a:pt x="20398" y="12359"/>
                </a:lnTo>
                <a:lnTo>
                  <a:pt x="20236" y="12423"/>
                </a:lnTo>
                <a:lnTo>
                  <a:pt x="20060" y="12462"/>
                </a:lnTo>
                <a:lnTo>
                  <a:pt x="19868" y="12474"/>
                </a:lnTo>
                <a:lnTo>
                  <a:pt x="1513" y="12474"/>
                </a:lnTo>
                <a:lnTo>
                  <a:pt x="1327" y="12492"/>
                </a:lnTo>
                <a:lnTo>
                  <a:pt x="1153" y="12546"/>
                </a:lnTo>
                <a:lnTo>
                  <a:pt x="990" y="12640"/>
                </a:lnTo>
                <a:lnTo>
                  <a:pt x="840" y="12773"/>
                </a:lnTo>
                <a:lnTo>
                  <a:pt x="700" y="12950"/>
                </a:lnTo>
                <a:lnTo>
                  <a:pt x="572" y="13171"/>
                </a:lnTo>
                <a:lnTo>
                  <a:pt x="457" y="13439"/>
                </a:lnTo>
                <a:lnTo>
                  <a:pt x="354" y="13752"/>
                </a:lnTo>
                <a:lnTo>
                  <a:pt x="265" y="14108"/>
                </a:lnTo>
                <a:lnTo>
                  <a:pt x="191" y="14505"/>
                </a:lnTo>
                <a:lnTo>
                  <a:pt x="129" y="14939"/>
                </a:lnTo>
                <a:lnTo>
                  <a:pt x="81" y="15408"/>
                </a:lnTo>
                <a:lnTo>
                  <a:pt x="44" y="15913"/>
                </a:lnTo>
                <a:lnTo>
                  <a:pt x="19" y="16452"/>
                </a:lnTo>
                <a:lnTo>
                  <a:pt x="5" y="17028"/>
                </a:lnTo>
                <a:lnTo>
                  <a:pt x="0" y="17638"/>
                </a:lnTo>
                <a:lnTo>
                  <a:pt x="0" y="21600"/>
                </a:lnTo>
                <a:lnTo>
                  <a:pt x="295" y="21600"/>
                </a:lnTo>
                <a:lnTo>
                  <a:pt x="295" y="17642"/>
                </a:lnTo>
                <a:lnTo>
                  <a:pt x="299" y="17079"/>
                </a:lnTo>
                <a:lnTo>
                  <a:pt x="312" y="16565"/>
                </a:lnTo>
                <a:lnTo>
                  <a:pt x="334" y="16097"/>
                </a:lnTo>
                <a:lnTo>
                  <a:pt x="364" y="15676"/>
                </a:lnTo>
                <a:lnTo>
                  <a:pt x="403" y="15299"/>
                </a:lnTo>
                <a:lnTo>
                  <a:pt x="450" y="14966"/>
                </a:lnTo>
                <a:lnTo>
                  <a:pt x="505" y="14674"/>
                </a:lnTo>
                <a:lnTo>
                  <a:pt x="569" y="14418"/>
                </a:lnTo>
                <a:lnTo>
                  <a:pt x="642" y="14195"/>
                </a:lnTo>
                <a:lnTo>
                  <a:pt x="726" y="14002"/>
                </a:lnTo>
                <a:lnTo>
                  <a:pt x="821" y="13836"/>
                </a:lnTo>
                <a:lnTo>
                  <a:pt x="930" y="13698"/>
                </a:lnTo>
                <a:lnTo>
                  <a:pt x="1054" y="13589"/>
                </a:lnTo>
                <a:lnTo>
                  <a:pt x="1192" y="13510"/>
                </a:lnTo>
                <a:lnTo>
                  <a:pt x="1345" y="13462"/>
                </a:lnTo>
                <a:lnTo>
                  <a:pt x="1513" y="13446"/>
                </a:lnTo>
                <a:lnTo>
                  <a:pt x="19868" y="13446"/>
                </a:lnTo>
                <a:lnTo>
                  <a:pt x="20072" y="13433"/>
                </a:lnTo>
                <a:lnTo>
                  <a:pt x="20264" y="13391"/>
                </a:lnTo>
                <a:lnTo>
                  <a:pt x="20443" y="13319"/>
                </a:lnTo>
                <a:lnTo>
                  <a:pt x="20610" y="13214"/>
                </a:lnTo>
                <a:lnTo>
                  <a:pt x="20766" y="13073"/>
                </a:lnTo>
                <a:lnTo>
                  <a:pt x="20910" y="12891"/>
                </a:lnTo>
                <a:lnTo>
                  <a:pt x="21042" y="12667"/>
                </a:lnTo>
                <a:lnTo>
                  <a:pt x="21162" y="12396"/>
                </a:lnTo>
                <a:lnTo>
                  <a:pt x="21268" y="12078"/>
                </a:lnTo>
                <a:lnTo>
                  <a:pt x="21359" y="11713"/>
                </a:lnTo>
                <a:lnTo>
                  <a:pt x="21436" y="11304"/>
                </a:lnTo>
                <a:lnTo>
                  <a:pt x="21497" y="10852"/>
                </a:lnTo>
                <a:lnTo>
                  <a:pt x="21543" y="10360"/>
                </a:lnTo>
                <a:lnTo>
                  <a:pt x="21575" y="9829"/>
                </a:lnTo>
                <a:lnTo>
                  <a:pt x="21594" y="9256"/>
                </a:lnTo>
                <a:lnTo>
                  <a:pt x="21600" y="8641"/>
                </a:lnTo>
                <a:lnTo>
                  <a:pt x="21600" y="0"/>
                </a:lnTo>
                <a:close/>
              </a:path>
            </a:pathLst>
          </a:custGeom>
          <a:solidFill>
            <a:srgbClr val="117E8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0" name="Line 230"/>
          <p:cNvSpPr/>
          <p:nvPr/>
        </p:nvSpPr>
        <p:spPr>
          <a:xfrm>
            <a:off x="15744825" y="647700"/>
            <a:ext cx="942975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31" name="Line 231"/>
          <p:cNvSpPr/>
          <p:nvPr/>
        </p:nvSpPr>
        <p:spPr>
          <a:xfrm>
            <a:off x="15744825" y="647700"/>
            <a:ext cx="0" cy="942975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32" name="Line 232"/>
          <p:cNvSpPr/>
          <p:nvPr/>
        </p:nvSpPr>
        <p:spPr>
          <a:xfrm>
            <a:off x="15744825" y="883444"/>
            <a:ext cx="942975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33" name="Line 233"/>
          <p:cNvSpPr/>
          <p:nvPr/>
        </p:nvSpPr>
        <p:spPr>
          <a:xfrm>
            <a:off x="15980569" y="647700"/>
            <a:ext cx="0" cy="942975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34" name="Line 234"/>
          <p:cNvSpPr/>
          <p:nvPr/>
        </p:nvSpPr>
        <p:spPr>
          <a:xfrm>
            <a:off x="15744825" y="1119188"/>
            <a:ext cx="942975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35" name="Line 235"/>
          <p:cNvSpPr/>
          <p:nvPr/>
        </p:nvSpPr>
        <p:spPr>
          <a:xfrm>
            <a:off x="16216312" y="647700"/>
            <a:ext cx="0" cy="942975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36" name="Line 236"/>
          <p:cNvSpPr/>
          <p:nvPr/>
        </p:nvSpPr>
        <p:spPr>
          <a:xfrm>
            <a:off x="15744825" y="1354931"/>
            <a:ext cx="942975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37" name="Line 237"/>
          <p:cNvSpPr/>
          <p:nvPr/>
        </p:nvSpPr>
        <p:spPr>
          <a:xfrm>
            <a:off x="16452056" y="647700"/>
            <a:ext cx="0" cy="942975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38" name="Line 238"/>
          <p:cNvSpPr/>
          <p:nvPr/>
        </p:nvSpPr>
        <p:spPr>
          <a:xfrm>
            <a:off x="15744825" y="1590675"/>
            <a:ext cx="942975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39" name="Line 239"/>
          <p:cNvSpPr/>
          <p:nvPr/>
        </p:nvSpPr>
        <p:spPr>
          <a:xfrm>
            <a:off x="16687800" y="647700"/>
            <a:ext cx="0" cy="942975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40" name="Polygon 240"/>
          <p:cNvSpPr/>
          <p:nvPr/>
        </p:nvSpPr>
        <p:spPr>
          <a:xfrm>
            <a:off x="14282738" y="2247900"/>
            <a:ext cx="152400" cy="1619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117E8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1" name="TextBox 241"/>
          <p:cNvSpPr txBox="1"/>
          <p:nvPr/>
        </p:nvSpPr>
        <p:spPr>
          <a:xfrm>
            <a:off x="7524750" y="1704975"/>
            <a:ext cx="2667000" cy="4095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117E84"/>
                </a:solidFill>
                <a:latin typeface="Liberation Sans"/>
                <a:ea typeface="Liberation Sans"/>
                <a:cs typeface="Liberation Sans"/>
              </a:rPr>
              <a:t>SafeTransport</a:t>
            </a:r>
            <a:endParaRPr lang="zh-CN" sz="2700"/>
          </a:p>
        </p:txBody>
      </p:sp>
      <p:sp>
        <p:nvSpPr>
          <p:cNvPr id="242" name="TextBox 242"/>
          <p:cNvSpPr txBox="1"/>
          <p:nvPr/>
        </p:nvSpPr>
        <p:spPr>
          <a:xfrm>
            <a:off x="7172325" y="2057400"/>
            <a:ext cx="3371850" cy="3524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>
                <a:solidFill>
                  <a:srgbClr val="117E84"/>
                </a:solidFill>
                <a:latin typeface="Liberation Sans"/>
                <a:ea typeface="Liberation Sans"/>
                <a:cs typeface="Liberation Sans"/>
              </a:rPr>
              <a:t>One capacity-flow algorithm</a:t>
            </a:r>
            <a:endParaRPr lang="zh-CN" sz="1950"/>
          </a:p>
        </p:txBody>
      </p:sp>
      <p:sp>
        <p:nvSpPr>
          <p:cNvPr id="243" name="TextBox 243"/>
          <p:cNvSpPr txBox="1"/>
          <p:nvPr/>
        </p:nvSpPr>
        <p:spPr>
          <a:xfrm>
            <a:off x="13154025" y="66675"/>
            <a:ext cx="1438275" cy="3048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75">
                <a:solidFill>
                  <a:srgbClr val="132D3A"/>
                </a:solidFill>
                <a:latin typeface="Liberation Sans"/>
                <a:ea typeface="Liberation Sans"/>
                <a:cs typeface="Liberation Sans"/>
              </a:rPr>
              <a:t>safety budgets</a:t>
            </a:r>
            <a:endParaRPr lang="zh-CN" sz="1575"/>
          </a:p>
        </p:txBody>
      </p:sp>
      <p:sp>
        <p:nvSpPr>
          <p:cNvPr id="244" name="TextBox 244"/>
          <p:cNvSpPr txBox="1"/>
          <p:nvPr/>
        </p:nvSpPr>
        <p:spPr>
          <a:xfrm>
            <a:off x="14449425" y="1724025"/>
            <a:ext cx="1743075" cy="323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5">
                <a:solidFill>
                  <a:srgbClr val="132D3A"/>
                </a:solidFill>
                <a:latin typeface="Liberation Sans"/>
                <a:ea typeface="Liberation Sans"/>
                <a:cs typeface="Liberation Sans"/>
              </a:rPr>
              <a:t>shared capacities</a:t>
            </a:r>
            <a:endParaRPr lang="zh-CN" sz="1575"/>
          </a:p>
        </p:txBody>
      </p:sp>
      <p:sp>
        <p:nvSpPr>
          <p:cNvPr id="245" name="TextBox 245"/>
          <p:cNvSpPr txBox="1"/>
          <p:nvPr/>
        </p:nvSpPr>
        <p:spPr>
          <a:xfrm>
            <a:off x="16040100" y="2809875"/>
            <a:ext cx="1562100" cy="3143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75">
                <a:solidFill>
                  <a:srgbClr val="132D3A"/>
                </a:solidFill>
                <a:latin typeface="Liberation Sans"/>
                <a:ea typeface="Liberation Sans"/>
                <a:cs typeface="Liberation Sans"/>
              </a:rPr>
              <a:t>gray: capacity</a:t>
            </a:r>
            <a:endParaRPr lang="zh-CN" sz="1575"/>
          </a:p>
        </p:txBody>
      </p:sp>
      <p:sp>
        <p:nvSpPr>
          <p:cNvPr id="246" name="TextBox 246"/>
          <p:cNvSpPr txBox="1"/>
          <p:nvPr/>
        </p:nvSpPr>
        <p:spPr>
          <a:xfrm>
            <a:off x="16040100" y="3086100"/>
            <a:ext cx="1562100" cy="3143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75">
                <a:solidFill>
                  <a:srgbClr val="132D3A"/>
                </a:solidFill>
                <a:latin typeface="Liberation Sans"/>
                <a:ea typeface="Liberation Sans"/>
                <a:cs typeface="Liberation Sans"/>
              </a:rPr>
              <a:t>teal: flow</a:t>
            </a:r>
            <a:endParaRPr lang="zh-CN" sz="1575"/>
          </a:p>
        </p:txBody>
      </p:sp>
      <p:sp>
        <p:nvSpPr>
          <p:cNvPr id="247" name="TextBox 247"/>
          <p:cNvSpPr txBox="1"/>
          <p:nvPr/>
        </p:nvSpPr>
        <p:spPr>
          <a:xfrm>
            <a:off x="7086600" y="3314700"/>
            <a:ext cx="2686050" cy="3429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>
                <a:solidFill>
                  <a:srgbClr val="132D3A"/>
                </a:solidFill>
                <a:latin typeface="Liberation Sans"/>
                <a:ea typeface="Liberation Sans"/>
                <a:cs typeface="Liberation Sans"/>
              </a:rPr>
              <a:t>: discounted flow balance,</a:t>
            </a:r>
            <a:endParaRPr lang="zh-CN" sz="1800"/>
          </a:p>
        </p:txBody>
      </p:sp>
      <p:sp>
        <p:nvSpPr>
          <p:cNvPr id="248" name="TextBox 248"/>
          <p:cNvSpPr txBox="1"/>
          <p:nvPr/>
        </p:nvSpPr>
        <p:spPr>
          <a:xfrm>
            <a:off x="1190625" y="6657975"/>
            <a:ext cx="14954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132D3A"/>
                </a:solidFill>
                <a:latin typeface="Liberation Sans"/>
                <a:ea typeface="Liberation Sans"/>
                <a:cs typeface="Liberation Sans"/>
              </a:rPr>
              <a:t>Penalty-like</a:t>
            </a:r>
            <a:endParaRPr lang="zh-CN" sz="1800"/>
          </a:p>
        </p:txBody>
      </p:sp>
      <p:sp>
        <p:nvSpPr>
          <p:cNvPr id="249" name="TextBox 249"/>
          <p:cNvSpPr txBox="1"/>
          <p:nvPr/>
        </p:nvSpPr>
        <p:spPr>
          <a:xfrm>
            <a:off x="14706600" y="6657975"/>
            <a:ext cx="19526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132D3A"/>
                </a:solidFill>
                <a:latin typeface="Liberation Sans"/>
                <a:ea typeface="Liberation Sans"/>
                <a:cs typeface="Liberation Sans"/>
              </a:rPr>
              <a:t>Constraint-like</a:t>
            </a:r>
            <a:endParaRPr lang="zh-CN" sz="1800"/>
          </a:p>
        </p:txBody>
      </p:sp>
      <p:sp>
        <p:nvSpPr>
          <p:cNvPr id="250" name="TextBox 250"/>
          <p:cNvSpPr txBox="1"/>
          <p:nvPr/>
        </p:nvSpPr>
        <p:spPr>
          <a:xfrm>
            <a:off x="7381875" y="6657975"/>
            <a:ext cx="523875" cy="3714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>
                <a:solidFill>
                  <a:srgbClr val="132D3A"/>
                </a:solidFill>
                <a:latin typeface="Liberation Sans"/>
                <a:ea typeface="Liberation Sans"/>
                <a:cs typeface="Liberation Sans"/>
              </a:rPr>
              <a:t>vary</a:t>
            </a:r>
            <a:endParaRPr lang="zh-CN" sz="1800"/>
          </a:p>
        </p:txBody>
      </p:sp>
      <p:sp>
        <p:nvSpPr>
          <p:cNvPr id="251" name="TextBox 251"/>
          <p:cNvSpPr txBox="1"/>
          <p:nvPr/>
        </p:nvSpPr>
        <p:spPr>
          <a:xfrm>
            <a:off x="8077200" y="6657975"/>
            <a:ext cx="2495550" cy="3714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>
                <a:solidFill>
                  <a:srgbClr val="132D3A"/>
                </a:solidFill>
                <a:latin typeface="Liberation Sans"/>
                <a:ea typeface="Liberation Sans"/>
                <a:cs typeface="Liberation Sans"/>
              </a:rPr>
              <a:t>within the same solver</a:t>
            </a:r>
            <a:endParaRPr lang="zh-CN" sz="1800"/>
          </a:p>
        </p:txBody>
      </p:sp>
      <p:sp>
        <p:nvSpPr>
          <p:cNvPr id="252" name="TextBox 252"/>
          <p:cNvSpPr txBox="1"/>
          <p:nvPr/>
        </p:nvSpPr>
        <p:spPr>
          <a:xfrm>
            <a:off x="847725" y="6972300"/>
            <a:ext cx="657225" cy="3714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>
                <a:solidFill>
                  <a:srgbClr val="132D3A"/>
                </a:solidFill>
                <a:latin typeface="Liberation Sans"/>
                <a:ea typeface="Liberation Sans"/>
                <a:cs typeface="Liberation Sans"/>
              </a:rPr>
              <a:t>larger</a:t>
            </a:r>
            <a:endParaRPr lang="zh-CN" sz="1800"/>
          </a:p>
        </p:txBody>
      </p:sp>
      <p:sp>
        <p:nvSpPr>
          <p:cNvPr id="253" name="TextBox 253"/>
          <p:cNvSpPr txBox="1"/>
          <p:nvPr/>
        </p:nvSpPr>
        <p:spPr>
          <a:xfrm>
            <a:off x="1704975" y="6972300"/>
            <a:ext cx="1428750" cy="3714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>
                <a:solidFill>
                  <a:srgbClr val="132D3A"/>
                </a:solidFill>
                <a:latin typeface="Liberation Sans"/>
                <a:ea typeface="Liberation Sans"/>
                <a:cs typeface="Liberation Sans"/>
              </a:rPr>
              <a:t>· diffuse flow</a:t>
            </a:r>
            <a:endParaRPr lang="zh-CN" sz="1800"/>
          </a:p>
        </p:txBody>
      </p:sp>
      <p:sp>
        <p:nvSpPr>
          <p:cNvPr id="254" name="TextBox 254"/>
          <p:cNvSpPr txBox="1"/>
          <p:nvPr/>
        </p:nvSpPr>
        <p:spPr>
          <a:xfrm>
            <a:off x="14268450" y="6972300"/>
            <a:ext cx="847725" cy="3714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>
                <a:solidFill>
                  <a:srgbClr val="132D3A"/>
                </a:solidFill>
                <a:latin typeface="Liberation Sans"/>
                <a:ea typeface="Liberation Sans"/>
                <a:cs typeface="Liberation Sans"/>
              </a:rPr>
              <a:t>smaller</a:t>
            </a:r>
            <a:endParaRPr lang="zh-CN" sz="1800"/>
          </a:p>
        </p:txBody>
      </p:sp>
      <p:sp>
        <p:nvSpPr>
          <p:cNvPr id="255" name="TextBox 255"/>
          <p:cNvSpPr txBox="1"/>
          <p:nvPr/>
        </p:nvSpPr>
        <p:spPr>
          <a:xfrm>
            <a:off x="15240000" y="6972300"/>
            <a:ext cx="2028825" cy="3714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>
                <a:solidFill>
                  <a:srgbClr val="132D3A"/>
                </a:solidFill>
                <a:latin typeface="Liberation Sans"/>
                <a:ea typeface="Liberation Sans"/>
                <a:cs typeface="Liberation Sans"/>
              </a:rPr>
              <a:t>· concentrated flow</a:t>
            </a:r>
            <a:endParaRPr lang="zh-CN" sz="1800"/>
          </a:p>
        </p:txBody>
      </p:sp>
      <p:sp>
        <p:nvSpPr>
          <p:cNvPr id="256" name="TextBox 256"/>
          <p:cNvSpPr txBox="1"/>
          <p:nvPr/>
        </p:nvSpPr>
        <p:spPr>
          <a:xfrm>
            <a:off x="5210175" y="7553325"/>
            <a:ext cx="7296150" cy="4000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32D3A"/>
                </a:solidFill>
                <a:latin typeface="Liberation Sans"/>
                <a:ea typeface="Liberation Sans"/>
                <a:cs typeface="Liberation Sans"/>
              </a:rPr>
              <a:t>Shared representation across safe-RL regimes; capacities remain enforced.</a:t>
            </a:r>
            <a:endParaRPr lang="zh-CN" sz="1650"/>
          </a:p>
        </p:txBody>
      </p:sp>
      <p:pic>
        <p:nvPicPr>
          <p:cNvPr id="257" name="LaTeX rendered formula budget-K"/>
          <p:cNvPicPr/>
          <p:nvPr/>
        </p:nvPicPr>
        <p:blipFill>
          <a:blip r:embed="rId2"/>
          <a:stretch>
            <a:fillRect/>
          </a:stretch>
        </p:blipFill>
        <p:spPr>
          <a:xfrm>
            <a:off x="12982575" y="132175"/>
            <a:ext cx="142875" cy="154751"/>
          </a:xfrm>
          <a:prstGeom prst="rect">
            <a:avLst/>
          </a:prstGeom>
        </p:spPr>
      </p:pic>
      <p:pic>
        <p:nvPicPr>
          <p:cNvPr id="258" name="LaTeX rendered formula hard-min"/>
          <p:cNvPicPr/>
          <p:nvPr/>
        </p:nvPicPr>
        <p:blipFill>
          <a:blip r:embed="rId3"/>
          <a:stretch>
            <a:fillRect/>
          </a:stretch>
        </p:blipFill>
        <p:spPr>
          <a:xfrm>
            <a:off x="15554325" y="251467"/>
            <a:ext cx="1343025" cy="259066"/>
          </a:xfrm>
          <a:prstGeom prst="rect">
            <a:avLst/>
          </a:prstGeom>
        </p:spPr>
      </p:pic>
      <p:pic>
        <p:nvPicPr>
          <p:cNvPr id="259" name="LaTeX rendered formula shared-objective"/>
          <p:cNvPicPr/>
          <p:nvPr/>
        </p:nvPicPr>
        <p:blipFill>
          <a:blip r:embed="rId4"/>
          <a:stretch>
            <a:fillRect/>
          </a:stretch>
        </p:blipFill>
        <p:spPr>
          <a:xfrm>
            <a:off x="6296025" y="2705307"/>
            <a:ext cx="5191125" cy="590137"/>
          </a:xfrm>
          <a:prstGeom prst="rect">
            <a:avLst/>
          </a:prstGeom>
        </p:spPr>
      </p:pic>
      <p:pic>
        <p:nvPicPr>
          <p:cNvPr id="260" name="LaTeX rendered formula feasible-set"/>
          <p:cNvPicPr/>
          <p:nvPr/>
        </p:nvPicPr>
        <p:blipFill>
          <a:blip r:embed="rId5"/>
          <a:stretch>
            <a:fillRect/>
          </a:stretch>
        </p:blipFill>
        <p:spPr>
          <a:xfrm>
            <a:off x="6700470" y="3371850"/>
            <a:ext cx="372210" cy="257175"/>
          </a:xfrm>
          <a:prstGeom prst="rect">
            <a:avLst/>
          </a:prstGeom>
        </p:spPr>
      </p:pic>
      <p:pic>
        <p:nvPicPr>
          <p:cNvPr id="261" name="LaTeX rendered formula capacity-bound"/>
          <p:cNvPicPr/>
          <p:nvPr/>
        </p:nvPicPr>
        <p:blipFill>
          <a:blip r:embed="rId6"/>
          <a:stretch>
            <a:fillRect/>
          </a:stretch>
        </p:blipFill>
        <p:spPr>
          <a:xfrm>
            <a:off x="9782175" y="3375280"/>
            <a:ext cx="1285875" cy="231265"/>
          </a:xfrm>
          <a:prstGeom prst="rect">
            <a:avLst/>
          </a:prstGeom>
        </p:spPr>
      </p:pic>
      <p:pic>
        <p:nvPicPr>
          <p:cNvPr id="262" name="LaTeX rendered formula vary-epsilon"/>
          <p:cNvPicPr/>
          <p:nvPr/>
        </p:nvPicPr>
        <p:blipFill>
          <a:blip r:embed="rId7"/>
          <a:stretch>
            <a:fillRect/>
          </a:stretch>
        </p:blipFill>
        <p:spPr>
          <a:xfrm>
            <a:off x="7887387" y="6772275"/>
            <a:ext cx="122451" cy="133350"/>
          </a:xfrm>
          <a:prstGeom prst="rect">
            <a:avLst/>
          </a:prstGeom>
        </p:spPr>
      </p:pic>
      <p:pic>
        <p:nvPicPr>
          <p:cNvPr id="263" name="LaTeX rendered formula larger-epsilon"/>
          <p:cNvPicPr/>
          <p:nvPr/>
        </p:nvPicPr>
        <p:blipFill>
          <a:blip r:embed="rId8"/>
          <a:stretch>
            <a:fillRect/>
          </a:stretch>
        </p:blipFill>
        <p:spPr>
          <a:xfrm>
            <a:off x="1467537" y="7105650"/>
            <a:ext cx="122451" cy="133350"/>
          </a:xfrm>
          <a:prstGeom prst="rect">
            <a:avLst/>
          </a:prstGeom>
        </p:spPr>
      </p:pic>
      <p:pic>
        <p:nvPicPr>
          <p:cNvPr id="264" name="LaTeX rendered formula smaller-epsilon"/>
          <p:cNvPicPr/>
          <p:nvPr/>
        </p:nvPicPr>
        <p:blipFill>
          <a:blip r:embed="rId9"/>
          <a:stretch>
            <a:fillRect/>
          </a:stretch>
        </p:blipFill>
        <p:spPr>
          <a:xfrm>
            <a:off x="15050187" y="7105650"/>
            <a:ext cx="122451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236736" y="0"/>
            <a:ext cx="17243029" cy="80486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424568" y="1643535"/>
            <a:ext cx="4451632" cy="2582698"/>
          </a:xfrm>
          <a:prstGeom prst="rect">
            <a:avLst/>
          </a:prstGeom>
          <a:solidFill>
            <a:srgbClr val="FFFFFF"/>
          </a:solidFill>
          <a:ln w="11269">
            <a:solidFill>
              <a:srgbClr val="98B3BD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6134678" y="2554523"/>
            <a:ext cx="5681935" cy="2610873"/>
          </a:xfrm>
          <a:prstGeom prst="roundRect">
            <a:avLst>
              <a:gd name="adj" fmla="val 1439"/>
            </a:avLst>
          </a:prstGeom>
          <a:solidFill>
            <a:srgbClr val="E9F5F4"/>
          </a:solidFill>
          <a:ln w="19722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12633684" y="1643535"/>
            <a:ext cx="4630072" cy="2488781"/>
          </a:xfrm>
          <a:prstGeom prst="rect">
            <a:avLst/>
          </a:prstGeom>
          <a:solidFill>
            <a:srgbClr val="F6FAFA"/>
          </a:solidFill>
          <a:ln w="11269">
            <a:solidFill>
              <a:srgbClr val="98B3BD"/>
            </a:solidFill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9637755" y="5634977"/>
            <a:ext cx="7466344" cy="1690493"/>
          </a:xfrm>
          <a:prstGeom prst="rect">
            <a:avLst/>
          </a:prstGeom>
          <a:solidFill>
            <a:srgbClr val="FFFFFF"/>
          </a:solidFill>
          <a:ln w="12209">
            <a:solidFill>
              <a:srgbClr val="98B3BD"/>
            </a:solidFill>
          </a:ln>
        </p:spPr>
        <p:txBody>
          <a:bodyPr/>
          <a:lstStyle/>
          <a:p/>
        </p:txBody>
      </p:sp>
      <p:sp>
        <p:nvSpPr>
          <p:cNvPr id="7" name="Line 7"/>
          <p:cNvSpPr/>
          <p:nvPr/>
        </p:nvSpPr>
        <p:spPr>
          <a:xfrm>
            <a:off x="4876200" y="1953459"/>
            <a:ext cx="234791" cy="0"/>
          </a:xfrm>
          <a:prstGeom prst="line">
            <a:avLst/>
          </a:prstGeom>
          <a:noFill/>
          <a:ln w="28174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8" name="Line 8"/>
          <p:cNvSpPr/>
          <p:nvPr/>
        </p:nvSpPr>
        <p:spPr>
          <a:xfrm flipV="1">
            <a:off x="5110991" y="319315"/>
            <a:ext cx="0" cy="1634143"/>
          </a:xfrm>
          <a:prstGeom prst="line">
            <a:avLst/>
          </a:prstGeom>
          <a:noFill/>
          <a:ln w="28174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9" name="Line 9"/>
          <p:cNvSpPr/>
          <p:nvPr/>
        </p:nvSpPr>
        <p:spPr>
          <a:xfrm>
            <a:off x="5110991" y="319315"/>
            <a:ext cx="9964517" cy="0"/>
          </a:xfrm>
          <a:prstGeom prst="line">
            <a:avLst/>
          </a:prstGeom>
          <a:noFill/>
          <a:ln w="28174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>
            <a:off x="15075508" y="319315"/>
            <a:ext cx="0" cy="1192737"/>
          </a:xfrm>
          <a:prstGeom prst="line">
            <a:avLst/>
          </a:prstGeom>
          <a:noFill/>
          <a:ln w="28174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1" name="Line 11"/>
          <p:cNvSpPr/>
          <p:nvPr/>
        </p:nvSpPr>
        <p:spPr>
          <a:xfrm>
            <a:off x="12520985" y="3531252"/>
            <a:ext cx="0" cy="1784409"/>
          </a:xfrm>
          <a:prstGeom prst="line">
            <a:avLst/>
          </a:prstGeom>
          <a:noFill/>
          <a:ln w="12209">
            <a:solidFill>
              <a:srgbClr val="04949E"/>
            </a:solidFill>
            <a:prstDash val="dash"/>
          </a:ln>
        </p:spPr>
        <p:txBody>
          <a:bodyPr/>
          <a:lstStyle/>
          <a:p/>
        </p:txBody>
      </p:sp>
      <p:sp>
        <p:nvSpPr>
          <p:cNvPr id="12" name="Line 12"/>
          <p:cNvSpPr/>
          <p:nvPr/>
        </p:nvSpPr>
        <p:spPr>
          <a:xfrm flipH="1">
            <a:off x="10473610" y="5315661"/>
            <a:ext cx="2047375" cy="0"/>
          </a:xfrm>
          <a:prstGeom prst="line">
            <a:avLst/>
          </a:prstGeom>
          <a:noFill/>
          <a:ln w="12209">
            <a:solidFill>
              <a:srgbClr val="04949E"/>
            </a:solidFill>
            <a:prstDash val="dash"/>
          </a:ln>
        </p:spPr>
        <p:txBody>
          <a:bodyPr/>
          <a:lstStyle/>
          <a:p/>
        </p:txBody>
      </p:sp>
      <p:sp>
        <p:nvSpPr>
          <p:cNvPr id="13" name="Line 13"/>
          <p:cNvSpPr/>
          <p:nvPr/>
        </p:nvSpPr>
        <p:spPr>
          <a:xfrm>
            <a:off x="10473610" y="5315661"/>
            <a:ext cx="0" cy="216007"/>
          </a:xfrm>
          <a:prstGeom prst="line">
            <a:avLst/>
          </a:prstGeom>
          <a:noFill/>
          <a:ln w="12209">
            <a:solidFill>
              <a:srgbClr val="04949E"/>
            </a:solidFill>
            <a:prstDash val="dash"/>
          </a:ln>
        </p:spPr>
        <p:txBody>
          <a:bodyPr/>
          <a:lstStyle/>
          <a:p/>
        </p:txBody>
      </p:sp>
      <p:sp>
        <p:nvSpPr>
          <p:cNvPr id="14" name="Line 14"/>
          <p:cNvSpPr/>
          <p:nvPr/>
        </p:nvSpPr>
        <p:spPr>
          <a:xfrm flipH="1">
            <a:off x="15488739" y="4348324"/>
            <a:ext cx="1343003" cy="0"/>
          </a:xfrm>
          <a:prstGeom prst="line">
            <a:avLst/>
          </a:prstGeom>
          <a:noFill/>
          <a:ln w="24418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5" name="Line 15"/>
          <p:cNvSpPr/>
          <p:nvPr/>
        </p:nvSpPr>
        <p:spPr>
          <a:xfrm>
            <a:off x="15488739" y="4348324"/>
            <a:ext cx="0" cy="1136387"/>
          </a:xfrm>
          <a:prstGeom prst="line">
            <a:avLst/>
          </a:prstGeom>
          <a:noFill/>
          <a:ln w="24418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6" name="Line 16"/>
          <p:cNvSpPr/>
          <p:nvPr/>
        </p:nvSpPr>
        <p:spPr>
          <a:xfrm>
            <a:off x="16831742" y="3164979"/>
            <a:ext cx="0" cy="2300949"/>
          </a:xfrm>
          <a:prstGeom prst="line">
            <a:avLst/>
          </a:prstGeom>
          <a:noFill/>
          <a:ln w="28174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7" name="Line 17"/>
          <p:cNvSpPr/>
          <p:nvPr/>
        </p:nvSpPr>
        <p:spPr>
          <a:xfrm>
            <a:off x="16831742" y="5465927"/>
            <a:ext cx="441407" cy="0"/>
          </a:xfrm>
          <a:prstGeom prst="line">
            <a:avLst/>
          </a:prstGeom>
          <a:noFill/>
          <a:ln w="28174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8" name="Line 18"/>
          <p:cNvSpPr/>
          <p:nvPr/>
        </p:nvSpPr>
        <p:spPr>
          <a:xfrm>
            <a:off x="17273148" y="5465927"/>
            <a:ext cx="0" cy="2263382"/>
          </a:xfrm>
          <a:prstGeom prst="line">
            <a:avLst/>
          </a:prstGeom>
          <a:noFill/>
          <a:ln w="28174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 flipH="1">
            <a:off x="1185290" y="7729310"/>
            <a:ext cx="16087858" cy="0"/>
          </a:xfrm>
          <a:prstGeom prst="line">
            <a:avLst/>
          </a:prstGeom>
          <a:noFill/>
          <a:ln w="28174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20" name="Line 20"/>
          <p:cNvSpPr/>
          <p:nvPr/>
        </p:nvSpPr>
        <p:spPr>
          <a:xfrm flipV="1">
            <a:off x="1185290" y="4357715"/>
            <a:ext cx="0" cy="3371594"/>
          </a:xfrm>
          <a:prstGeom prst="line">
            <a:avLst/>
          </a:prstGeom>
          <a:noFill/>
          <a:ln w="28174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21" name="Polygon 21"/>
          <p:cNvSpPr/>
          <p:nvPr/>
        </p:nvSpPr>
        <p:spPr>
          <a:xfrm>
            <a:off x="15011081" y="1512052"/>
            <a:ext cx="128853" cy="13148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Polygon 22"/>
          <p:cNvSpPr/>
          <p:nvPr/>
        </p:nvSpPr>
        <p:spPr>
          <a:xfrm>
            <a:off x="10422989" y="5531669"/>
            <a:ext cx="101242" cy="10330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Polygon 23"/>
          <p:cNvSpPr/>
          <p:nvPr/>
        </p:nvSpPr>
        <p:spPr>
          <a:xfrm>
            <a:off x="15424313" y="5484711"/>
            <a:ext cx="128853" cy="13148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Polygon 24"/>
          <p:cNvSpPr/>
          <p:nvPr/>
        </p:nvSpPr>
        <p:spPr>
          <a:xfrm>
            <a:off x="1120864" y="4226232"/>
            <a:ext cx="128853" cy="13148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4876200" y="3512469"/>
            <a:ext cx="1126995" cy="0"/>
          </a:xfrm>
          <a:prstGeom prst="line">
            <a:avLst/>
          </a:prstGeom>
          <a:noFill/>
          <a:ln w="26296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10079162" y="2169466"/>
            <a:ext cx="0" cy="262966"/>
          </a:xfrm>
          <a:prstGeom prst="line">
            <a:avLst/>
          </a:prstGeom>
          <a:noFill/>
          <a:ln w="24418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 flipH="1">
            <a:off x="11530625" y="2225816"/>
            <a:ext cx="23022" cy="40928"/>
          </a:xfrm>
          <a:prstGeom prst="line">
            <a:avLst/>
          </a:prstGeom>
          <a:noFill/>
          <a:ln w="13148">
            <a:solidFill>
              <a:srgbClr val="526678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 flipH="1">
            <a:off x="11493791" y="2291300"/>
            <a:ext cx="23022" cy="40928"/>
          </a:xfrm>
          <a:prstGeom prst="line">
            <a:avLst/>
          </a:prstGeom>
          <a:noFill/>
          <a:ln w="13148">
            <a:solidFill>
              <a:srgbClr val="526678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 flipH="1">
            <a:off x="11456956" y="2356784"/>
            <a:ext cx="23022" cy="40928"/>
          </a:xfrm>
          <a:prstGeom prst="line">
            <a:avLst/>
          </a:prstGeom>
          <a:noFill/>
          <a:ln w="13148">
            <a:solidFill>
              <a:srgbClr val="526678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 flipH="1">
            <a:off x="11421433" y="2422268"/>
            <a:ext cx="21710" cy="38596"/>
          </a:xfrm>
          <a:prstGeom prst="line">
            <a:avLst/>
          </a:prstGeom>
          <a:noFill/>
          <a:ln w="13148">
            <a:solidFill>
              <a:srgbClr val="526678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11816613" y="3531252"/>
            <a:ext cx="685589" cy="0"/>
          </a:xfrm>
          <a:prstGeom prst="line">
            <a:avLst/>
          </a:prstGeom>
          <a:noFill/>
          <a:ln w="28174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2396810" y="2920796"/>
            <a:ext cx="234791" cy="0"/>
          </a:xfrm>
          <a:prstGeom prst="line">
            <a:avLst/>
          </a:prstGeom>
          <a:noFill/>
          <a:ln w="18783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>
            <a:off x="8445018" y="1549619"/>
            <a:ext cx="986121" cy="0"/>
          </a:xfrm>
          <a:prstGeom prst="line">
            <a:avLst/>
          </a:prstGeom>
          <a:noFill/>
          <a:ln w="24418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34" name="Polygon 34"/>
          <p:cNvSpPr/>
          <p:nvPr/>
        </p:nvSpPr>
        <p:spPr>
          <a:xfrm>
            <a:off x="6003195" y="3448042"/>
            <a:ext cx="131483" cy="12885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Polygon 35"/>
          <p:cNvSpPr/>
          <p:nvPr/>
        </p:nvSpPr>
        <p:spPr>
          <a:xfrm>
            <a:off x="10019337" y="2432432"/>
            <a:ext cx="119649" cy="12209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Polygon 36"/>
          <p:cNvSpPr/>
          <p:nvPr/>
        </p:nvSpPr>
        <p:spPr>
          <a:xfrm>
            <a:off x="11384598" y="2442815"/>
            <a:ext cx="68922" cy="8353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1488" y="0"/>
                </a:lnTo>
                <a:lnTo>
                  <a:pt x="21600" y="9334"/>
                </a:lnTo>
                <a:close/>
              </a:path>
            </a:pathLst>
          </a:custGeom>
          <a:solidFill>
            <a:srgbClr val="526678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Polygon 37"/>
          <p:cNvSpPr/>
          <p:nvPr/>
        </p:nvSpPr>
        <p:spPr>
          <a:xfrm>
            <a:off x="12502202" y="3466825"/>
            <a:ext cx="131483" cy="12885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Polygon 38"/>
          <p:cNvSpPr/>
          <p:nvPr/>
        </p:nvSpPr>
        <p:spPr>
          <a:xfrm>
            <a:off x="2631601" y="2856370"/>
            <a:ext cx="131483" cy="12885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Polygon 39"/>
          <p:cNvSpPr/>
          <p:nvPr/>
        </p:nvSpPr>
        <p:spPr>
          <a:xfrm>
            <a:off x="9431139" y="1489794"/>
            <a:ext cx="122091" cy="11964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Polygon 40"/>
          <p:cNvSpPr/>
          <p:nvPr/>
        </p:nvSpPr>
        <p:spPr>
          <a:xfrm>
            <a:off x="7308631" y="1129343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DCEFF0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41" name="Polygon 41"/>
          <p:cNvSpPr/>
          <p:nvPr/>
        </p:nvSpPr>
        <p:spPr>
          <a:xfrm>
            <a:off x="7435418" y="1084733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ECF7F7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42" name="Polygon 42"/>
          <p:cNvSpPr/>
          <p:nvPr/>
        </p:nvSpPr>
        <p:spPr>
          <a:xfrm>
            <a:off x="7562205" y="1040123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CFE6E8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43" name="Polygon 43"/>
          <p:cNvSpPr/>
          <p:nvPr/>
        </p:nvSpPr>
        <p:spPr>
          <a:xfrm>
            <a:off x="7688992" y="995513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DCEFF0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44" name="Polygon 44"/>
          <p:cNvSpPr/>
          <p:nvPr/>
        </p:nvSpPr>
        <p:spPr>
          <a:xfrm>
            <a:off x="7308631" y="1321872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ECF7F7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45" name="Polygon 45"/>
          <p:cNvSpPr/>
          <p:nvPr/>
        </p:nvSpPr>
        <p:spPr>
          <a:xfrm>
            <a:off x="7435418" y="1277261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CFE6E8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46" name="Polygon 46"/>
          <p:cNvSpPr/>
          <p:nvPr/>
        </p:nvSpPr>
        <p:spPr>
          <a:xfrm>
            <a:off x="7562205" y="1232651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DCEFF0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47" name="Polygon 47"/>
          <p:cNvSpPr/>
          <p:nvPr/>
        </p:nvSpPr>
        <p:spPr>
          <a:xfrm>
            <a:off x="7688992" y="1188041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ECF7F7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48" name="Polygon 48"/>
          <p:cNvSpPr/>
          <p:nvPr/>
        </p:nvSpPr>
        <p:spPr>
          <a:xfrm>
            <a:off x="7308631" y="1514400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CFE6E8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49" name="Polygon 49"/>
          <p:cNvSpPr/>
          <p:nvPr/>
        </p:nvSpPr>
        <p:spPr>
          <a:xfrm>
            <a:off x="7435418" y="1469790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DCEFF0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50" name="Polygon 50"/>
          <p:cNvSpPr/>
          <p:nvPr/>
        </p:nvSpPr>
        <p:spPr>
          <a:xfrm>
            <a:off x="7562205" y="1425180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ECF7F7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51" name="Polygon 51"/>
          <p:cNvSpPr/>
          <p:nvPr/>
        </p:nvSpPr>
        <p:spPr>
          <a:xfrm>
            <a:off x="7688992" y="1380569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CFE6E8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52" name="Polygon 52"/>
          <p:cNvSpPr/>
          <p:nvPr/>
        </p:nvSpPr>
        <p:spPr>
          <a:xfrm>
            <a:off x="7308631" y="1706928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DCEFF0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53" name="Polygon 53"/>
          <p:cNvSpPr/>
          <p:nvPr/>
        </p:nvSpPr>
        <p:spPr>
          <a:xfrm>
            <a:off x="7435418" y="1662318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ECF7F7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54" name="Polygon 54"/>
          <p:cNvSpPr/>
          <p:nvPr/>
        </p:nvSpPr>
        <p:spPr>
          <a:xfrm>
            <a:off x="7562205" y="1617708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CFE6E8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55" name="Polygon 55"/>
          <p:cNvSpPr/>
          <p:nvPr/>
        </p:nvSpPr>
        <p:spPr>
          <a:xfrm>
            <a:off x="7688992" y="1573098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DCEFF0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56" name="Polygon 56"/>
          <p:cNvSpPr/>
          <p:nvPr/>
        </p:nvSpPr>
        <p:spPr>
          <a:xfrm>
            <a:off x="7562205" y="1129343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ECF7F7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57" name="Polygon 57"/>
          <p:cNvSpPr/>
          <p:nvPr/>
        </p:nvSpPr>
        <p:spPr>
          <a:xfrm>
            <a:off x="7688992" y="1084733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CFE6E8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58" name="Polygon 58"/>
          <p:cNvSpPr/>
          <p:nvPr/>
        </p:nvSpPr>
        <p:spPr>
          <a:xfrm>
            <a:off x="7815779" y="1040123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DCEFF0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59" name="Polygon 59"/>
          <p:cNvSpPr/>
          <p:nvPr/>
        </p:nvSpPr>
        <p:spPr>
          <a:xfrm>
            <a:off x="7942566" y="995513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ECF7F7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60" name="Polygon 60"/>
          <p:cNvSpPr/>
          <p:nvPr/>
        </p:nvSpPr>
        <p:spPr>
          <a:xfrm>
            <a:off x="7562205" y="1321872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CFE6E8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61" name="Polygon 61"/>
          <p:cNvSpPr/>
          <p:nvPr/>
        </p:nvSpPr>
        <p:spPr>
          <a:xfrm>
            <a:off x="7688992" y="1277261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DCEFF0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62" name="Polygon 62"/>
          <p:cNvSpPr/>
          <p:nvPr/>
        </p:nvSpPr>
        <p:spPr>
          <a:xfrm>
            <a:off x="7815779" y="1232651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ECF7F7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63" name="Polygon 63"/>
          <p:cNvSpPr/>
          <p:nvPr/>
        </p:nvSpPr>
        <p:spPr>
          <a:xfrm>
            <a:off x="7942566" y="1188041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CFE6E8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64" name="Polygon 64"/>
          <p:cNvSpPr/>
          <p:nvPr/>
        </p:nvSpPr>
        <p:spPr>
          <a:xfrm>
            <a:off x="7562205" y="1514400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DCEFF0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65" name="Polygon 65"/>
          <p:cNvSpPr/>
          <p:nvPr/>
        </p:nvSpPr>
        <p:spPr>
          <a:xfrm>
            <a:off x="7688992" y="1469790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ECF7F7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66" name="Polygon 66"/>
          <p:cNvSpPr/>
          <p:nvPr/>
        </p:nvSpPr>
        <p:spPr>
          <a:xfrm>
            <a:off x="7815779" y="1425180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CFE6E8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67" name="Polygon 67"/>
          <p:cNvSpPr/>
          <p:nvPr/>
        </p:nvSpPr>
        <p:spPr>
          <a:xfrm>
            <a:off x="7942566" y="1380569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DCEFF0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68" name="Polygon 68"/>
          <p:cNvSpPr/>
          <p:nvPr/>
        </p:nvSpPr>
        <p:spPr>
          <a:xfrm>
            <a:off x="7562205" y="1706928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ECF7F7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69" name="Polygon 69"/>
          <p:cNvSpPr/>
          <p:nvPr/>
        </p:nvSpPr>
        <p:spPr>
          <a:xfrm>
            <a:off x="7688992" y="1662318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CFE6E8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70" name="Polygon 70"/>
          <p:cNvSpPr/>
          <p:nvPr/>
        </p:nvSpPr>
        <p:spPr>
          <a:xfrm>
            <a:off x="7815779" y="1617708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DCEFF0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71" name="Polygon 71"/>
          <p:cNvSpPr/>
          <p:nvPr/>
        </p:nvSpPr>
        <p:spPr>
          <a:xfrm>
            <a:off x="7942566" y="1573098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ECF7F7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72" name="Rect 72"/>
          <p:cNvSpPr/>
          <p:nvPr/>
        </p:nvSpPr>
        <p:spPr>
          <a:xfrm>
            <a:off x="9665930" y="1042471"/>
            <a:ext cx="211312" cy="211312"/>
          </a:xfrm>
          <a:prstGeom prst="rect">
            <a:avLst/>
          </a:prstGeom>
          <a:solidFill>
            <a:srgbClr val="BDE1E1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73" name="Rect 73"/>
          <p:cNvSpPr/>
          <p:nvPr/>
        </p:nvSpPr>
        <p:spPr>
          <a:xfrm>
            <a:off x="9877242" y="1042471"/>
            <a:ext cx="211312" cy="211312"/>
          </a:xfrm>
          <a:prstGeom prst="rect">
            <a:avLst/>
          </a:prstGeom>
          <a:solidFill>
            <a:srgbClr val="DBF0EF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74" name="Rect 74"/>
          <p:cNvSpPr/>
          <p:nvPr/>
        </p:nvSpPr>
        <p:spPr>
          <a:xfrm>
            <a:off x="10088553" y="1042471"/>
            <a:ext cx="211312" cy="211312"/>
          </a:xfrm>
          <a:prstGeom prst="rect">
            <a:avLst/>
          </a:prstGeom>
          <a:solidFill>
            <a:srgbClr val="C4E5E5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75" name="Rect 75"/>
          <p:cNvSpPr/>
          <p:nvPr/>
        </p:nvSpPr>
        <p:spPr>
          <a:xfrm>
            <a:off x="10299865" y="1042471"/>
            <a:ext cx="211312" cy="211312"/>
          </a:xfrm>
          <a:prstGeom prst="rect">
            <a:avLst/>
          </a:prstGeom>
          <a:solidFill>
            <a:srgbClr val="AFDADA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76" name="Rect 76"/>
          <p:cNvSpPr/>
          <p:nvPr/>
        </p:nvSpPr>
        <p:spPr>
          <a:xfrm>
            <a:off x="9665930" y="1253782"/>
            <a:ext cx="211312" cy="211312"/>
          </a:xfrm>
          <a:prstGeom prst="rect">
            <a:avLst/>
          </a:prstGeom>
          <a:solidFill>
            <a:srgbClr val="DEF2F1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77" name="Rect 77"/>
          <p:cNvSpPr/>
          <p:nvPr/>
        </p:nvSpPr>
        <p:spPr>
          <a:xfrm>
            <a:off x="9877242" y="1253782"/>
            <a:ext cx="211312" cy="211312"/>
          </a:xfrm>
          <a:prstGeom prst="rect">
            <a:avLst/>
          </a:prstGeom>
          <a:solidFill>
            <a:srgbClr val="41A6A9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78" name="Rect 78"/>
          <p:cNvSpPr/>
          <p:nvPr/>
        </p:nvSpPr>
        <p:spPr>
          <a:xfrm>
            <a:off x="10088553" y="1253782"/>
            <a:ext cx="211312" cy="211312"/>
          </a:xfrm>
          <a:prstGeom prst="rect">
            <a:avLst/>
          </a:prstGeom>
          <a:solidFill>
            <a:srgbClr val="DEF2F1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79" name="Rect 79"/>
          <p:cNvSpPr/>
          <p:nvPr/>
        </p:nvSpPr>
        <p:spPr>
          <a:xfrm>
            <a:off x="10299865" y="1253782"/>
            <a:ext cx="211312" cy="211312"/>
          </a:xfrm>
          <a:prstGeom prst="rect">
            <a:avLst/>
          </a:prstGeom>
          <a:solidFill>
            <a:srgbClr val="CDEAE9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80" name="Rect 80"/>
          <p:cNvSpPr/>
          <p:nvPr/>
        </p:nvSpPr>
        <p:spPr>
          <a:xfrm>
            <a:off x="9665930" y="1465094"/>
            <a:ext cx="211312" cy="211312"/>
          </a:xfrm>
          <a:prstGeom prst="rect">
            <a:avLst/>
          </a:prstGeom>
          <a:solidFill>
            <a:srgbClr val="ACD9DA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81" name="Rect 81"/>
          <p:cNvSpPr/>
          <p:nvPr/>
        </p:nvSpPr>
        <p:spPr>
          <a:xfrm>
            <a:off x="9877242" y="1465094"/>
            <a:ext cx="211312" cy="211312"/>
          </a:xfrm>
          <a:prstGeom prst="rect">
            <a:avLst/>
          </a:prstGeom>
          <a:solidFill>
            <a:srgbClr val="DEF1F0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82" name="Rect 82"/>
          <p:cNvSpPr/>
          <p:nvPr/>
        </p:nvSpPr>
        <p:spPr>
          <a:xfrm>
            <a:off x="10088553" y="1465094"/>
            <a:ext cx="211312" cy="211312"/>
          </a:xfrm>
          <a:prstGeom prst="rect">
            <a:avLst/>
          </a:prstGeom>
          <a:solidFill>
            <a:srgbClr val="C8E7E6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83" name="Rect 83"/>
          <p:cNvSpPr/>
          <p:nvPr/>
        </p:nvSpPr>
        <p:spPr>
          <a:xfrm>
            <a:off x="10299865" y="1465094"/>
            <a:ext cx="211312" cy="211312"/>
          </a:xfrm>
          <a:prstGeom prst="rect">
            <a:avLst/>
          </a:prstGeom>
          <a:solidFill>
            <a:srgbClr val="D2EAE9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84" name="Rect 84"/>
          <p:cNvSpPr/>
          <p:nvPr/>
        </p:nvSpPr>
        <p:spPr>
          <a:xfrm>
            <a:off x="9665930" y="1676406"/>
            <a:ext cx="211312" cy="211312"/>
          </a:xfrm>
          <a:prstGeom prst="rect">
            <a:avLst/>
          </a:prstGeom>
          <a:solidFill>
            <a:srgbClr val="C9E6E6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85" name="Rect 85"/>
          <p:cNvSpPr/>
          <p:nvPr/>
        </p:nvSpPr>
        <p:spPr>
          <a:xfrm>
            <a:off x="9877242" y="1676406"/>
            <a:ext cx="211312" cy="211312"/>
          </a:xfrm>
          <a:prstGeom prst="rect">
            <a:avLst/>
          </a:prstGeom>
          <a:solidFill>
            <a:srgbClr val="E0F3F2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86" name="Rect 86"/>
          <p:cNvSpPr/>
          <p:nvPr/>
        </p:nvSpPr>
        <p:spPr>
          <a:xfrm>
            <a:off x="10088553" y="1676406"/>
            <a:ext cx="211312" cy="211312"/>
          </a:xfrm>
          <a:prstGeom prst="rect">
            <a:avLst/>
          </a:prstGeom>
          <a:solidFill>
            <a:srgbClr val="C4E5E5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87" name="Rect 87"/>
          <p:cNvSpPr/>
          <p:nvPr/>
        </p:nvSpPr>
        <p:spPr>
          <a:xfrm>
            <a:off x="10299865" y="1676406"/>
            <a:ext cx="211312" cy="211312"/>
          </a:xfrm>
          <a:prstGeom prst="rect">
            <a:avLst/>
          </a:prstGeom>
          <a:solidFill>
            <a:srgbClr val="A8D8D8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88" name="Rect 88"/>
          <p:cNvSpPr/>
          <p:nvPr/>
        </p:nvSpPr>
        <p:spPr>
          <a:xfrm>
            <a:off x="6698176" y="3146195"/>
            <a:ext cx="251226" cy="246530"/>
          </a:xfrm>
          <a:prstGeom prst="rect">
            <a:avLst/>
          </a:prstGeom>
          <a:solidFill>
            <a:srgbClr val="C5E5E5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89" name="Rect 89"/>
          <p:cNvSpPr/>
          <p:nvPr/>
        </p:nvSpPr>
        <p:spPr>
          <a:xfrm>
            <a:off x="6949402" y="3146195"/>
            <a:ext cx="251226" cy="246530"/>
          </a:xfrm>
          <a:prstGeom prst="rect">
            <a:avLst/>
          </a:prstGeom>
          <a:solidFill>
            <a:srgbClr val="E6F5F4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90" name="Rect 90"/>
          <p:cNvSpPr/>
          <p:nvPr/>
        </p:nvSpPr>
        <p:spPr>
          <a:xfrm>
            <a:off x="7200628" y="3146195"/>
            <a:ext cx="251226" cy="246530"/>
          </a:xfrm>
          <a:prstGeom prst="rect">
            <a:avLst/>
          </a:prstGeom>
          <a:solidFill>
            <a:srgbClr val="CDE8E7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91" name="Rect 91"/>
          <p:cNvSpPr/>
          <p:nvPr/>
        </p:nvSpPr>
        <p:spPr>
          <a:xfrm>
            <a:off x="7451854" y="3146195"/>
            <a:ext cx="251226" cy="246530"/>
          </a:xfrm>
          <a:prstGeom prst="rect">
            <a:avLst/>
          </a:prstGeom>
          <a:solidFill>
            <a:srgbClr val="ABDAD8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92" name="Rect 92"/>
          <p:cNvSpPr/>
          <p:nvPr/>
        </p:nvSpPr>
        <p:spPr>
          <a:xfrm>
            <a:off x="6698176" y="3392726"/>
            <a:ext cx="251226" cy="246530"/>
          </a:xfrm>
          <a:prstGeom prst="rect">
            <a:avLst/>
          </a:prstGeom>
          <a:solidFill>
            <a:srgbClr val="E4F4F3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93" name="Rect 93"/>
          <p:cNvSpPr/>
          <p:nvPr/>
        </p:nvSpPr>
        <p:spPr>
          <a:xfrm>
            <a:off x="6949402" y="3392726"/>
            <a:ext cx="251226" cy="246530"/>
          </a:xfrm>
          <a:prstGeom prst="rect">
            <a:avLst/>
          </a:prstGeom>
          <a:solidFill>
            <a:srgbClr val="2E9A9E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94" name="Rect 94"/>
          <p:cNvSpPr/>
          <p:nvPr/>
        </p:nvSpPr>
        <p:spPr>
          <a:xfrm>
            <a:off x="7200628" y="3392726"/>
            <a:ext cx="251226" cy="246530"/>
          </a:xfrm>
          <a:prstGeom prst="rect">
            <a:avLst/>
          </a:prstGeom>
          <a:solidFill>
            <a:srgbClr val="E3F3F2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95" name="Rect 95"/>
          <p:cNvSpPr/>
          <p:nvPr/>
        </p:nvSpPr>
        <p:spPr>
          <a:xfrm>
            <a:off x="7451854" y="3392726"/>
            <a:ext cx="251226" cy="246530"/>
          </a:xfrm>
          <a:prstGeom prst="rect">
            <a:avLst/>
          </a:prstGeom>
          <a:solidFill>
            <a:srgbClr val="E2F2F2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96" name="Rect 96"/>
          <p:cNvSpPr/>
          <p:nvPr/>
        </p:nvSpPr>
        <p:spPr>
          <a:xfrm>
            <a:off x="6698176" y="3639256"/>
            <a:ext cx="251226" cy="246530"/>
          </a:xfrm>
          <a:prstGeom prst="rect">
            <a:avLst/>
          </a:prstGeom>
          <a:solidFill>
            <a:srgbClr val="A9D7D7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97" name="Rect 97"/>
          <p:cNvSpPr/>
          <p:nvPr/>
        </p:nvSpPr>
        <p:spPr>
          <a:xfrm>
            <a:off x="6949402" y="3639256"/>
            <a:ext cx="251226" cy="246530"/>
          </a:xfrm>
          <a:prstGeom prst="rect">
            <a:avLst/>
          </a:prstGeom>
          <a:solidFill>
            <a:srgbClr val="E2F3F3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98" name="Rect 98"/>
          <p:cNvSpPr/>
          <p:nvPr/>
        </p:nvSpPr>
        <p:spPr>
          <a:xfrm>
            <a:off x="7200628" y="3639256"/>
            <a:ext cx="251226" cy="246530"/>
          </a:xfrm>
          <a:prstGeom prst="rect">
            <a:avLst/>
          </a:prstGeom>
          <a:solidFill>
            <a:srgbClr val="2B9A9F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99" name="Rect 99"/>
          <p:cNvSpPr/>
          <p:nvPr/>
        </p:nvSpPr>
        <p:spPr>
          <a:xfrm>
            <a:off x="7451854" y="3639256"/>
            <a:ext cx="251226" cy="246530"/>
          </a:xfrm>
          <a:prstGeom prst="rect">
            <a:avLst/>
          </a:prstGeom>
          <a:solidFill>
            <a:srgbClr val="E0F2F1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00" name="Rect 100"/>
          <p:cNvSpPr/>
          <p:nvPr/>
        </p:nvSpPr>
        <p:spPr>
          <a:xfrm>
            <a:off x="6698176" y="3885786"/>
            <a:ext cx="251226" cy="246530"/>
          </a:xfrm>
          <a:prstGeom prst="rect">
            <a:avLst/>
          </a:prstGeom>
          <a:solidFill>
            <a:srgbClr val="CCE8E8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01" name="Rect 101"/>
          <p:cNvSpPr/>
          <p:nvPr/>
        </p:nvSpPr>
        <p:spPr>
          <a:xfrm>
            <a:off x="6949402" y="3885786"/>
            <a:ext cx="251226" cy="246530"/>
          </a:xfrm>
          <a:prstGeom prst="rect">
            <a:avLst/>
          </a:prstGeom>
          <a:solidFill>
            <a:srgbClr val="E5F4F3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02" name="Rect 102"/>
          <p:cNvSpPr/>
          <p:nvPr/>
        </p:nvSpPr>
        <p:spPr>
          <a:xfrm>
            <a:off x="7200628" y="3885786"/>
            <a:ext cx="251226" cy="246530"/>
          </a:xfrm>
          <a:prstGeom prst="rect">
            <a:avLst/>
          </a:prstGeom>
          <a:solidFill>
            <a:srgbClr val="E2F3F2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03" name="Rect 103"/>
          <p:cNvSpPr/>
          <p:nvPr/>
        </p:nvSpPr>
        <p:spPr>
          <a:xfrm>
            <a:off x="7451854" y="3885786"/>
            <a:ext cx="251226" cy="246530"/>
          </a:xfrm>
          <a:prstGeom prst="rect">
            <a:avLst/>
          </a:prstGeom>
          <a:solidFill>
            <a:srgbClr val="A2D4D4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04" name="Line 104"/>
          <p:cNvSpPr/>
          <p:nvPr/>
        </p:nvSpPr>
        <p:spPr>
          <a:xfrm>
            <a:off x="6538518" y="4517373"/>
            <a:ext cx="4958779" cy="0"/>
          </a:xfrm>
          <a:prstGeom prst="line">
            <a:avLst/>
          </a:prstGeom>
          <a:noFill/>
          <a:ln w="14087">
            <a:solidFill>
              <a:srgbClr val="819BA2"/>
            </a:solidFill>
          </a:ln>
        </p:spPr>
        <p:txBody>
          <a:bodyPr/>
          <a:lstStyle/>
          <a:p/>
        </p:txBody>
      </p:sp>
      <p:sp>
        <p:nvSpPr>
          <p:cNvPr id="105" name="Rect 105"/>
          <p:cNvSpPr/>
          <p:nvPr/>
        </p:nvSpPr>
        <p:spPr>
          <a:xfrm>
            <a:off x="13131441" y="2282166"/>
            <a:ext cx="293488" cy="293488"/>
          </a:xfrm>
          <a:prstGeom prst="rect">
            <a:avLst/>
          </a:prstGeom>
          <a:solidFill>
            <a:srgbClr val="2D9A9E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06" name="Rect 106"/>
          <p:cNvSpPr/>
          <p:nvPr/>
        </p:nvSpPr>
        <p:spPr>
          <a:xfrm>
            <a:off x="13424929" y="2282166"/>
            <a:ext cx="293488" cy="293488"/>
          </a:xfrm>
          <a:prstGeom prst="rect">
            <a:avLst/>
          </a:prstGeom>
          <a:solidFill>
            <a:srgbClr val="CAE7E6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07" name="Rect 107"/>
          <p:cNvSpPr/>
          <p:nvPr/>
        </p:nvSpPr>
        <p:spPr>
          <a:xfrm>
            <a:off x="13718417" y="2282166"/>
            <a:ext cx="293488" cy="293488"/>
          </a:xfrm>
          <a:prstGeom prst="rect">
            <a:avLst/>
          </a:prstGeom>
          <a:solidFill>
            <a:srgbClr val="D0E9E8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08" name="Rect 108"/>
          <p:cNvSpPr/>
          <p:nvPr/>
        </p:nvSpPr>
        <p:spPr>
          <a:xfrm>
            <a:off x="14011906" y="2282166"/>
            <a:ext cx="293488" cy="293488"/>
          </a:xfrm>
          <a:prstGeom prst="rect">
            <a:avLst/>
          </a:prstGeom>
          <a:solidFill>
            <a:srgbClr val="E7F5F5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09" name="Rect 109"/>
          <p:cNvSpPr/>
          <p:nvPr/>
        </p:nvSpPr>
        <p:spPr>
          <a:xfrm>
            <a:off x="13131441" y="2575654"/>
            <a:ext cx="293488" cy="293488"/>
          </a:xfrm>
          <a:prstGeom prst="rect">
            <a:avLst/>
          </a:prstGeom>
          <a:solidFill>
            <a:srgbClr val="D5ECEB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10" name="Rect 110"/>
          <p:cNvSpPr/>
          <p:nvPr/>
        </p:nvSpPr>
        <p:spPr>
          <a:xfrm>
            <a:off x="13424929" y="2575654"/>
            <a:ext cx="293488" cy="293488"/>
          </a:xfrm>
          <a:prstGeom prst="rect">
            <a:avLst/>
          </a:prstGeom>
          <a:solidFill>
            <a:srgbClr val="2B999D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11" name="Rect 111"/>
          <p:cNvSpPr/>
          <p:nvPr/>
        </p:nvSpPr>
        <p:spPr>
          <a:xfrm>
            <a:off x="13718417" y="2575654"/>
            <a:ext cx="293488" cy="293488"/>
          </a:xfrm>
          <a:prstGeom prst="rect">
            <a:avLst/>
          </a:prstGeom>
          <a:solidFill>
            <a:srgbClr val="B5DDDD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12" name="Rect 112"/>
          <p:cNvSpPr/>
          <p:nvPr/>
        </p:nvSpPr>
        <p:spPr>
          <a:xfrm>
            <a:off x="14011906" y="2575654"/>
            <a:ext cx="293488" cy="293488"/>
          </a:xfrm>
          <a:prstGeom prst="rect">
            <a:avLst/>
          </a:prstGeom>
          <a:solidFill>
            <a:srgbClr val="E4F4F3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13" name="Rect 113"/>
          <p:cNvSpPr/>
          <p:nvPr/>
        </p:nvSpPr>
        <p:spPr>
          <a:xfrm>
            <a:off x="13131441" y="2869142"/>
            <a:ext cx="293488" cy="293488"/>
          </a:xfrm>
          <a:prstGeom prst="rect">
            <a:avLst/>
          </a:prstGeom>
          <a:solidFill>
            <a:srgbClr val="D4EBEA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14" name="Rect 114"/>
          <p:cNvSpPr/>
          <p:nvPr/>
        </p:nvSpPr>
        <p:spPr>
          <a:xfrm>
            <a:off x="13424929" y="2869142"/>
            <a:ext cx="293488" cy="293488"/>
          </a:xfrm>
          <a:prstGeom prst="rect">
            <a:avLst/>
          </a:prstGeom>
          <a:solidFill>
            <a:srgbClr val="E8F5F5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15" name="Rect 115"/>
          <p:cNvSpPr/>
          <p:nvPr/>
        </p:nvSpPr>
        <p:spPr>
          <a:xfrm>
            <a:off x="13718417" y="2869142"/>
            <a:ext cx="293488" cy="293488"/>
          </a:xfrm>
          <a:prstGeom prst="rect">
            <a:avLst/>
          </a:prstGeom>
          <a:solidFill>
            <a:srgbClr val="B0DADA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16" name="Rect 116"/>
          <p:cNvSpPr/>
          <p:nvPr/>
        </p:nvSpPr>
        <p:spPr>
          <a:xfrm>
            <a:off x="14011906" y="2869142"/>
            <a:ext cx="293488" cy="293488"/>
          </a:xfrm>
          <a:prstGeom prst="rect">
            <a:avLst/>
          </a:prstGeom>
          <a:solidFill>
            <a:srgbClr val="83C4C5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17" name="Rect 117"/>
          <p:cNvSpPr/>
          <p:nvPr/>
        </p:nvSpPr>
        <p:spPr>
          <a:xfrm>
            <a:off x="13131441" y="3162631"/>
            <a:ext cx="293488" cy="293488"/>
          </a:xfrm>
          <a:prstGeom prst="rect">
            <a:avLst/>
          </a:prstGeom>
          <a:solidFill>
            <a:srgbClr val="93CFCE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18" name="Rect 118"/>
          <p:cNvSpPr/>
          <p:nvPr/>
        </p:nvSpPr>
        <p:spPr>
          <a:xfrm>
            <a:off x="13424929" y="3162631"/>
            <a:ext cx="293488" cy="293488"/>
          </a:xfrm>
          <a:prstGeom prst="rect">
            <a:avLst/>
          </a:prstGeom>
          <a:solidFill>
            <a:srgbClr val="C4E4E3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19" name="Rect 119"/>
          <p:cNvSpPr/>
          <p:nvPr/>
        </p:nvSpPr>
        <p:spPr>
          <a:xfrm>
            <a:off x="13718417" y="3162631"/>
            <a:ext cx="293488" cy="293488"/>
          </a:xfrm>
          <a:prstGeom prst="rect">
            <a:avLst/>
          </a:prstGeom>
          <a:solidFill>
            <a:srgbClr val="E5F4F3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20" name="Rect 120"/>
          <p:cNvSpPr/>
          <p:nvPr/>
        </p:nvSpPr>
        <p:spPr>
          <a:xfrm>
            <a:off x="14011906" y="3162631"/>
            <a:ext cx="293488" cy="293488"/>
          </a:xfrm>
          <a:prstGeom prst="rect">
            <a:avLst/>
          </a:prstGeom>
          <a:solidFill>
            <a:srgbClr val="C3E3E3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21" name="Polygon 121"/>
          <p:cNvSpPr/>
          <p:nvPr/>
        </p:nvSpPr>
        <p:spPr>
          <a:xfrm>
            <a:off x="7815779" y="1129343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CFE6E8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122" name="Polygon 122"/>
          <p:cNvSpPr/>
          <p:nvPr/>
        </p:nvSpPr>
        <p:spPr>
          <a:xfrm>
            <a:off x="7942566" y="1084733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DCEFF0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123" name="Polygon 123"/>
          <p:cNvSpPr/>
          <p:nvPr/>
        </p:nvSpPr>
        <p:spPr>
          <a:xfrm>
            <a:off x="8069353" y="1040123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ECF7F7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124" name="Polygon 124"/>
          <p:cNvSpPr/>
          <p:nvPr/>
        </p:nvSpPr>
        <p:spPr>
          <a:xfrm>
            <a:off x="8196140" y="995513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CFE6E8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125" name="Polygon 125"/>
          <p:cNvSpPr/>
          <p:nvPr/>
        </p:nvSpPr>
        <p:spPr>
          <a:xfrm>
            <a:off x="7815779" y="1321872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DCEFF0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126" name="Polygon 126"/>
          <p:cNvSpPr/>
          <p:nvPr/>
        </p:nvSpPr>
        <p:spPr>
          <a:xfrm>
            <a:off x="7942566" y="1277261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ECF7F7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127" name="Polygon 127"/>
          <p:cNvSpPr/>
          <p:nvPr/>
        </p:nvSpPr>
        <p:spPr>
          <a:xfrm>
            <a:off x="8069353" y="1232651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CFE6E8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128" name="Polygon 128"/>
          <p:cNvSpPr/>
          <p:nvPr/>
        </p:nvSpPr>
        <p:spPr>
          <a:xfrm>
            <a:off x="8196140" y="1188041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DCEFF0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129" name="Polygon 129"/>
          <p:cNvSpPr/>
          <p:nvPr/>
        </p:nvSpPr>
        <p:spPr>
          <a:xfrm>
            <a:off x="7815779" y="1514400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ECF7F7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130" name="Polygon 130"/>
          <p:cNvSpPr/>
          <p:nvPr/>
        </p:nvSpPr>
        <p:spPr>
          <a:xfrm>
            <a:off x="7942566" y="1469790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CFE6E8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131" name="Polygon 131"/>
          <p:cNvSpPr/>
          <p:nvPr/>
        </p:nvSpPr>
        <p:spPr>
          <a:xfrm>
            <a:off x="8069353" y="1425180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DCEFF0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132" name="Polygon 132"/>
          <p:cNvSpPr/>
          <p:nvPr/>
        </p:nvSpPr>
        <p:spPr>
          <a:xfrm>
            <a:off x="8196140" y="1380569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ECF7F7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133" name="Polygon 133"/>
          <p:cNvSpPr/>
          <p:nvPr/>
        </p:nvSpPr>
        <p:spPr>
          <a:xfrm>
            <a:off x="7815779" y="1706928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CFE6E8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134" name="Polygon 134"/>
          <p:cNvSpPr/>
          <p:nvPr/>
        </p:nvSpPr>
        <p:spPr>
          <a:xfrm>
            <a:off x="7942566" y="1662318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DCEFF0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135" name="Polygon 135"/>
          <p:cNvSpPr/>
          <p:nvPr/>
        </p:nvSpPr>
        <p:spPr>
          <a:xfrm>
            <a:off x="8069353" y="1617708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ECF7F7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136" name="Polygon 136"/>
          <p:cNvSpPr/>
          <p:nvPr/>
        </p:nvSpPr>
        <p:spPr>
          <a:xfrm>
            <a:off x="8196140" y="1573098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CFE6E8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137" name="Rect 137"/>
          <p:cNvSpPr/>
          <p:nvPr/>
        </p:nvSpPr>
        <p:spPr>
          <a:xfrm>
            <a:off x="9665930" y="1042471"/>
            <a:ext cx="845246" cy="845246"/>
          </a:xfrm>
          <a:prstGeom prst="rect">
            <a:avLst/>
          </a:prstGeom>
          <a:noFill/>
          <a:ln w="11739">
            <a:solidFill>
              <a:srgbClr val="223A43"/>
            </a:solidFill>
          </a:ln>
        </p:spPr>
        <p:txBody>
          <a:bodyPr/>
          <a:lstStyle/>
          <a:p/>
        </p:txBody>
      </p:sp>
      <p:sp>
        <p:nvSpPr>
          <p:cNvPr id="138" name="Rect 138"/>
          <p:cNvSpPr/>
          <p:nvPr/>
        </p:nvSpPr>
        <p:spPr>
          <a:xfrm>
            <a:off x="6698176" y="3146195"/>
            <a:ext cx="1004904" cy="986121"/>
          </a:xfrm>
          <a:prstGeom prst="rect">
            <a:avLst/>
          </a:prstGeom>
          <a:noFill/>
          <a:ln w="11739">
            <a:solidFill>
              <a:srgbClr val="223A43"/>
            </a:solidFill>
          </a:ln>
        </p:spPr>
        <p:txBody>
          <a:bodyPr/>
          <a:lstStyle/>
          <a:p/>
        </p:txBody>
      </p:sp>
      <p:sp>
        <p:nvSpPr>
          <p:cNvPr id="139" name="Rect 139"/>
          <p:cNvSpPr/>
          <p:nvPr/>
        </p:nvSpPr>
        <p:spPr>
          <a:xfrm>
            <a:off x="13131441" y="2282166"/>
            <a:ext cx="1173953" cy="1173953"/>
          </a:xfrm>
          <a:prstGeom prst="rect">
            <a:avLst/>
          </a:prstGeom>
          <a:noFill/>
          <a:ln w="11739">
            <a:solidFill>
              <a:srgbClr val="223A43"/>
            </a:solidFill>
          </a:ln>
        </p:spPr>
        <p:txBody>
          <a:bodyPr/>
          <a:lstStyle/>
          <a:p/>
        </p:txBody>
      </p:sp>
      <p:sp>
        <p:nvSpPr>
          <p:cNvPr id="140" name="Line 140"/>
          <p:cNvSpPr/>
          <p:nvPr/>
        </p:nvSpPr>
        <p:spPr>
          <a:xfrm>
            <a:off x="753275" y="2545131"/>
            <a:ext cx="131483" cy="0"/>
          </a:xfrm>
          <a:prstGeom prst="line">
            <a:avLst/>
          </a:prstGeom>
          <a:noFill/>
          <a:ln w="1126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41" name="Line 141"/>
          <p:cNvSpPr/>
          <p:nvPr/>
        </p:nvSpPr>
        <p:spPr>
          <a:xfrm>
            <a:off x="1128940" y="2545131"/>
            <a:ext cx="122091" cy="0"/>
          </a:xfrm>
          <a:prstGeom prst="line">
            <a:avLst/>
          </a:prstGeom>
          <a:noFill/>
          <a:ln w="1126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42" name="Line 142"/>
          <p:cNvSpPr/>
          <p:nvPr/>
        </p:nvSpPr>
        <p:spPr>
          <a:xfrm>
            <a:off x="1495214" y="2545131"/>
            <a:ext cx="122091" cy="0"/>
          </a:xfrm>
          <a:prstGeom prst="line">
            <a:avLst/>
          </a:prstGeom>
          <a:noFill/>
          <a:ln w="1126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43" name="Line 143"/>
          <p:cNvSpPr/>
          <p:nvPr/>
        </p:nvSpPr>
        <p:spPr>
          <a:xfrm>
            <a:off x="1861487" y="2545131"/>
            <a:ext cx="122091" cy="0"/>
          </a:xfrm>
          <a:prstGeom prst="line">
            <a:avLst/>
          </a:prstGeom>
          <a:noFill/>
          <a:ln w="1126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44" name="Line 144"/>
          <p:cNvSpPr/>
          <p:nvPr/>
        </p:nvSpPr>
        <p:spPr>
          <a:xfrm>
            <a:off x="753275" y="2911405"/>
            <a:ext cx="131483" cy="0"/>
          </a:xfrm>
          <a:prstGeom prst="line">
            <a:avLst/>
          </a:prstGeom>
          <a:noFill/>
          <a:ln w="1126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45" name="Line 145"/>
          <p:cNvSpPr/>
          <p:nvPr/>
        </p:nvSpPr>
        <p:spPr>
          <a:xfrm>
            <a:off x="1128940" y="2911405"/>
            <a:ext cx="122091" cy="0"/>
          </a:xfrm>
          <a:prstGeom prst="line">
            <a:avLst/>
          </a:prstGeom>
          <a:noFill/>
          <a:ln w="1126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46" name="Line 146"/>
          <p:cNvSpPr/>
          <p:nvPr/>
        </p:nvSpPr>
        <p:spPr>
          <a:xfrm>
            <a:off x="1495214" y="2911405"/>
            <a:ext cx="122091" cy="0"/>
          </a:xfrm>
          <a:prstGeom prst="line">
            <a:avLst/>
          </a:prstGeom>
          <a:noFill/>
          <a:ln w="1126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47" name="Line 147"/>
          <p:cNvSpPr/>
          <p:nvPr/>
        </p:nvSpPr>
        <p:spPr>
          <a:xfrm>
            <a:off x="1861487" y="2911405"/>
            <a:ext cx="122091" cy="0"/>
          </a:xfrm>
          <a:prstGeom prst="line">
            <a:avLst/>
          </a:prstGeom>
          <a:noFill/>
          <a:ln w="1126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48" name="Line 148"/>
          <p:cNvSpPr/>
          <p:nvPr/>
        </p:nvSpPr>
        <p:spPr>
          <a:xfrm>
            <a:off x="753275" y="3287070"/>
            <a:ext cx="131483" cy="0"/>
          </a:xfrm>
          <a:prstGeom prst="line">
            <a:avLst/>
          </a:prstGeom>
          <a:noFill/>
          <a:ln w="1126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49" name="Line 149"/>
          <p:cNvSpPr/>
          <p:nvPr/>
        </p:nvSpPr>
        <p:spPr>
          <a:xfrm>
            <a:off x="1128940" y="3287070"/>
            <a:ext cx="122091" cy="0"/>
          </a:xfrm>
          <a:prstGeom prst="line">
            <a:avLst/>
          </a:prstGeom>
          <a:noFill/>
          <a:ln w="1126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50" name="Line 150"/>
          <p:cNvSpPr/>
          <p:nvPr/>
        </p:nvSpPr>
        <p:spPr>
          <a:xfrm>
            <a:off x="1495214" y="3287070"/>
            <a:ext cx="122091" cy="0"/>
          </a:xfrm>
          <a:prstGeom prst="line">
            <a:avLst/>
          </a:prstGeom>
          <a:noFill/>
          <a:ln w="1126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51" name="Line 151"/>
          <p:cNvSpPr/>
          <p:nvPr/>
        </p:nvSpPr>
        <p:spPr>
          <a:xfrm>
            <a:off x="1861487" y="3287070"/>
            <a:ext cx="122091" cy="0"/>
          </a:xfrm>
          <a:prstGeom prst="line">
            <a:avLst/>
          </a:prstGeom>
          <a:noFill/>
          <a:ln w="1126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52" name="Polygon 152"/>
          <p:cNvSpPr/>
          <p:nvPr/>
        </p:nvSpPr>
        <p:spPr>
          <a:xfrm>
            <a:off x="7308631" y="995513"/>
            <a:ext cx="507148" cy="94855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noFill/>
          <a:ln w="8452">
            <a:solidFill>
              <a:srgbClr val="76949E"/>
            </a:solidFill>
          </a:ln>
        </p:spPr>
        <p:txBody>
          <a:bodyPr/>
          <a:lstStyle/>
          <a:p/>
        </p:txBody>
      </p:sp>
      <p:sp>
        <p:nvSpPr>
          <p:cNvPr id="153" name="Roundrect 153"/>
          <p:cNvSpPr/>
          <p:nvPr/>
        </p:nvSpPr>
        <p:spPr>
          <a:xfrm>
            <a:off x="14944025" y="2498173"/>
            <a:ext cx="1117604" cy="854638"/>
          </a:xfrm>
          <a:prstGeom prst="roundRect">
            <a:avLst>
              <a:gd name="adj" fmla="val 4396"/>
            </a:avLst>
          </a:prstGeom>
          <a:solidFill>
            <a:srgbClr val="DCE4E8"/>
          </a:solidFill>
          <a:ln w="11269">
            <a:solidFill>
              <a:srgbClr val="718996"/>
            </a:solidFill>
          </a:ln>
        </p:spPr>
        <p:txBody>
          <a:bodyPr/>
          <a:lstStyle/>
          <a:p/>
        </p:txBody>
      </p:sp>
      <p:sp>
        <p:nvSpPr>
          <p:cNvPr id="154" name="Polygon 154"/>
          <p:cNvSpPr/>
          <p:nvPr/>
        </p:nvSpPr>
        <p:spPr>
          <a:xfrm>
            <a:off x="884758" y="2517520"/>
            <a:ext cx="56350" cy="5522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" name="Polygon 155"/>
          <p:cNvSpPr/>
          <p:nvPr/>
        </p:nvSpPr>
        <p:spPr>
          <a:xfrm>
            <a:off x="1251032" y="2517520"/>
            <a:ext cx="56350" cy="5522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" name="Polygon 156"/>
          <p:cNvSpPr/>
          <p:nvPr/>
        </p:nvSpPr>
        <p:spPr>
          <a:xfrm>
            <a:off x="1617305" y="2517520"/>
            <a:ext cx="56350" cy="5522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" name="Polygon 157"/>
          <p:cNvSpPr/>
          <p:nvPr/>
        </p:nvSpPr>
        <p:spPr>
          <a:xfrm>
            <a:off x="1983578" y="2517520"/>
            <a:ext cx="56350" cy="5522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" name="Polygon 158"/>
          <p:cNvSpPr/>
          <p:nvPr/>
        </p:nvSpPr>
        <p:spPr>
          <a:xfrm>
            <a:off x="884758" y="2883793"/>
            <a:ext cx="56350" cy="5522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9" name="Polygon 159"/>
          <p:cNvSpPr/>
          <p:nvPr/>
        </p:nvSpPr>
        <p:spPr>
          <a:xfrm>
            <a:off x="1251032" y="2883793"/>
            <a:ext cx="56350" cy="5522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0" name="Polygon 160"/>
          <p:cNvSpPr/>
          <p:nvPr/>
        </p:nvSpPr>
        <p:spPr>
          <a:xfrm>
            <a:off x="1617305" y="2883793"/>
            <a:ext cx="56350" cy="5522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1" name="Polygon 161"/>
          <p:cNvSpPr/>
          <p:nvPr/>
        </p:nvSpPr>
        <p:spPr>
          <a:xfrm>
            <a:off x="1983578" y="2883793"/>
            <a:ext cx="56350" cy="5522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2" name="Polygon 162"/>
          <p:cNvSpPr/>
          <p:nvPr/>
        </p:nvSpPr>
        <p:spPr>
          <a:xfrm>
            <a:off x="884758" y="3259458"/>
            <a:ext cx="56350" cy="5522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3" name="Polygon 163"/>
          <p:cNvSpPr/>
          <p:nvPr/>
        </p:nvSpPr>
        <p:spPr>
          <a:xfrm>
            <a:off x="1251032" y="3259458"/>
            <a:ext cx="56350" cy="5522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4" name="Polygon 164"/>
          <p:cNvSpPr/>
          <p:nvPr/>
        </p:nvSpPr>
        <p:spPr>
          <a:xfrm>
            <a:off x="1617305" y="3259458"/>
            <a:ext cx="56350" cy="5522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" name="Polygon 165"/>
          <p:cNvSpPr/>
          <p:nvPr/>
        </p:nvSpPr>
        <p:spPr>
          <a:xfrm>
            <a:off x="1983578" y="3259458"/>
            <a:ext cx="56350" cy="5522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6" name="Polygon 166"/>
          <p:cNvSpPr/>
          <p:nvPr/>
        </p:nvSpPr>
        <p:spPr>
          <a:xfrm>
            <a:off x="7562205" y="995513"/>
            <a:ext cx="507148" cy="94855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noFill/>
          <a:ln w="8452">
            <a:solidFill>
              <a:srgbClr val="76949E"/>
            </a:solidFill>
          </a:ln>
        </p:spPr>
        <p:txBody>
          <a:bodyPr/>
          <a:lstStyle/>
          <a:p/>
        </p:txBody>
      </p:sp>
      <p:sp>
        <p:nvSpPr>
          <p:cNvPr id="167" name="Polygon 167"/>
          <p:cNvSpPr/>
          <p:nvPr/>
        </p:nvSpPr>
        <p:spPr>
          <a:xfrm>
            <a:off x="7815779" y="995513"/>
            <a:ext cx="507148" cy="94855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noFill/>
          <a:ln w="8452">
            <a:solidFill>
              <a:srgbClr val="76949E"/>
            </a:solidFill>
          </a:ln>
        </p:spPr>
        <p:txBody>
          <a:bodyPr/>
          <a:lstStyle/>
          <a:p/>
        </p:txBody>
      </p:sp>
      <p:sp>
        <p:nvSpPr>
          <p:cNvPr id="168" name="Line 168"/>
          <p:cNvSpPr/>
          <p:nvPr/>
        </p:nvSpPr>
        <p:spPr>
          <a:xfrm>
            <a:off x="14418094" y="2930188"/>
            <a:ext cx="338099" cy="0"/>
          </a:xfrm>
          <a:prstGeom prst="line">
            <a:avLst/>
          </a:prstGeom>
          <a:noFill/>
          <a:ln w="26296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169" name="Line 169"/>
          <p:cNvSpPr/>
          <p:nvPr/>
        </p:nvSpPr>
        <p:spPr>
          <a:xfrm>
            <a:off x="16127370" y="2930188"/>
            <a:ext cx="300532" cy="0"/>
          </a:xfrm>
          <a:prstGeom prst="line">
            <a:avLst/>
          </a:prstGeom>
          <a:noFill/>
          <a:ln w="25357">
            <a:solidFill>
              <a:srgbClr val="688690"/>
            </a:solidFill>
          </a:ln>
        </p:spPr>
        <p:txBody>
          <a:bodyPr/>
          <a:lstStyle/>
          <a:p/>
        </p:txBody>
      </p:sp>
      <p:sp>
        <p:nvSpPr>
          <p:cNvPr id="170" name="Polygon 170"/>
          <p:cNvSpPr/>
          <p:nvPr/>
        </p:nvSpPr>
        <p:spPr>
          <a:xfrm>
            <a:off x="14756192" y="2865761"/>
            <a:ext cx="131483" cy="12885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71" name="Polygon 171"/>
          <p:cNvSpPr/>
          <p:nvPr/>
        </p:nvSpPr>
        <p:spPr>
          <a:xfrm>
            <a:off x="16427902" y="2870363"/>
            <a:ext cx="122091" cy="11964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688690"/>
          </a:solidFill>
          <a:ln>
            <a:noFill/>
          </a:ln>
        </p:spPr>
        <p:txBody>
          <a:bodyPr/>
          <a:lstStyle/>
          <a:p/>
        </p:txBody>
      </p:sp>
      <p:sp>
        <p:nvSpPr>
          <p:cNvPr id="172" name="Ellipse 172"/>
          <p:cNvSpPr/>
          <p:nvPr/>
        </p:nvSpPr>
        <p:spPr>
          <a:xfrm>
            <a:off x="565443" y="2451215"/>
            <a:ext cx="187833" cy="187833"/>
          </a:xfrm>
          <a:prstGeom prst="ellipse">
            <a:avLst/>
          </a:prstGeom>
          <a:solidFill>
            <a:srgbClr val="C2DCE1"/>
          </a:solidFill>
          <a:ln w="11269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173" name="Ellipse 173"/>
          <p:cNvSpPr/>
          <p:nvPr/>
        </p:nvSpPr>
        <p:spPr>
          <a:xfrm>
            <a:off x="941108" y="2451215"/>
            <a:ext cx="187833" cy="187833"/>
          </a:xfrm>
          <a:prstGeom prst="ellipse">
            <a:avLst/>
          </a:prstGeom>
          <a:solidFill>
            <a:srgbClr val="BCD7DD"/>
          </a:solidFill>
          <a:ln w="11269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174" name="Ellipse 174"/>
          <p:cNvSpPr/>
          <p:nvPr/>
        </p:nvSpPr>
        <p:spPr>
          <a:xfrm>
            <a:off x="1307381" y="2451215"/>
            <a:ext cx="187833" cy="187833"/>
          </a:xfrm>
          <a:prstGeom prst="ellipse">
            <a:avLst/>
          </a:prstGeom>
          <a:solidFill>
            <a:srgbClr val="BCD7DD"/>
          </a:solidFill>
          <a:ln w="11269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175" name="Ellipse 175"/>
          <p:cNvSpPr/>
          <p:nvPr/>
        </p:nvSpPr>
        <p:spPr>
          <a:xfrm>
            <a:off x="1673655" y="2451215"/>
            <a:ext cx="187833" cy="187833"/>
          </a:xfrm>
          <a:prstGeom prst="ellipse">
            <a:avLst/>
          </a:prstGeom>
          <a:solidFill>
            <a:srgbClr val="B3D2D8"/>
          </a:solidFill>
          <a:ln w="11269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176" name="Ellipse 176"/>
          <p:cNvSpPr/>
          <p:nvPr/>
        </p:nvSpPr>
        <p:spPr>
          <a:xfrm>
            <a:off x="2039928" y="2451215"/>
            <a:ext cx="187833" cy="187833"/>
          </a:xfrm>
          <a:prstGeom prst="ellipse">
            <a:avLst/>
          </a:prstGeom>
          <a:solidFill>
            <a:srgbClr val="2197A1"/>
          </a:solidFill>
          <a:ln w="11269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177" name="Ellipse 177"/>
          <p:cNvSpPr/>
          <p:nvPr/>
        </p:nvSpPr>
        <p:spPr>
          <a:xfrm>
            <a:off x="565443" y="2817488"/>
            <a:ext cx="187833" cy="187833"/>
          </a:xfrm>
          <a:prstGeom prst="ellipse">
            <a:avLst/>
          </a:prstGeom>
          <a:solidFill>
            <a:srgbClr val="BED9DE"/>
          </a:solidFill>
          <a:ln w="11269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178" name="Ellipse 178"/>
          <p:cNvSpPr/>
          <p:nvPr/>
        </p:nvSpPr>
        <p:spPr>
          <a:xfrm>
            <a:off x="941108" y="2817488"/>
            <a:ext cx="187833" cy="187833"/>
          </a:xfrm>
          <a:prstGeom prst="ellipse">
            <a:avLst/>
          </a:prstGeom>
          <a:solidFill>
            <a:srgbClr val="2799A3"/>
          </a:solidFill>
          <a:ln w="11269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179" name="Ellipse 179"/>
          <p:cNvSpPr/>
          <p:nvPr/>
        </p:nvSpPr>
        <p:spPr>
          <a:xfrm>
            <a:off x="1307381" y="2817488"/>
            <a:ext cx="187833" cy="187833"/>
          </a:xfrm>
          <a:prstGeom prst="ellipse">
            <a:avLst/>
          </a:prstGeom>
          <a:solidFill>
            <a:srgbClr val="2396A0"/>
          </a:solidFill>
          <a:ln w="11269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180" name="Ellipse 180"/>
          <p:cNvSpPr/>
          <p:nvPr/>
        </p:nvSpPr>
        <p:spPr>
          <a:xfrm>
            <a:off x="1673655" y="2817488"/>
            <a:ext cx="187833" cy="187833"/>
          </a:xfrm>
          <a:prstGeom prst="ellipse">
            <a:avLst/>
          </a:prstGeom>
          <a:solidFill>
            <a:srgbClr val="B1D1D7"/>
          </a:solidFill>
          <a:ln w="11269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181" name="Ellipse 181"/>
          <p:cNvSpPr/>
          <p:nvPr/>
        </p:nvSpPr>
        <p:spPr>
          <a:xfrm>
            <a:off x="2039928" y="2817488"/>
            <a:ext cx="187833" cy="187833"/>
          </a:xfrm>
          <a:prstGeom prst="ellipse">
            <a:avLst/>
          </a:prstGeom>
          <a:solidFill>
            <a:srgbClr val="C4DFE2"/>
          </a:solidFill>
          <a:ln w="11269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182" name="Ellipse 182"/>
          <p:cNvSpPr/>
          <p:nvPr/>
        </p:nvSpPr>
        <p:spPr>
          <a:xfrm>
            <a:off x="565443" y="3193153"/>
            <a:ext cx="187833" cy="187833"/>
          </a:xfrm>
          <a:prstGeom prst="ellipse">
            <a:avLst/>
          </a:prstGeom>
          <a:solidFill>
            <a:srgbClr val="86AAB5"/>
          </a:solidFill>
          <a:ln w="11269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183" name="Ellipse 183"/>
          <p:cNvSpPr/>
          <p:nvPr/>
        </p:nvSpPr>
        <p:spPr>
          <a:xfrm>
            <a:off x="941108" y="3193153"/>
            <a:ext cx="187833" cy="187833"/>
          </a:xfrm>
          <a:prstGeom prst="ellipse">
            <a:avLst/>
          </a:prstGeom>
          <a:solidFill>
            <a:srgbClr val="C5DFE3"/>
          </a:solidFill>
          <a:ln w="11269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184" name="Ellipse 184"/>
          <p:cNvSpPr/>
          <p:nvPr/>
        </p:nvSpPr>
        <p:spPr>
          <a:xfrm>
            <a:off x="1307381" y="3193153"/>
            <a:ext cx="187833" cy="187833"/>
          </a:xfrm>
          <a:prstGeom prst="ellipse">
            <a:avLst/>
          </a:prstGeom>
          <a:solidFill>
            <a:srgbClr val="BEDADE"/>
          </a:solidFill>
          <a:ln w="11269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185" name="Ellipse 185"/>
          <p:cNvSpPr/>
          <p:nvPr/>
        </p:nvSpPr>
        <p:spPr>
          <a:xfrm>
            <a:off x="1673655" y="3193153"/>
            <a:ext cx="187833" cy="187833"/>
          </a:xfrm>
          <a:prstGeom prst="ellipse">
            <a:avLst/>
          </a:prstGeom>
          <a:solidFill>
            <a:srgbClr val="138D97"/>
          </a:solidFill>
          <a:ln w="11269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186" name="Ellipse 186"/>
          <p:cNvSpPr/>
          <p:nvPr/>
        </p:nvSpPr>
        <p:spPr>
          <a:xfrm>
            <a:off x="2039928" y="3193153"/>
            <a:ext cx="187833" cy="187833"/>
          </a:xfrm>
          <a:prstGeom prst="ellipse">
            <a:avLst/>
          </a:prstGeom>
          <a:solidFill>
            <a:srgbClr val="BEDADE"/>
          </a:solidFill>
          <a:ln w="11269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187" name="Line 187"/>
          <p:cNvSpPr/>
          <p:nvPr/>
        </p:nvSpPr>
        <p:spPr>
          <a:xfrm flipV="1">
            <a:off x="8210228" y="3359120"/>
            <a:ext cx="38656" cy="40649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188" name="Line 188"/>
          <p:cNvSpPr/>
          <p:nvPr/>
        </p:nvSpPr>
        <p:spPr>
          <a:xfrm flipV="1">
            <a:off x="8248884" y="3321679"/>
            <a:ext cx="39444" cy="37441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189" name="Line 189"/>
          <p:cNvSpPr/>
          <p:nvPr/>
        </p:nvSpPr>
        <p:spPr>
          <a:xfrm flipV="1">
            <a:off x="8288328" y="3287421"/>
            <a:ext cx="40158" cy="34258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190" name="Line 190"/>
          <p:cNvSpPr/>
          <p:nvPr/>
        </p:nvSpPr>
        <p:spPr>
          <a:xfrm flipV="1">
            <a:off x="8328486" y="3256321"/>
            <a:ext cx="40797" cy="31100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191" name="Line 191"/>
          <p:cNvSpPr/>
          <p:nvPr/>
        </p:nvSpPr>
        <p:spPr>
          <a:xfrm flipV="1">
            <a:off x="8369283" y="3228352"/>
            <a:ext cx="41362" cy="27969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192" name="Line 192"/>
          <p:cNvSpPr/>
          <p:nvPr/>
        </p:nvSpPr>
        <p:spPr>
          <a:xfrm flipV="1">
            <a:off x="8410645" y="3203490"/>
            <a:ext cx="41852" cy="24863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193" name="Line 193"/>
          <p:cNvSpPr/>
          <p:nvPr/>
        </p:nvSpPr>
        <p:spPr>
          <a:xfrm flipV="1">
            <a:off x="8452497" y="3181707"/>
            <a:ext cx="42268" cy="21782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194" name="Line 194"/>
          <p:cNvSpPr/>
          <p:nvPr/>
        </p:nvSpPr>
        <p:spPr>
          <a:xfrm flipV="1">
            <a:off x="8494765" y="3162980"/>
            <a:ext cx="42609" cy="18728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195" name="Line 195"/>
          <p:cNvSpPr/>
          <p:nvPr/>
        </p:nvSpPr>
        <p:spPr>
          <a:xfrm flipV="1">
            <a:off x="8537374" y="3147281"/>
            <a:ext cx="42876" cy="15699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196" name="Line 196"/>
          <p:cNvSpPr/>
          <p:nvPr/>
        </p:nvSpPr>
        <p:spPr>
          <a:xfrm flipV="1">
            <a:off x="8580250" y="3134586"/>
            <a:ext cx="43069" cy="12695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197" name="Line 197"/>
          <p:cNvSpPr/>
          <p:nvPr/>
        </p:nvSpPr>
        <p:spPr>
          <a:xfrm flipV="1">
            <a:off x="8623319" y="3124868"/>
            <a:ext cx="43187" cy="9718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198" name="Line 198"/>
          <p:cNvSpPr/>
          <p:nvPr/>
        </p:nvSpPr>
        <p:spPr>
          <a:xfrm flipV="1">
            <a:off x="8666506" y="3118103"/>
            <a:ext cx="43230" cy="6766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199" name="Line 199"/>
          <p:cNvSpPr/>
          <p:nvPr/>
        </p:nvSpPr>
        <p:spPr>
          <a:xfrm flipV="1">
            <a:off x="8709736" y="3114263"/>
            <a:ext cx="43200" cy="3839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00" name="Line 200"/>
          <p:cNvSpPr/>
          <p:nvPr/>
        </p:nvSpPr>
        <p:spPr>
          <a:xfrm flipV="1">
            <a:off x="8752936" y="3113325"/>
            <a:ext cx="43094" cy="939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01" name="Line 201"/>
          <p:cNvSpPr/>
          <p:nvPr/>
        </p:nvSpPr>
        <p:spPr>
          <a:xfrm>
            <a:off x="8796030" y="3113325"/>
            <a:ext cx="42915" cy="1936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02" name="Line 202"/>
          <p:cNvSpPr/>
          <p:nvPr/>
        </p:nvSpPr>
        <p:spPr>
          <a:xfrm>
            <a:off x="8838945" y="3115261"/>
            <a:ext cx="42661" cy="4786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03" name="Line 203"/>
          <p:cNvSpPr/>
          <p:nvPr/>
        </p:nvSpPr>
        <p:spPr>
          <a:xfrm>
            <a:off x="8881606" y="3120047"/>
            <a:ext cx="42332" cy="7609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04" name="Line 204"/>
          <p:cNvSpPr/>
          <p:nvPr/>
        </p:nvSpPr>
        <p:spPr>
          <a:xfrm>
            <a:off x="8923938" y="3127656"/>
            <a:ext cx="41929" cy="10407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05" name="Line 205"/>
          <p:cNvSpPr/>
          <p:nvPr/>
        </p:nvSpPr>
        <p:spPr>
          <a:xfrm>
            <a:off x="8965867" y="3138063"/>
            <a:ext cx="41452" cy="13180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06" name="Line 206"/>
          <p:cNvSpPr/>
          <p:nvPr/>
        </p:nvSpPr>
        <p:spPr>
          <a:xfrm>
            <a:off x="9007319" y="3151243"/>
            <a:ext cx="40900" cy="15926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07" name="Line 207"/>
          <p:cNvSpPr/>
          <p:nvPr/>
        </p:nvSpPr>
        <p:spPr>
          <a:xfrm>
            <a:off x="9048218" y="3167169"/>
            <a:ext cx="40273" cy="18647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08" name="Line 208"/>
          <p:cNvSpPr/>
          <p:nvPr/>
        </p:nvSpPr>
        <p:spPr>
          <a:xfrm>
            <a:off x="9088492" y="3185816"/>
            <a:ext cx="39573" cy="21343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09" name="Line 209"/>
          <p:cNvSpPr/>
          <p:nvPr/>
        </p:nvSpPr>
        <p:spPr>
          <a:xfrm>
            <a:off x="9128064" y="3207159"/>
            <a:ext cx="38797" cy="24012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10" name="Line 210"/>
          <p:cNvSpPr/>
          <p:nvPr/>
        </p:nvSpPr>
        <p:spPr>
          <a:xfrm>
            <a:off x="9166862" y="3231171"/>
            <a:ext cx="37948" cy="26656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11" name="Line 211"/>
          <p:cNvSpPr/>
          <p:nvPr/>
        </p:nvSpPr>
        <p:spPr>
          <a:xfrm>
            <a:off x="9204809" y="3257827"/>
            <a:ext cx="37024" cy="29274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12" name="Line 212"/>
          <p:cNvSpPr/>
          <p:nvPr/>
        </p:nvSpPr>
        <p:spPr>
          <a:xfrm>
            <a:off x="9241833" y="3287101"/>
            <a:ext cx="36025" cy="31867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13" name="Line 213"/>
          <p:cNvSpPr/>
          <p:nvPr/>
        </p:nvSpPr>
        <p:spPr>
          <a:xfrm flipH="1" flipV="1">
            <a:off x="9274960" y="3315959"/>
            <a:ext cx="2898" cy="3010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14" name="Line 214"/>
          <p:cNvSpPr/>
          <p:nvPr/>
        </p:nvSpPr>
        <p:spPr>
          <a:xfrm flipH="1">
            <a:off x="9321091" y="3916309"/>
            <a:ext cx="34915" cy="39748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15" name="Line 215"/>
          <p:cNvSpPr/>
          <p:nvPr/>
        </p:nvSpPr>
        <p:spPr>
          <a:xfrm flipH="1">
            <a:off x="9284833" y="3956056"/>
            <a:ext cx="36258" cy="36734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16" name="Line 216"/>
          <p:cNvSpPr/>
          <p:nvPr/>
        </p:nvSpPr>
        <p:spPr>
          <a:xfrm flipH="1">
            <a:off x="9247328" y="3992790"/>
            <a:ext cx="37505" cy="33725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17" name="Line 217"/>
          <p:cNvSpPr/>
          <p:nvPr/>
        </p:nvSpPr>
        <p:spPr>
          <a:xfrm flipH="1">
            <a:off x="9208670" y="4026516"/>
            <a:ext cx="38658" cy="30722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18" name="Line 218"/>
          <p:cNvSpPr/>
          <p:nvPr/>
        </p:nvSpPr>
        <p:spPr>
          <a:xfrm flipH="1">
            <a:off x="9168954" y="4057238"/>
            <a:ext cx="39715" cy="27724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19" name="Line 219"/>
          <p:cNvSpPr/>
          <p:nvPr/>
        </p:nvSpPr>
        <p:spPr>
          <a:xfrm flipH="1">
            <a:off x="9128276" y="4084962"/>
            <a:ext cx="40678" cy="24731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20" name="Line 220"/>
          <p:cNvSpPr/>
          <p:nvPr/>
        </p:nvSpPr>
        <p:spPr>
          <a:xfrm flipH="1">
            <a:off x="9086731" y="4109693"/>
            <a:ext cx="41546" cy="21743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21" name="Line 221"/>
          <p:cNvSpPr/>
          <p:nvPr/>
        </p:nvSpPr>
        <p:spPr>
          <a:xfrm flipH="1">
            <a:off x="9044412" y="4131436"/>
            <a:ext cx="42318" cy="18760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22" name="Line 222"/>
          <p:cNvSpPr/>
          <p:nvPr/>
        </p:nvSpPr>
        <p:spPr>
          <a:xfrm flipH="1">
            <a:off x="9001416" y="4150196"/>
            <a:ext cx="42996" cy="15782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23" name="Line 223"/>
          <p:cNvSpPr/>
          <p:nvPr/>
        </p:nvSpPr>
        <p:spPr>
          <a:xfrm flipH="1">
            <a:off x="8957838" y="4165978"/>
            <a:ext cx="43579" cy="12810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24" name="Line 224"/>
          <p:cNvSpPr/>
          <p:nvPr/>
        </p:nvSpPr>
        <p:spPr>
          <a:xfrm flipH="1">
            <a:off x="8913771" y="4178788"/>
            <a:ext cx="44066" cy="9843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25" name="Line 225"/>
          <p:cNvSpPr/>
          <p:nvPr/>
        </p:nvSpPr>
        <p:spPr>
          <a:xfrm flipH="1">
            <a:off x="8869312" y="4188631"/>
            <a:ext cx="44459" cy="6880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26" name="Line 226"/>
          <p:cNvSpPr/>
          <p:nvPr/>
        </p:nvSpPr>
        <p:spPr>
          <a:xfrm flipH="1">
            <a:off x="8824555" y="4195511"/>
            <a:ext cx="44757" cy="3923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27" name="Line 227"/>
          <p:cNvSpPr/>
          <p:nvPr/>
        </p:nvSpPr>
        <p:spPr>
          <a:xfrm flipH="1">
            <a:off x="8779595" y="4199434"/>
            <a:ext cx="44960" cy="971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28" name="Line 228"/>
          <p:cNvSpPr/>
          <p:nvPr/>
        </p:nvSpPr>
        <p:spPr>
          <a:xfrm flipH="1" flipV="1">
            <a:off x="8734528" y="4198430"/>
            <a:ext cx="45068" cy="1976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29" name="Line 229"/>
          <p:cNvSpPr/>
          <p:nvPr/>
        </p:nvSpPr>
        <p:spPr>
          <a:xfrm flipH="1" flipV="1">
            <a:off x="8689447" y="4193512"/>
            <a:ext cx="45080" cy="4917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30" name="Line 230"/>
          <p:cNvSpPr/>
          <p:nvPr/>
        </p:nvSpPr>
        <p:spPr>
          <a:xfrm flipH="1" flipV="1">
            <a:off x="8644449" y="4185658"/>
            <a:ext cx="44998" cy="7854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31" name="Line 231"/>
          <p:cNvSpPr/>
          <p:nvPr/>
        </p:nvSpPr>
        <p:spPr>
          <a:xfrm flipH="1" flipV="1">
            <a:off x="8599628" y="4174873"/>
            <a:ext cx="44821" cy="10785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32" name="Line 232"/>
          <p:cNvSpPr/>
          <p:nvPr/>
        </p:nvSpPr>
        <p:spPr>
          <a:xfrm flipH="1" flipV="1">
            <a:off x="8555079" y="4161161"/>
            <a:ext cx="44549" cy="13712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33" name="Line 233"/>
          <p:cNvSpPr/>
          <p:nvPr/>
        </p:nvSpPr>
        <p:spPr>
          <a:xfrm flipH="1" flipV="1">
            <a:off x="8510897" y="4144528"/>
            <a:ext cx="44182" cy="16633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34" name="Line 234"/>
          <p:cNvSpPr/>
          <p:nvPr/>
        </p:nvSpPr>
        <p:spPr>
          <a:xfrm flipH="1" flipV="1">
            <a:off x="8467177" y="4124979"/>
            <a:ext cx="43720" cy="19549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35" name="Line 235"/>
          <p:cNvSpPr/>
          <p:nvPr/>
        </p:nvSpPr>
        <p:spPr>
          <a:xfrm flipH="1" flipV="1">
            <a:off x="8424014" y="4102519"/>
            <a:ext cx="43163" cy="22460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36" name="Line 236"/>
          <p:cNvSpPr/>
          <p:nvPr/>
        </p:nvSpPr>
        <p:spPr>
          <a:xfrm flipH="1" flipV="1">
            <a:off x="8381503" y="4077153"/>
            <a:ext cx="42511" cy="25366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37" name="Line 237"/>
          <p:cNvSpPr/>
          <p:nvPr/>
        </p:nvSpPr>
        <p:spPr>
          <a:xfrm flipH="1" flipV="1">
            <a:off x="8339739" y="4048887"/>
            <a:ext cx="41764" cy="28266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38" name="Line 238"/>
          <p:cNvSpPr/>
          <p:nvPr/>
        </p:nvSpPr>
        <p:spPr>
          <a:xfrm flipH="1" flipV="1">
            <a:off x="8298817" y="4017725"/>
            <a:ext cx="40922" cy="31162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39" name="Line 239"/>
          <p:cNvSpPr/>
          <p:nvPr/>
        </p:nvSpPr>
        <p:spPr>
          <a:xfrm flipH="1" flipV="1">
            <a:off x="8258832" y="3983672"/>
            <a:ext cx="39985" cy="34052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40" name="Line 240"/>
          <p:cNvSpPr/>
          <p:nvPr/>
        </p:nvSpPr>
        <p:spPr>
          <a:xfrm flipH="1" flipV="1">
            <a:off x="8255114" y="3979955"/>
            <a:ext cx="3718" cy="3717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41" name="Line 241"/>
          <p:cNvSpPr/>
          <p:nvPr/>
        </p:nvSpPr>
        <p:spPr>
          <a:xfrm>
            <a:off x="14944025" y="5973075"/>
            <a:ext cx="0" cy="1164562"/>
          </a:xfrm>
          <a:prstGeom prst="line">
            <a:avLst/>
          </a:prstGeom>
          <a:noFill/>
          <a:ln w="13148">
            <a:solidFill>
              <a:srgbClr val="AA420A"/>
            </a:solidFill>
            <a:prstDash val="dash"/>
          </a:ln>
        </p:spPr>
        <p:txBody>
          <a:bodyPr/>
          <a:lstStyle/>
          <a:p/>
        </p:txBody>
      </p:sp>
      <p:sp>
        <p:nvSpPr>
          <p:cNvPr id="242" name="Line 242"/>
          <p:cNvSpPr/>
          <p:nvPr/>
        </p:nvSpPr>
        <p:spPr>
          <a:xfrm>
            <a:off x="3279623" y="2460606"/>
            <a:ext cx="281749" cy="0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43" name="Line 243"/>
          <p:cNvSpPr/>
          <p:nvPr/>
        </p:nvSpPr>
        <p:spPr>
          <a:xfrm>
            <a:off x="4002778" y="2460606"/>
            <a:ext cx="234791" cy="0"/>
          </a:xfrm>
          <a:prstGeom prst="line">
            <a:avLst/>
          </a:prstGeom>
          <a:noFill/>
          <a:ln w="1220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244" name="Line 244"/>
          <p:cNvSpPr/>
          <p:nvPr/>
        </p:nvSpPr>
        <p:spPr>
          <a:xfrm>
            <a:off x="3101182" y="2639047"/>
            <a:ext cx="0" cy="432015"/>
          </a:xfrm>
          <a:prstGeom prst="line">
            <a:avLst/>
          </a:prstGeom>
          <a:noFill/>
          <a:ln w="1220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245" name="Line 245"/>
          <p:cNvSpPr/>
          <p:nvPr/>
        </p:nvSpPr>
        <p:spPr>
          <a:xfrm>
            <a:off x="3824338" y="2639047"/>
            <a:ext cx="0" cy="432015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46" name="Line 246"/>
          <p:cNvSpPr/>
          <p:nvPr/>
        </p:nvSpPr>
        <p:spPr>
          <a:xfrm>
            <a:off x="4500535" y="2639047"/>
            <a:ext cx="0" cy="432015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47" name="Line 247"/>
          <p:cNvSpPr/>
          <p:nvPr/>
        </p:nvSpPr>
        <p:spPr>
          <a:xfrm>
            <a:off x="3279623" y="3334028"/>
            <a:ext cx="281749" cy="0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48" name="Line 248"/>
          <p:cNvSpPr/>
          <p:nvPr/>
        </p:nvSpPr>
        <p:spPr>
          <a:xfrm>
            <a:off x="4002778" y="3334028"/>
            <a:ext cx="234791" cy="0"/>
          </a:xfrm>
          <a:prstGeom prst="line">
            <a:avLst/>
          </a:prstGeom>
          <a:noFill/>
          <a:ln w="1220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249" name="Line 249"/>
          <p:cNvSpPr/>
          <p:nvPr/>
        </p:nvSpPr>
        <p:spPr>
          <a:xfrm flipH="1" flipV="1">
            <a:off x="3268885" y="2663157"/>
            <a:ext cx="441654" cy="533426"/>
          </a:xfrm>
          <a:prstGeom prst="line">
            <a:avLst/>
          </a:prstGeom>
          <a:noFill/>
          <a:ln w="1220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250" name="Line 250"/>
          <p:cNvSpPr/>
          <p:nvPr/>
        </p:nvSpPr>
        <p:spPr>
          <a:xfrm flipV="1">
            <a:off x="3949912" y="2681188"/>
            <a:ext cx="405980" cy="524391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51" name="Line 251"/>
          <p:cNvSpPr/>
          <p:nvPr/>
        </p:nvSpPr>
        <p:spPr>
          <a:xfrm flipH="1">
            <a:off x="3968980" y="2589055"/>
            <a:ext cx="405980" cy="524391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52" name="Polygon 252"/>
          <p:cNvSpPr/>
          <p:nvPr/>
        </p:nvSpPr>
        <p:spPr>
          <a:xfrm>
            <a:off x="9238495" y="3280848"/>
            <a:ext cx="108120" cy="10952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21600"/>
                </a:moveTo>
                <a:lnTo>
                  <a:pt x="0" y="13848"/>
                </a:lnTo>
                <a:lnTo>
                  <a:pt x="1457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253" name="Polygon 253"/>
          <p:cNvSpPr/>
          <p:nvPr/>
        </p:nvSpPr>
        <p:spPr>
          <a:xfrm>
            <a:off x="8182053" y="3906917"/>
            <a:ext cx="108850" cy="10883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7390"/>
                </a:lnTo>
                <a:lnTo>
                  <a:pt x="7396" y="2160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254" name="Line 254"/>
          <p:cNvSpPr/>
          <p:nvPr/>
        </p:nvSpPr>
        <p:spPr>
          <a:xfrm>
            <a:off x="10144903" y="3174370"/>
            <a:ext cx="234791" cy="0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55" name="Line 255"/>
          <p:cNvSpPr/>
          <p:nvPr/>
        </p:nvSpPr>
        <p:spPr>
          <a:xfrm>
            <a:off x="10783534" y="3174370"/>
            <a:ext cx="197224" cy="0"/>
          </a:xfrm>
          <a:prstGeom prst="line">
            <a:avLst/>
          </a:prstGeom>
          <a:noFill/>
          <a:ln w="1220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256" name="Line 256"/>
          <p:cNvSpPr/>
          <p:nvPr/>
        </p:nvSpPr>
        <p:spPr>
          <a:xfrm>
            <a:off x="9985245" y="3334028"/>
            <a:ext cx="0" cy="385057"/>
          </a:xfrm>
          <a:prstGeom prst="line">
            <a:avLst/>
          </a:prstGeom>
          <a:noFill/>
          <a:ln w="1220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257" name="Line 257"/>
          <p:cNvSpPr/>
          <p:nvPr/>
        </p:nvSpPr>
        <p:spPr>
          <a:xfrm>
            <a:off x="10623876" y="3334028"/>
            <a:ext cx="0" cy="385057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58" name="Line 258"/>
          <p:cNvSpPr/>
          <p:nvPr/>
        </p:nvSpPr>
        <p:spPr>
          <a:xfrm>
            <a:off x="11224940" y="3334028"/>
            <a:ext cx="0" cy="385057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59" name="Line 259"/>
          <p:cNvSpPr/>
          <p:nvPr/>
        </p:nvSpPr>
        <p:spPr>
          <a:xfrm>
            <a:off x="10144903" y="3963267"/>
            <a:ext cx="234791" cy="0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60" name="Line 260"/>
          <p:cNvSpPr/>
          <p:nvPr/>
        </p:nvSpPr>
        <p:spPr>
          <a:xfrm>
            <a:off x="10783534" y="3963267"/>
            <a:ext cx="197224" cy="0"/>
          </a:xfrm>
          <a:prstGeom prst="line">
            <a:avLst/>
          </a:prstGeom>
          <a:noFill/>
          <a:ln w="1220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261" name="Line 261"/>
          <p:cNvSpPr/>
          <p:nvPr/>
        </p:nvSpPr>
        <p:spPr>
          <a:xfrm flipH="1" flipV="1">
            <a:off x="10138884" y="3364160"/>
            <a:ext cx="384535" cy="475014"/>
          </a:xfrm>
          <a:prstGeom prst="line">
            <a:avLst/>
          </a:prstGeom>
          <a:noFill/>
          <a:ln w="1220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262" name="Line 262"/>
          <p:cNvSpPr/>
          <p:nvPr/>
        </p:nvSpPr>
        <p:spPr>
          <a:xfrm flipV="1">
            <a:off x="10737070" y="3381122"/>
            <a:ext cx="356320" cy="467670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63" name="Line 263"/>
          <p:cNvSpPr/>
          <p:nvPr/>
        </p:nvSpPr>
        <p:spPr>
          <a:xfrm flipH="1">
            <a:off x="10755426" y="3288845"/>
            <a:ext cx="356320" cy="467670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64" name="Line 264"/>
          <p:cNvSpPr/>
          <p:nvPr/>
        </p:nvSpPr>
        <p:spPr>
          <a:xfrm>
            <a:off x="10220036" y="6160908"/>
            <a:ext cx="178441" cy="0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65" name="Line 265"/>
          <p:cNvSpPr/>
          <p:nvPr/>
        </p:nvSpPr>
        <p:spPr>
          <a:xfrm>
            <a:off x="10774142" y="6160908"/>
            <a:ext cx="159658" cy="0"/>
          </a:xfrm>
          <a:prstGeom prst="line">
            <a:avLst/>
          </a:prstGeom>
          <a:noFill/>
          <a:ln w="1220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266" name="Line 266"/>
          <p:cNvSpPr/>
          <p:nvPr/>
        </p:nvSpPr>
        <p:spPr>
          <a:xfrm>
            <a:off x="10069770" y="6311174"/>
            <a:ext cx="0" cy="262966"/>
          </a:xfrm>
          <a:prstGeom prst="line">
            <a:avLst/>
          </a:prstGeom>
          <a:noFill/>
          <a:ln w="1220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267" name="Line 267"/>
          <p:cNvSpPr/>
          <p:nvPr/>
        </p:nvSpPr>
        <p:spPr>
          <a:xfrm>
            <a:off x="10623876" y="6311174"/>
            <a:ext cx="0" cy="262966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68" name="Line 268"/>
          <p:cNvSpPr/>
          <p:nvPr/>
        </p:nvSpPr>
        <p:spPr>
          <a:xfrm>
            <a:off x="11159199" y="6311174"/>
            <a:ext cx="0" cy="262966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69" name="Line 269"/>
          <p:cNvSpPr/>
          <p:nvPr/>
        </p:nvSpPr>
        <p:spPr>
          <a:xfrm>
            <a:off x="10220036" y="6799539"/>
            <a:ext cx="178441" cy="0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70" name="Line 270"/>
          <p:cNvSpPr/>
          <p:nvPr/>
        </p:nvSpPr>
        <p:spPr>
          <a:xfrm>
            <a:off x="10774142" y="6799539"/>
            <a:ext cx="159658" cy="0"/>
          </a:xfrm>
          <a:prstGeom prst="line">
            <a:avLst/>
          </a:prstGeom>
          <a:noFill/>
          <a:ln w="1220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271" name="Line 271"/>
          <p:cNvSpPr/>
          <p:nvPr/>
        </p:nvSpPr>
        <p:spPr>
          <a:xfrm flipH="1" flipV="1">
            <a:off x="10217486" y="6331157"/>
            <a:ext cx="307913" cy="354882"/>
          </a:xfrm>
          <a:prstGeom prst="line">
            <a:avLst/>
          </a:prstGeom>
          <a:noFill/>
          <a:ln w="1220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272" name="Line 272"/>
          <p:cNvSpPr/>
          <p:nvPr/>
        </p:nvSpPr>
        <p:spPr>
          <a:xfrm flipV="1">
            <a:off x="10736241" y="6346920"/>
            <a:ext cx="293996" cy="350732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73" name="Line 273"/>
          <p:cNvSpPr/>
          <p:nvPr/>
        </p:nvSpPr>
        <p:spPr>
          <a:xfrm flipH="1">
            <a:off x="10752838" y="6262794"/>
            <a:ext cx="293996" cy="350732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74" name="Line 274"/>
          <p:cNvSpPr/>
          <p:nvPr/>
        </p:nvSpPr>
        <p:spPr>
          <a:xfrm>
            <a:off x="13629197" y="6160908"/>
            <a:ext cx="187833" cy="0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75" name="Line 275"/>
          <p:cNvSpPr/>
          <p:nvPr/>
        </p:nvSpPr>
        <p:spPr>
          <a:xfrm>
            <a:off x="14192695" y="6160908"/>
            <a:ext cx="150266" cy="0"/>
          </a:xfrm>
          <a:prstGeom prst="line">
            <a:avLst/>
          </a:prstGeom>
          <a:noFill/>
          <a:ln w="1220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276" name="Line 276"/>
          <p:cNvSpPr/>
          <p:nvPr/>
        </p:nvSpPr>
        <p:spPr>
          <a:xfrm>
            <a:off x="13478931" y="6311174"/>
            <a:ext cx="0" cy="262966"/>
          </a:xfrm>
          <a:prstGeom prst="line">
            <a:avLst/>
          </a:prstGeom>
          <a:noFill/>
          <a:ln w="1220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277" name="Line 277"/>
          <p:cNvSpPr/>
          <p:nvPr/>
        </p:nvSpPr>
        <p:spPr>
          <a:xfrm>
            <a:off x="14042429" y="6311174"/>
            <a:ext cx="0" cy="262966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78" name="Line 278"/>
          <p:cNvSpPr/>
          <p:nvPr/>
        </p:nvSpPr>
        <p:spPr>
          <a:xfrm>
            <a:off x="14568360" y="6311174"/>
            <a:ext cx="0" cy="262966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79" name="Line 279"/>
          <p:cNvSpPr/>
          <p:nvPr/>
        </p:nvSpPr>
        <p:spPr>
          <a:xfrm>
            <a:off x="13629197" y="6799539"/>
            <a:ext cx="187833" cy="0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80" name="Line 280"/>
          <p:cNvSpPr/>
          <p:nvPr/>
        </p:nvSpPr>
        <p:spPr>
          <a:xfrm>
            <a:off x="14192695" y="6799539"/>
            <a:ext cx="150266" cy="0"/>
          </a:xfrm>
          <a:prstGeom prst="line">
            <a:avLst/>
          </a:prstGeom>
          <a:noFill/>
          <a:ln w="1220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281" name="Line 281"/>
          <p:cNvSpPr/>
          <p:nvPr/>
        </p:nvSpPr>
        <p:spPr>
          <a:xfrm flipH="1" flipV="1">
            <a:off x="13628060" y="6329921"/>
            <a:ext cx="314950" cy="356943"/>
          </a:xfrm>
          <a:prstGeom prst="line">
            <a:avLst/>
          </a:prstGeom>
          <a:noFill/>
          <a:ln w="1220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282" name="Line 282"/>
          <p:cNvSpPr/>
          <p:nvPr/>
        </p:nvSpPr>
        <p:spPr>
          <a:xfrm flipV="1">
            <a:off x="14153903" y="6348035"/>
            <a:ext cx="287118" cy="348643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83" name="Line 283"/>
          <p:cNvSpPr/>
          <p:nvPr/>
        </p:nvSpPr>
        <p:spPr>
          <a:xfrm flipH="1">
            <a:off x="14169767" y="6263768"/>
            <a:ext cx="287118" cy="348643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84" name="Polygon 284"/>
          <p:cNvSpPr/>
          <p:nvPr/>
        </p:nvSpPr>
        <p:spPr>
          <a:xfrm>
            <a:off x="3561372" y="2423791"/>
            <a:ext cx="75133" cy="736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285" name="Polygon 285"/>
          <p:cNvSpPr/>
          <p:nvPr/>
        </p:nvSpPr>
        <p:spPr>
          <a:xfrm>
            <a:off x="4237569" y="2423791"/>
            <a:ext cx="75133" cy="736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286" name="Polygon 286"/>
          <p:cNvSpPr/>
          <p:nvPr/>
        </p:nvSpPr>
        <p:spPr>
          <a:xfrm>
            <a:off x="3064367" y="3071062"/>
            <a:ext cx="73630" cy="7513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287" name="Polygon 287"/>
          <p:cNvSpPr/>
          <p:nvPr/>
        </p:nvSpPr>
        <p:spPr>
          <a:xfrm>
            <a:off x="3787522" y="3071062"/>
            <a:ext cx="73630" cy="7513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288" name="Polygon 288"/>
          <p:cNvSpPr/>
          <p:nvPr/>
        </p:nvSpPr>
        <p:spPr>
          <a:xfrm>
            <a:off x="4463720" y="3071062"/>
            <a:ext cx="73630" cy="7513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289" name="Polygon 289"/>
          <p:cNvSpPr/>
          <p:nvPr/>
        </p:nvSpPr>
        <p:spPr>
          <a:xfrm>
            <a:off x="3561372" y="3297213"/>
            <a:ext cx="75133" cy="736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290" name="Polygon 290"/>
          <p:cNvSpPr/>
          <p:nvPr/>
        </p:nvSpPr>
        <p:spPr>
          <a:xfrm>
            <a:off x="4237569" y="3297213"/>
            <a:ext cx="75133" cy="736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291" name="Polygon 291"/>
          <p:cNvSpPr/>
          <p:nvPr/>
        </p:nvSpPr>
        <p:spPr>
          <a:xfrm>
            <a:off x="3220970" y="2605285"/>
            <a:ext cx="76272" cy="813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9132"/>
                </a:lnTo>
                <a:lnTo>
                  <a:pt x="5539" y="2160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292" name="Polygon 292"/>
          <p:cNvSpPr/>
          <p:nvPr/>
        </p:nvSpPr>
        <p:spPr>
          <a:xfrm>
            <a:off x="4326781" y="2621779"/>
            <a:ext cx="75105" cy="8194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0"/>
                </a:moveTo>
                <a:lnTo>
                  <a:pt x="16744" y="21600"/>
                </a:lnTo>
                <a:lnTo>
                  <a:pt x="0" y="9719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293" name="Polygon 293"/>
          <p:cNvSpPr/>
          <p:nvPr/>
        </p:nvSpPr>
        <p:spPr>
          <a:xfrm>
            <a:off x="3922986" y="3090909"/>
            <a:ext cx="75105" cy="8194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4856" y="0"/>
                </a:lnTo>
                <a:lnTo>
                  <a:pt x="21600" y="11881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294" name="Polygon 294"/>
          <p:cNvSpPr/>
          <p:nvPr/>
        </p:nvSpPr>
        <p:spPr>
          <a:xfrm>
            <a:off x="10379694" y="3137555"/>
            <a:ext cx="75133" cy="736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295" name="Polygon 295"/>
          <p:cNvSpPr/>
          <p:nvPr/>
        </p:nvSpPr>
        <p:spPr>
          <a:xfrm>
            <a:off x="10980758" y="3137555"/>
            <a:ext cx="75133" cy="736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296" name="Polygon 296"/>
          <p:cNvSpPr/>
          <p:nvPr/>
        </p:nvSpPr>
        <p:spPr>
          <a:xfrm>
            <a:off x="9948430" y="3719085"/>
            <a:ext cx="73630" cy="7513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297" name="Polygon 297"/>
          <p:cNvSpPr/>
          <p:nvPr/>
        </p:nvSpPr>
        <p:spPr>
          <a:xfrm>
            <a:off x="10587061" y="3719085"/>
            <a:ext cx="73630" cy="7513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298" name="Polygon 298"/>
          <p:cNvSpPr/>
          <p:nvPr/>
        </p:nvSpPr>
        <p:spPr>
          <a:xfrm>
            <a:off x="11188125" y="3719085"/>
            <a:ext cx="73630" cy="7513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299" name="Polygon 299"/>
          <p:cNvSpPr/>
          <p:nvPr/>
        </p:nvSpPr>
        <p:spPr>
          <a:xfrm>
            <a:off x="10379694" y="3926452"/>
            <a:ext cx="75133" cy="736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00" name="Polygon 300"/>
          <p:cNvSpPr/>
          <p:nvPr/>
        </p:nvSpPr>
        <p:spPr>
          <a:xfrm>
            <a:off x="10980758" y="3926452"/>
            <a:ext cx="75133" cy="736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1" name="Polygon 301"/>
          <p:cNvSpPr/>
          <p:nvPr/>
        </p:nvSpPr>
        <p:spPr>
          <a:xfrm>
            <a:off x="10091611" y="3305763"/>
            <a:ext cx="75888" cy="8156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9331"/>
                </a:lnTo>
                <a:lnTo>
                  <a:pt x="5311" y="2160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2" name="Polygon 302"/>
          <p:cNvSpPr/>
          <p:nvPr/>
        </p:nvSpPr>
        <p:spPr>
          <a:xfrm>
            <a:off x="11064106" y="3321359"/>
            <a:ext cx="74818" cy="820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0"/>
                </a:moveTo>
                <a:lnTo>
                  <a:pt x="16909" y="21600"/>
                </a:lnTo>
                <a:lnTo>
                  <a:pt x="0" y="9856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03" name="Polygon 303"/>
          <p:cNvSpPr/>
          <p:nvPr/>
        </p:nvSpPr>
        <p:spPr>
          <a:xfrm>
            <a:off x="10709892" y="3734203"/>
            <a:ext cx="74818" cy="820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4691" y="0"/>
                </a:lnTo>
                <a:lnTo>
                  <a:pt x="21600" y="11744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04" name="Polygon 304"/>
          <p:cNvSpPr/>
          <p:nvPr/>
        </p:nvSpPr>
        <p:spPr>
          <a:xfrm>
            <a:off x="10398477" y="6128695"/>
            <a:ext cx="65741" cy="6442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05" name="Polygon 305"/>
          <p:cNvSpPr/>
          <p:nvPr/>
        </p:nvSpPr>
        <p:spPr>
          <a:xfrm>
            <a:off x="10933800" y="6128695"/>
            <a:ext cx="65741" cy="6442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6" name="Polygon 306"/>
          <p:cNvSpPr/>
          <p:nvPr/>
        </p:nvSpPr>
        <p:spPr>
          <a:xfrm>
            <a:off x="10037557" y="6574139"/>
            <a:ext cx="64427" cy="6574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7" name="Polygon 307"/>
          <p:cNvSpPr/>
          <p:nvPr/>
        </p:nvSpPr>
        <p:spPr>
          <a:xfrm>
            <a:off x="10591663" y="6574139"/>
            <a:ext cx="64427" cy="6574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08" name="Polygon 308"/>
          <p:cNvSpPr/>
          <p:nvPr/>
        </p:nvSpPr>
        <p:spPr>
          <a:xfrm>
            <a:off x="11126986" y="6574139"/>
            <a:ext cx="64427" cy="6574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09" name="Polygon 309"/>
          <p:cNvSpPr/>
          <p:nvPr/>
        </p:nvSpPr>
        <p:spPr>
          <a:xfrm>
            <a:off x="10398477" y="6767325"/>
            <a:ext cx="65741" cy="6442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10" name="Polygon 310"/>
          <p:cNvSpPr/>
          <p:nvPr/>
        </p:nvSpPr>
        <p:spPr>
          <a:xfrm>
            <a:off x="10933800" y="6767325"/>
            <a:ext cx="65741" cy="6442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311" name="Polygon 311"/>
          <p:cNvSpPr/>
          <p:nvPr/>
        </p:nvSpPr>
        <p:spPr>
          <a:xfrm>
            <a:off x="10174402" y="6281501"/>
            <a:ext cx="67415" cy="7076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8713"/>
                </a:lnTo>
                <a:lnTo>
                  <a:pt x="6008" y="2160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312" name="Polygon 312"/>
          <p:cNvSpPr/>
          <p:nvPr/>
        </p:nvSpPr>
        <p:spPr>
          <a:xfrm>
            <a:off x="11005550" y="6296538"/>
            <a:ext cx="66920" cy="7107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0"/>
                </a:moveTo>
                <a:lnTo>
                  <a:pt x="15937" y="21600"/>
                </a:lnTo>
                <a:lnTo>
                  <a:pt x="0" y="9022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13" name="Polygon 313"/>
          <p:cNvSpPr/>
          <p:nvPr/>
        </p:nvSpPr>
        <p:spPr>
          <a:xfrm>
            <a:off x="10710605" y="6592833"/>
            <a:ext cx="66920" cy="7107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5663" y="0"/>
                </a:lnTo>
                <a:lnTo>
                  <a:pt x="21600" y="12578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14" name="Polygon 314"/>
          <p:cNvSpPr/>
          <p:nvPr/>
        </p:nvSpPr>
        <p:spPr>
          <a:xfrm>
            <a:off x="13817029" y="6128695"/>
            <a:ext cx="65741" cy="6442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15" name="Polygon 315"/>
          <p:cNvSpPr/>
          <p:nvPr/>
        </p:nvSpPr>
        <p:spPr>
          <a:xfrm>
            <a:off x="14342961" y="6128695"/>
            <a:ext cx="65741" cy="6442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316" name="Polygon 316"/>
          <p:cNvSpPr/>
          <p:nvPr/>
        </p:nvSpPr>
        <p:spPr>
          <a:xfrm>
            <a:off x="13446718" y="6574139"/>
            <a:ext cx="64427" cy="6574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317" name="Polygon 317"/>
          <p:cNvSpPr/>
          <p:nvPr/>
        </p:nvSpPr>
        <p:spPr>
          <a:xfrm>
            <a:off x="14010215" y="6574139"/>
            <a:ext cx="64427" cy="6574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18" name="Polygon 318"/>
          <p:cNvSpPr/>
          <p:nvPr/>
        </p:nvSpPr>
        <p:spPr>
          <a:xfrm>
            <a:off x="14536146" y="6574139"/>
            <a:ext cx="64427" cy="6574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19" name="Polygon 319"/>
          <p:cNvSpPr/>
          <p:nvPr/>
        </p:nvSpPr>
        <p:spPr>
          <a:xfrm>
            <a:off x="13817029" y="6767325"/>
            <a:ext cx="65741" cy="6442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20" name="Polygon 320"/>
          <p:cNvSpPr/>
          <p:nvPr/>
        </p:nvSpPr>
        <p:spPr>
          <a:xfrm>
            <a:off x="14342961" y="6767325"/>
            <a:ext cx="65741" cy="6442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321" name="Polygon 321"/>
          <p:cNvSpPr/>
          <p:nvPr/>
        </p:nvSpPr>
        <p:spPr>
          <a:xfrm>
            <a:off x="13584564" y="6280625"/>
            <a:ext cx="67651" cy="7060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8560"/>
                </a:lnTo>
                <a:lnTo>
                  <a:pt x="6175" y="2160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322" name="Polygon 322"/>
          <p:cNvSpPr/>
          <p:nvPr/>
        </p:nvSpPr>
        <p:spPr>
          <a:xfrm>
            <a:off x="14416155" y="6297287"/>
            <a:ext cx="66659" cy="7122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0"/>
                </a:moveTo>
                <a:lnTo>
                  <a:pt x="16115" y="21600"/>
                </a:lnTo>
                <a:lnTo>
                  <a:pt x="0" y="918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23" name="Polygon 323"/>
          <p:cNvSpPr/>
          <p:nvPr/>
        </p:nvSpPr>
        <p:spPr>
          <a:xfrm>
            <a:off x="14127975" y="6591933"/>
            <a:ext cx="66659" cy="7122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5485" y="0"/>
                </a:lnTo>
                <a:lnTo>
                  <a:pt x="21600" y="1242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24" name="Ellipse 324"/>
          <p:cNvSpPr/>
          <p:nvPr/>
        </p:nvSpPr>
        <p:spPr>
          <a:xfrm>
            <a:off x="2922741" y="2282166"/>
            <a:ext cx="356882" cy="356882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25" name="Ellipse 325"/>
          <p:cNvSpPr/>
          <p:nvPr/>
        </p:nvSpPr>
        <p:spPr>
          <a:xfrm>
            <a:off x="3645897" y="2282166"/>
            <a:ext cx="356882" cy="356882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26" name="Ellipse 326"/>
          <p:cNvSpPr/>
          <p:nvPr/>
        </p:nvSpPr>
        <p:spPr>
          <a:xfrm>
            <a:off x="4322094" y="2282166"/>
            <a:ext cx="356882" cy="356882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27" name="Ellipse 327"/>
          <p:cNvSpPr/>
          <p:nvPr/>
        </p:nvSpPr>
        <p:spPr>
          <a:xfrm>
            <a:off x="2922741" y="3155587"/>
            <a:ext cx="356882" cy="356882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28" name="Ellipse 328"/>
          <p:cNvSpPr/>
          <p:nvPr/>
        </p:nvSpPr>
        <p:spPr>
          <a:xfrm>
            <a:off x="3645897" y="3155587"/>
            <a:ext cx="356882" cy="356882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29" name="Ellipse 329"/>
          <p:cNvSpPr/>
          <p:nvPr/>
        </p:nvSpPr>
        <p:spPr>
          <a:xfrm>
            <a:off x="4322094" y="3155587"/>
            <a:ext cx="356882" cy="356882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30" name="Ellipse 330"/>
          <p:cNvSpPr/>
          <p:nvPr/>
        </p:nvSpPr>
        <p:spPr>
          <a:xfrm>
            <a:off x="9825588" y="3014713"/>
            <a:ext cx="319315" cy="319315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31" name="Ellipse 331"/>
          <p:cNvSpPr/>
          <p:nvPr/>
        </p:nvSpPr>
        <p:spPr>
          <a:xfrm>
            <a:off x="10464218" y="3014713"/>
            <a:ext cx="319315" cy="319315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32" name="Ellipse 332"/>
          <p:cNvSpPr/>
          <p:nvPr/>
        </p:nvSpPr>
        <p:spPr>
          <a:xfrm>
            <a:off x="11065283" y="3014713"/>
            <a:ext cx="319315" cy="319315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33" name="Ellipse 333"/>
          <p:cNvSpPr/>
          <p:nvPr/>
        </p:nvSpPr>
        <p:spPr>
          <a:xfrm>
            <a:off x="9825588" y="3803609"/>
            <a:ext cx="319315" cy="319315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34" name="Ellipse 334"/>
          <p:cNvSpPr/>
          <p:nvPr/>
        </p:nvSpPr>
        <p:spPr>
          <a:xfrm>
            <a:off x="10464218" y="3803609"/>
            <a:ext cx="319315" cy="319315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35" name="Ellipse 335"/>
          <p:cNvSpPr/>
          <p:nvPr/>
        </p:nvSpPr>
        <p:spPr>
          <a:xfrm>
            <a:off x="11065283" y="3803609"/>
            <a:ext cx="319315" cy="319315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36" name="Ellipse 336"/>
          <p:cNvSpPr/>
          <p:nvPr/>
        </p:nvSpPr>
        <p:spPr>
          <a:xfrm>
            <a:off x="9919504" y="6010642"/>
            <a:ext cx="300532" cy="300532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37" name="Ellipse 337"/>
          <p:cNvSpPr/>
          <p:nvPr/>
        </p:nvSpPr>
        <p:spPr>
          <a:xfrm>
            <a:off x="10473610" y="6010642"/>
            <a:ext cx="300532" cy="300532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38" name="Ellipse 338"/>
          <p:cNvSpPr/>
          <p:nvPr/>
        </p:nvSpPr>
        <p:spPr>
          <a:xfrm>
            <a:off x="11008933" y="6010642"/>
            <a:ext cx="300532" cy="300532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39" name="Ellipse 339"/>
          <p:cNvSpPr/>
          <p:nvPr/>
        </p:nvSpPr>
        <p:spPr>
          <a:xfrm>
            <a:off x="9919504" y="6649272"/>
            <a:ext cx="300532" cy="300532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40" name="Ellipse 340"/>
          <p:cNvSpPr/>
          <p:nvPr/>
        </p:nvSpPr>
        <p:spPr>
          <a:xfrm>
            <a:off x="10473610" y="6649272"/>
            <a:ext cx="300532" cy="300532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41" name="Ellipse 341"/>
          <p:cNvSpPr/>
          <p:nvPr/>
        </p:nvSpPr>
        <p:spPr>
          <a:xfrm>
            <a:off x="11008933" y="6649272"/>
            <a:ext cx="300532" cy="300532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42" name="Ellipse 342"/>
          <p:cNvSpPr/>
          <p:nvPr/>
        </p:nvSpPr>
        <p:spPr>
          <a:xfrm>
            <a:off x="13328665" y="6010642"/>
            <a:ext cx="300532" cy="300532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43" name="Ellipse 343"/>
          <p:cNvSpPr/>
          <p:nvPr/>
        </p:nvSpPr>
        <p:spPr>
          <a:xfrm>
            <a:off x="13892162" y="6010642"/>
            <a:ext cx="300532" cy="300532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44" name="Ellipse 344"/>
          <p:cNvSpPr/>
          <p:nvPr/>
        </p:nvSpPr>
        <p:spPr>
          <a:xfrm>
            <a:off x="14418094" y="6010642"/>
            <a:ext cx="300532" cy="300532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45" name="Ellipse 345"/>
          <p:cNvSpPr/>
          <p:nvPr/>
        </p:nvSpPr>
        <p:spPr>
          <a:xfrm>
            <a:off x="13328665" y="6649272"/>
            <a:ext cx="300532" cy="300532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46" name="Ellipse 346"/>
          <p:cNvSpPr/>
          <p:nvPr/>
        </p:nvSpPr>
        <p:spPr>
          <a:xfrm>
            <a:off x="13892162" y="6649272"/>
            <a:ext cx="300532" cy="300532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47" name="Ellipse 347"/>
          <p:cNvSpPr/>
          <p:nvPr/>
        </p:nvSpPr>
        <p:spPr>
          <a:xfrm>
            <a:off x="14418094" y="6649272"/>
            <a:ext cx="300532" cy="300532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48" name="TextBox 348"/>
          <p:cNvSpPr txBox="1"/>
          <p:nvPr/>
        </p:nvSpPr>
        <p:spPr>
          <a:xfrm>
            <a:off x="443352" y="1267870"/>
            <a:ext cx="2648439" cy="31931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00" b="1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Rollout → flow graph</a:t>
            </a:r>
            <a:endParaRPr lang="zh-CN" sz="1700"/>
          </a:p>
        </p:txBody>
      </p:sp>
      <p:sp>
        <p:nvSpPr>
          <p:cNvPr id="349" name="TextBox 349"/>
          <p:cNvSpPr txBox="1"/>
          <p:nvPr/>
        </p:nvSpPr>
        <p:spPr>
          <a:xfrm>
            <a:off x="6782700" y="507148"/>
            <a:ext cx="3615777" cy="3287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 b="1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Compile budgets into capacities</a:t>
            </a:r>
            <a:endParaRPr lang="zh-CN" sz="1700"/>
          </a:p>
        </p:txBody>
      </p:sp>
      <p:sp>
        <p:nvSpPr>
          <p:cNvPr id="350" name="TextBox 350"/>
          <p:cNvSpPr txBox="1"/>
          <p:nvPr/>
        </p:nvSpPr>
        <p:spPr>
          <a:xfrm>
            <a:off x="12708817" y="1305436"/>
            <a:ext cx="2639047" cy="31931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00" b="1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Flow-weighted PPO</a:t>
            </a:r>
            <a:endParaRPr lang="zh-CN" sz="1700"/>
          </a:p>
        </p:txBody>
      </p:sp>
      <p:sp>
        <p:nvSpPr>
          <p:cNvPr id="351" name="TextBox 351"/>
          <p:cNvSpPr txBox="1"/>
          <p:nvPr/>
        </p:nvSpPr>
        <p:spPr>
          <a:xfrm>
            <a:off x="9919504" y="5691326"/>
            <a:ext cx="4273191" cy="3099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00" b="1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Measure target-to-policy transfer</a:t>
            </a:r>
            <a:endParaRPr lang="zh-CN" sz="1700"/>
          </a:p>
        </p:txBody>
      </p:sp>
      <p:sp>
        <p:nvSpPr>
          <p:cNvPr id="352" name="TextBox 352"/>
          <p:cNvSpPr txBox="1"/>
          <p:nvPr/>
        </p:nvSpPr>
        <p:spPr>
          <a:xfrm>
            <a:off x="10886842" y="56350"/>
            <a:ext cx="713764" cy="2629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samples,</a:t>
            </a:r>
            <a:endParaRPr lang="zh-CN" sz="1257"/>
          </a:p>
        </p:txBody>
      </p:sp>
      <p:sp>
        <p:nvSpPr>
          <p:cNvPr id="353" name="TextBox 353"/>
          <p:cNvSpPr txBox="1"/>
          <p:nvPr/>
        </p:nvSpPr>
        <p:spPr>
          <a:xfrm>
            <a:off x="584226" y="1859542"/>
            <a:ext cx="1925284" cy="27235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rollout trajectories</a:t>
            </a:r>
            <a:endParaRPr lang="zh-CN" sz="1257"/>
          </a:p>
        </p:txBody>
      </p:sp>
      <p:sp>
        <p:nvSpPr>
          <p:cNvPr id="354" name="TextBox 354"/>
          <p:cNvSpPr txBox="1"/>
          <p:nvPr/>
        </p:nvSpPr>
        <p:spPr>
          <a:xfrm>
            <a:off x="2866391" y="1850151"/>
            <a:ext cx="1972242" cy="27235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empirical transition graph</a:t>
            </a:r>
            <a:endParaRPr lang="zh-CN" sz="1257"/>
          </a:p>
        </p:txBody>
      </p:sp>
      <p:sp>
        <p:nvSpPr>
          <p:cNvPr id="355" name="TextBox 355"/>
          <p:cNvSpPr txBox="1"/>
          <p:nvPr/>
        </p:nvSpPr>
        <p:spPr>
          <a:xfrm>
            <a:off x="1063199" y="3474902"/>
            <a:ext cx="817072" cy="2911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samples</a:t>
            </a:r>
            <a:endParaRPr lang="zh-CN" sz="1257"/>
          </a:p>
        </p:txBody>
      </p:sp>
      <p:sp>
        <p:nvSpPr>
          <p:cNvPr id="356" name="TextBox 356"/>
          <p:cNvSpPr txBox="1"/>
          <p:nvPr/>
        </p:nvSpPr>
        <p:spPr>
          <a:xfrm>
            <a:off x="5045249" y="3024104"/>
            <a:ext cx="807680" cy="46019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graph</a:t>
            </a:r>
            <a:endParaRPr lang="zh-CN" sz="1257"/>
          </a:p>
          <a:p>
            <a:pPr algn="ctr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statistics</a:t>
            </a:r>
            <a:endParaRPr lang="zh-CN" sz="1257"/>
          </a:p>
        </p:txBody>
      </p:sp>
      <p:sp>
        <p:nvSpPr>
          <p:cNvPr id="357" name="TextBox 357"/>
          <p:cNvSpPr txBox="1"/>
          <p:nvPr/>
        </p:nvSpPr>
        <p:spPr>
          <a:xfrm>
            <a:off x="6651217" y="1192737"/>
            <a:ext cx="713764" cy="28174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budgets</a:t>
            </a:r>
            <a:endParaRPr lang="zh-CN" sz="1257"/>
          </a:p>
        </p:txBody>
      </p:sp>
      <p:sp>
        <p:nvSpPr>
          <p:cNvPr id="358" name="TextBox 358"/>
          <p:cNvSpPr txBox="1"/>
          <p:nvPr/>
        </p:nvSpPr>
        <p:spPr>
          <a:xfrm>
            <a:off x="8463802" y="1098820"/>
            <a:ext cx="986121" cy="4414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elementwise</a:t>
            </a:r>
            <a:endParaRPr lang="zh-CN" sz="1257"/>
          </a:p>
          <a:p>
            <a:pPr algn="ctr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min</a:t>
            </a:r>
            <a:endParaRPr lang="zh-CN" sz="1257"/>
          </a:p>
        </p:txBody>
      </p:sp>
      <p:sp>
        <p:nvSpPr>
          <p:cNvPr id="359" name="TextBox 359"/>
          <p:cNvSpPr txBox="1"/>
          <p:nvPr/>
        </p:nvSpPr>
        <p:spPr>
          <a:xfrm>
            <a:off x="11412773" y="1962850"/>
            <a:ext cx="807680" cy="28174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09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(entropy)</a:t>
            </a:r>
            <a:endParaRPr lang="zh-CN" sz="1109"/>
          </a:p>
        </p:txBody>
      </p:sp>
      <p:sp>
        <p:nvSpPr>
          <p:cNvPr id="360" name="TextBox 360"/>
          <p:cNvSpPr txBox="1"/>
          <p:nvPr/>
        </p:nvSpPr>
        <p:spPr>
          <a:xfrm>
            <a:off x="7023948" y="2657831"/>
            <a:ext cx="2215690" cy="31931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00" b="1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Capacity-constrained</a:t>
            </a:r>
            <a:endParaRPr lang="zh-CN" sz="1700"/>
          </a:p>
        </p:txBody>
      </p:sp>
      <p:sp>
        <p:nvSpPr>
          <p:cNvPr id="361" name="TextBox 361"/>
          <p:cNvSpPr txBox="1"/>
          <p:nvPr/>
        </p:nvSpPr>
        <p:spPr>
          <a:xfrm>
            <a:off x="9418079" y="2657831"/>
            <a:ext cx="1546830" cy="31931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00" b="1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-flow Sinkhorn</a:t>
            </a:r>
            <a:endParaRPr lang="zh-CN" sz="1700"/>
          </a:p>
        </p:txBody>
      </p:sp>
      <p:sp>
        <p:nvSpPr>
          <p:cNvPr id="362" name="TextBox 362"/>
          <p:cNvSpPr txBox="1"/>
          <p:nvPr/>
        </p:nvSpPr>
        <p:spPr>
          <a:xfrm>
            <a:off x="8304144" y="3287070"/>
            <a:ext cx="920380" cy="2629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Sinkhorn</a:t>
            </a:r>
            <a:endParaRPr lang="zh-CN" sz="1257"/>
          </a:p>
        </p:txBody>
      </p:sp>
      <p:sp>
        <p:nvSpPr>
          <p:cNvPr id="363" name="TextBox 363"/>
          <p:cNvSpPr txBox="1"/>
          <p:nvPr/>
        </p:nvSpPr>
        <p:spPr>
          <a:xfrm>
            <a:off x="8313536" y="3493686"/>
            <a:ext cx="920380" cy="2160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09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scaling</a:t>
            </a:r>
            <a:endParaRPr lang="zh-CN" sz="1109"/>
          </a:p>
        </p:txBody>
      </p:sp>
      <p:sp>
        <p:nvSpPr>
          <p:cNvPr id="364" name="TextBox 364"/>
          <p:cNvSpPr txBox="1"/>
          <p:nvPr/>
        </p:nvSpPr>
        <p:spPr>
          <a:xfrm>
            <a:off x="8219619" y="3813001"/>
            <a:ext cx="1117604" cy="2629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09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upper bound)</a:t>
            </a:r>
            <a:endParaRPr lang="zh-CN" sz="1109"/>
          </a:p>
        </p:txBody>
      </p:sp>
      <p:sp>
        <p:nvSpPr>
          <p:cNvPr id="365" name="TextBox 365"/>
          <p:cNvSpPr txBox="1"/>
          <p:nvPr/>
        </p:nvSpPr>
        <p:spPr>
          <a:xfrm>
            <a:off x="7477681" y="4789730"/>
            <a:ext cx="2047375" cy="3005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discounted flow balance ·</a:t>
            </a:r>
            <a:endParaRPr lang="zh-CN" sz="1257"/>
          </a:p>
        </p:txBody>
      </p:sp>
      <p:sp>
        <p:nvSpPr>
          <p:cNvPr id="366" name="TextBox 366"/>
          <p:cNvSpPr txBox="1"/>
          <p:nvPr/>
        </p:nvSpPr>
        <p:spPr>
          <a:xfrm>
            <a:off x="11872963" y="3596993"/>
            <a:ext cx="582281" cy="4038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feasible</a:t>
            </a:r>
            <a:endParaRPr lang="zh-CN" sz="1257"/>
          </a:p>
          <a:p>
            <a:pPr algn="ctr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target</a:t>
            </a:r>
            <a:endParaRPr lang="zh-CN" sz="1257"/>
          </a:p>
        </p:txBody>
      </p:sp>
      <p:sp>
        <p:nvSpPr>
          <p:cNvPr id="367" name="TextBox 367"/>
          <p:cNvSpPr txBox="1"/>
          <p:nvPr/>
        </p:nvSpPr>
        <p:spPr>
          <a:xfrm>
            <a:off x="12934216" y="1868934"/>
            <a:ext cx="2610873" cy="2911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clipped flow-ratio weights</a:t>
            </a:r>
            <a:endParaRPr lang="zh-CN" sz="1257"/>
          </a:p>
        </p:txBody>
      </p:sp>
      <p:sp>
        <p:nvSpPr>
          <p:cNvPr id="368" name="TextBox 368"/>
          <p:cNvSpPr txBox="1"/>
          <p:nvPr/>
        </p:nvSpPr>
        <p:spPr>
          <a:xfrm>
            <a:off x="14944025" y="2498173"/>
            <a:ext cx="1117604" cy="85463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 b="1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PPO</a:t>
            </a:r>
            <a:endParaRPr lang="zh-CN" sz="1700"/>
          </a:p>
        </p:txBody>
      </p:sp>
      <p:sp>
        <p:nvSpPr>
          <p:cNvPr id="369" name="TextBox 369"/>
          <p:cNvSpPr txBox="1"/>
          <p:nvPr/>
        </p:nvSpPr>
        <p:spPr>
          <a:xfrm>
            <a:off x="15639005" y="4498590"/>
            <a:ext cx="882813" cy="3099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evaluate</a:t>
            </a:r>
            <a:endParaRPr lang="zh-CN" sz="1257"/>
          </a:p>
        </p:txBody>
      </p:sp>
      <p:sp>
        <p:nvSpPr>
          <p:cNvPr id="370" name="TextBox 370"/>
          <p:cNvSpPr txBox="1"/>
          <p:nvPr/>
        </p:nvSpPr>
        <p:spPr>
          <a:xfrm>
            <a:off x="10445435" y="6987371"/>
            <a:ext cx="741939" cy="3099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(target)</a:t>
            </a:r>
            <a:endParaRPr lang="zh-CN" sz="1257"/>
          </a:p>
        </p:txBody>
      </p:sp>
      <p:sp>
        <p:nvSpPr>
          <p:cNvPr id="371" name="TextBox 371"/>
          <p:cNvSpPr txBox="1"/>
          <p:nvPr/>
        </p:nvSpPr>
        <p:spPr>
          <a:xfrm>
            <a:off x="13854596" y="6987371"/>
            <a:ext cx="788897" cy="3099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(realized)</a:t>
            </a:r>
            <a:endParaRPr lang="zh-CN" sz="1257"/>
          </a:p>
        </p:txBody>
      </p:sp>
      <p:sp>
        <p:nvSpPr>
          <p:cNvPr id="372" name="TextBox 372"/>
          <p:cNvSpPr txBox="1"/>
          <p:nvPr/>
        </p:nvSpPr>
        <p:spPr>
          <a:xfrm>
            <a:off x="11694522" y="6658664"/>
            <a:ext cx="1540227" cy="2911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per-channel costs</a:t>
            </a:r>
            <a:endParaRPr lang="zh-CN" sz="1257"/>
          </a:p>
        </p:txBody>
      </p:sp>
      <p:sp>
        <p:nvSpPr>
          <p:cNvPr id="373" name="TextBox 373"/>
          <p:cNvSpPr txBox="1"/>
          <p:nvPr/>
        </p:nvSpPr>
        <p:spPr>
          <a:xfrm>
            <a:off x="15122466" y="6095166"/>
            <a:ext cx="1906500" cy="28174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09">
                <a:solidFill>
                  <a:srgbClr val="AA420A"/>
                </a:solidFill>
                <a:latin typeface="Liberation Sans"/>
                <a:ea typeface="Liberation Sans"/>
                <a:cs typeface="Liberation Sans"/>
              </a:rPr>
              <a:t>persistent gap → recovery</a:t>
            </a:r>
            <a:endParaRPr lang="zh-CN" sz="1109"/>
          </a:p>
        </p:txBody>
      </p:sp>
      <p:sp>
        <p:nvSpPr>
          <p:cNvPr id="374" name="TextBox 374"/>
          <p:cNvSpPr txBox="1"/>
          <p:nvPr/>
        </p:nvSpPr>
        <p:spPr>
          <a:xfrm>
            <a:off x="15310298" y="6339349"/>
            <a:ext cx="1699885" cy="2629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7">
                <a:solidFill>
                  <a:srgbClr val="AA420A"/>
                </a:solidFill>
                <a:latin typeface="Liberation Sans"/>
                <a:ea typeface="Liberation Sans"/>
                <a:cs typeface="Liberation Sans"/>
              </a:rPr>
              <a:t>SafeTransport-Safe</a:t>
            </a:r>
            <a:endParaRPr lang="zh-CN" sz="1257"/>
          </a:p>
        </p:txBody>
      </p:sp>
      <p:sp>
        <p:nvSpPr>
          <p:cNvPr id="375" name="TextBox 375"/>
          <p:cNvSpPr txBox="1"/>
          <p:nvPr/>
        </p:nvSpPr>
        <p:spPr>
          <a:xfrm>
            <a:off x="15056724" y="6574139"/>
            <a:ext cx="1981633" cy="2629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09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per-channel Lagrangian update</a:t>
            </a:r>
            <a:endParaRPr lang="zh-CN" sz="1109"/>
          </a:p>
        </p:txBody>
      </p:sp>
      <p:sp>
        <p:nvSpPr>
          <p:cNvPr id="376" name="TextBox 376"/>
          <p:cNvSpPr txBox="1"/>
          <p:nvPr/>
        </p:nvSpPr>
        <p:spPr>
          <a:xfrm>
            <a:off x="8219619" y="7419386"/>
            <a:ext cx="1305436" cy="2911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next rollout</a:t>
            </a:r>
            <a:endParaRPr lang="zh-CN" sz="1257"/>
          </a:p>
        </p:txBody>
      </p:sp>
      <p:pic>
        <p:nvPicPr>
          <p:cNvPr id="377" name="LaTeX rendered formula roll_flow"/>
          <p:cNvPicPr/>
          <p:nvPr/>
        </p:nvPicPr>
        <p:blipFill>
          <a:blip r:embed="rId2"/>
          <a:stretch>
            <a:fillRect/>
          </a:stretch>
        </p:blipFill>
        <p:spPr>
          <a:xfrm>
            <a:off x="11572430" y="67490"/>
            <a:ext cx="366273" cy="221902"/>
          </a:xfrm>
          <a:prstGeom prst="rect">
            <a:avLst/>
          </a:prstGeom>
        </p:spPr>
      </p:pic>
      <p:pic>
        <p:nvPicPr>
          <p:cNvPr id="378" name="LaTeX rendered formula node_s1"/>
          <p:cNvPicPr/>
          <p:nvPr/>
        </p:nvPicPr>
        <p:blipFill>
          <a:blip r:embed="rId3"/>
          <a:stretch>
            <a:fillRect/>
          </a:stretch>
        </p:blipFill>
        <p:spPr>
          <a:xfrm>
            <a:off x="3026049" y="2413055"/>
            <a:ext cx="150266" cy="95102"/>
          </a:xfrm>
          <a:prstGeom prst="rect">
            <a:avLst/>
          </a:prstGeom>
        </p:spPr>
      </p:pic>
      <p:pic>
        <p:nvPicPr>
          <p:cNvPr id="379" name="LaTeX rendered formula node_s2"/>
          <p:cNvPicPr/>
          <p:nvPr/>
        </p:nvPicPr>
        <p:blipFill>
          <a:blip r:embed="rId4"/>
          <a:stretch>
            <a:fillRect/>
          </a:stretch>
        </p:blipFill>
        <p:spPr>
          <a:xfrm>
            <a:off x="3749204" y="2413055"/>
            <a:ext cx="150266" cy="95102"/>
          </a:xfrm>
          <a:prstGeom prst="rect">
            <a:avLst/>
          </a:prstGeom>
        </p:spPr>
      </p:pic>
      <p:pic>
        <p:nvPicPr>
          <p:cNvPr id="380" name="LaTeX rendered formula node_s3"/>
          <p:cNvPicPr/>
          <p:nvPr/>
        </p:nvPicPr>
        <p:blipFill>
          <a:blip r:embed="rId5"/>
          <a:stretch>
            <a:fillRect/>
          </a:stretch>
        </p:blipFill>
        <p:spPr>
          <a:xfrm>
            <a:off x="4425402" y="2413055"/>
            <a:ext cx="150266" cy="95102"/>
          </a:xfrm>
          <a:prstGeom prst="rect">
            <a:avLst/>
          </a:prstGeom>
        </p:spPr>
      </p:pic>
      <p:pic>
        <p:nvPicPr>
          <p:cNvPr id="381" name="LaTeX rendered formula node_s4"/>
          <p:cNvPicPr/>
          <p:nvPr/>
        </p:nvPicPr>
        <p:blipFill>
          <a:blip r:embed="rId6"/>
          <a:stretch>
            <a:fillRect/>
          </a:stretch>
        </p:blipFill>
        <p:spPr>
          <a:xfrm>
            <a:off x="3026049" y="3286477"/>
            <a:ext cx="150266" cy="95102"/>
          </a:xfrm>
          <a:prstGeom prst="rect">
            <a:avLst/>
          </a:prstGeom>
        </p:spPr>
      </p:pic>
      <p:pic>
        <p:nvPicPr>
          <p:cNvPr id="382" name="LaTeX rendered formula node_s5"/>
          <p:cNvPicPr/>
          <p:nvPr/>
        </p:nvPicPr>
        <p:blipFill>
          <a:blip r:embed="rId7"/>
          <a:stretch>
            <a:fillRect/>
          </a:stretch>
        </p:blipFill>
        <p:spPr>
          <a:xfrm>
            <a:off x="3749204" y="3286477"/>
            <a:ext cx="150266" cy="95102"/>
          </a:xfrm>
          <a:prstGeom prst="rect">
            <a:avLst/>
          </a:prstGeom>
        </p:spPr>
      </p:pic>
      <p:pic>
        <p:nvPicPr>
          <p:cNvPr id="383" name="LaTeX rendered formula node_s6"/>
          <p:cNvPicPr/>
          <p:nvPr/>
        </p:nvPicPr>
        <p:blipFill>
          <a:blip r:embed="rId8"/>
          <a:stretch>
            <a:fillRect/>
          </a:stretch>
        </p:blipFill>
        <p:spPr>
          <a:xfrm>
            <a:off x="4425402" y="3286477"/>
            <a:ext cx="150266" cy="95102"/>
          </a:xfrm>
          <a:prstGeom prst="rect">
            <a:avLst/>
          </a:prstGeom>
        </p:spPr>
      </p:pic>
      <p:pic>
        <p:nvPicPr>
          <p:cNvPr id="384" name="LaTeX rendered formula empirical_statistics"/>
          <p:cNvPicPr/>
          <p:nvPr/>
        </p:nvPicPr>
        <p:blipFill>
          <a:blip r:embed="rId9"/>
          <a:stretch>
            <a:fillRect/>
          </a:stretch>
        </p:blipFill>
        <p:spPr>
          <a:xfrm>
            <a:off x="3335973" y="3749494"/>
            <a:ext cx="1004904" cy="220929"/>
          </a:xfrm>
          <a:prstGeom prst="rect">
            <a:avLst/>
          </a:prstGeom>
        </p:spPr>
      </p:pic>
      <p:pic>
        <p:nvPicPr>
          <p:cNvPr id="385" name="LaTeX rendered formula statistics_edge"/>
          <p:cNvPicPr/>
          <p:nvPr/>
        </p:nvPicPr>
        <p:blipFill>
          <a:blip r:embed="rId10"/>
          <a:stretch>
            <a:fillRect/>
          </a:stretch>
        </p:blipFill>
        <p:spPr>
          <a:xfrm>
            <a:off x="5204907" y="3645104"/>
            <a:ext cx="488365" cy="166744"/>
          </a:xfrm>
          <a:prstGeom prst="rect">
            <a:avLst/>
          </a:prstGeom>
        </p:spPr>
      </p:pic>
      <p:pic>
        <p:nvPicPr>
          <p:cNvPr id="386" name="LaTeX rendered formula budget_count"/>
          <p:cNvPicPr/>
          <p:nvPr/>
        </p:nvPicPr>
        <p:blipFill>
          <a:blip r:embed="rId11"/>
          <a:stretch>
            <a:fillRect/>
          </a:stretch>
        </p:blipFill>
        <p:spPr>
          <a:xfrm>
            <a:off x="6407035" y="1256947"/>
            <a:ext cx="206616" cy="153329"/>
          </a:xfrm>
          <a:prstGeom prst="rect">
            <a:avLst/>
          </a:prstGeom>
        </p:spPr>
      </p:pic>
      <p:pic>
        <p:nvPicPr>
          <p:cNvPr id="387" name="LaTeX rendered formula capacity_stack_label"/>
          <p:cNvPicPr/>
          <p:nvPr/>
        </p:nvPicPr>
        <p:blipFill>
          <a:blip r:embed="rId12"/>
          <a:stretch>
            <a:fillRect/>
          </a:stretch>
        </p:blipFill>
        <p:spPr>
          <a:xfrm>
            <a:off x="7289848" y="2048270"/>
            <a:ext cx="1089429" cy="195433"/>
          </a:xfrm>
          <a:prstGeom prst="rect">
            <a:avLst/>
          </a:prstGeom>
        </p:spPr>
      </p:pic>
      <p:pic>
        <p:nvPicPr>
          <p:cNvPr id="388" name="LaTeX rendered formula capacity_label"/>
          <p:cNvPicPr/>
          <p:nvPr/>
        </p:nvPicPr>
        <p:blipFill>
          <a:blip r:embed="rId13"/>
          <a:stretch>
            <a:fillRect/>
          </a:stretch>
        </p:blipFill>
        <p:spPr>
          <a:xfrm>
            <a:off x="10004029" y="1980140"/>
            <a:ext cx="159658" cy="162644"/>
          </a:xfrm>
          <a:prstGeom prst="rect">
            <a:avLst/>
          </a:prstGeom>
        </p:spPr>
      </p:pic>
      <p:pic>
        <p:nvPicPr>
          <p:cNvPr id="389" name="LaTeX rendered formula entropy_epsilon"/>
          <p:cNvPicPr/>
          <p:nvPr/>
        </p:nvPicPr>
        <p:blipFill>
          <a:blip r:embed="rId14"/>
          <a:stretch>
            <a:fillRect/>
          </a:stretch>
        </p:blipFill>
        <p:spPr>
          <a:xfrm>
            <a:off x="11300073" y="2060375"/>
            <a:ext cx="93916" cy="86700"/>
          </a:xfrm>
          <a:prstGeom prst="rect">
            <a:avLst/>
          </a:prstGeom>
        </p:spPr>
      </p:pic>
      <p:pic>
        <p:nvPicPr>
          <p:cNvPr id="390" name="LaTeX rendered formula solver_title_gamma"/>
          <p:cNvPicPr/>
          <p:nvPr/>
        </p:nvPicPr>
        <p:blipFill>
          <a:blip r:embed="rId15"/>
          <a:stretch>
            <a:fillRect/>
          </a:stretch>
        </p:blipFill>
        <p:spPr>
          <a:xfrm>
            <a:off x="9258421" y="2716018"/>
            <a:ext cx="159658" cy="155982"/>
          </a:xfrm>
          <a:prstGeom prst="rect">
            <a:avLst/>
          </a:prstGeom>
        </p:spPr>
      </p:pic>
      <p:pic>
        <p:nvPicPr>
          <p:cNvPr id="391" name="LaTeX rendered formula iterative_flow_label"/>
          <p:cNvPicPr/>
          <p:nvPr/>
        </p:nvPicPr>
        <p:blipFill>
          <a:blip r:embed="rId16"/>
          <a:stretch>
            <a:fillRect/>
          </a:stretch>
        </p:blipFill>
        <p:spPr>
          <a:xfrm>
            <a:off x="7064449" y="4225427"/>
            <a:ext cx="338099" cy="170660"/>
          </a:xfrm>
          <a:prstGeom prst="rect">
            <a:avLst/>
          </a:prstGeom>
        </p:spPr>
      </p:pic>
      <p:pic>
        <p:nvPicPr>
          <p:cNvPr id="392" name="LaTeX rendered formula gamma_flow_label"/>
          <p:cNvPicPr/>
          <p:nvPr/>
        </p:nvPicPr>
        <p:blipFill>
          <a:blip r:embed="rId17"/>
          <a:stretch>
            <a:fillRect/>
          </a:stretch>
        </p:blipFill>
        <p:spPr>
          <a:xfrm>
            <a:off x="8538935" y="3708065"/>
            <a:ext cx="478973" cy="144130"/>
          </a:xfrm>
          <a:prstGeom prst="rect">
            <a:avLst/>
          </a:prstGeom>
        </p:spPr>
      </p:pic>
      <p:pic>
        <p:nvPicPr>
          <p:cNvPr id="393" name="LaTeX rendered formula node_s1"/>
          <p:cNvPicPr/>
          <p:nvPr/>
        </p:nvPicPr>
        <p:blipFill>
          <a:blip r:embed="rId18"/>
          <a:stretch>
            <a:fillRect/>
          </a:stretch>
        </p:blipFill>
        <p:spPr>
          <a:xfrm>
            <a:off x="9910112" y="3126819"/>
            <a:ext cx="150266" cy="95102"/>
          </a:xfrm>
          <a:prstGeom prst="rect">
            <a:avLst/>
          </a:prstGeom>
        </p:spPr>
      </p:pic>
      <p:pic>
        <p:nvPicPr>
          <p:cNvPr id="394" name="LaTeX rendered formula node_s2"/>
          <p:cNvPicPr/>
          <p:nvPr/>
        </p:nvPicPr>
        <p:blipFill>
          <a:blip r:embed="rId19"/>
          <a:stretch>
            <a:fillRect/>
          </a:stretch>
        </p:blipFill>
        <p:spPr>
          <a:xfrm>
            <a:off x="10548743" y="3126819"/>
            <a:ext cx="150266" cy="95102"/>
          </a:xfrm>
          <a:prstGeom prst="rect">
            <a:avLst/>
          </a:prstGeom>
        </p:spPr>
      </p:pic>
      <p:pic>
        <p:nvPicPr>
          <p:cNvPr id="395" name="LaTeX rendered formula node_s3"/>
          <p:cNvPicPr/>
          <p:nvPr/>
        </p:nvPicPr>
        <p:blipFill>
          <a:blip r:embed="rId20"/>
          <a:stretch>
            <a:fillRect/>
          </a:stretch>
        </p:blipFill>
        <p:spPr>
          <a:xfrm>
            <a:off x="11149807" y="3126819"/>
            <a:ext cx="150266" cy="95102"/>
          </a:xfrm>
          <a:prstGeom prst="rect">
            <a:avLst/>
          </a:prstGeom>
        </p:spPr>
      </p:pic>
      <p:pic>
        <p:nvPicPr>
          <p:cNvPr id="396" name="LaTeX rendered formula node_s4"/>
          <p:cNvPicPr/>
          <p:nvPr/>
        </p:nvPicPr>
        <p:blipFill>
          <a:blip r:embed="rId21"/>
          <a:stretch>
            <a:fillRect/>
          </a:stretch>
        </p:blipFill>
        <p:spPr>
          <a:xfrm>
            <a:off x="9910112" y="3915716"/>
            <a:ext cx="150266" cy="95102"/>
          </a:xfrm>
          <a:prstGeom prst="rect">
            <a:avLst/>
          </a:prstGeom>
        </p:spPr>
      </p:pic>
      <p:pic>
        <p:nvPicPr>
          <p:cNvPr id="397" name="LaTeX rendered formula node_s5"/>
          <p:cNvPicPr/>
          <p:nvPr/>
        </p:nvPicPr>
        <p:blipFill>
          <a:blip r:embed="rId22"/>
          <a:stretch>
            <a:fillRect/>
          </a:stretch>
        </p:blipFill>
        <p:spPr>
          <a:xfrm>
            <a:off x="10548743" y="3915716"/>
            <a:ext cx="150266" cy="95102"/>
          </a:xfrm>
          <a:prstGeom prst="rect">
            <a:avLst/>
          </a:prstGeom>
        </p:spPr>
      </p:pic>
      <p:pic>
        <p:nvPicPr>
          <p:cNvPr id="398" name="LaTeX rendered formula node_s6"/>
          <p:cNvPicPr/>
          <p:nvPr/>
        </p:nvPicPr>
        <p:blipFill>
          <a:blip r:embed="rId23"/>
          <a:stretch>
            <a:fillRect/>
          </a:stretch>
        </p:blipFill>
        <p:spPr>
          <a:xfrm>
            <a:off x="11149807" y="3915716"/>
            <a:ext cx="150266" cy="95102"/>
          </a:xfrm>
          <a:prstGeom prst="rect">
            <a:avLst/>
          </a:prstGeom>
        </p:spPr>
      </p:pic>
      <p:pic>
        <p:nvPicPr>
          <p:cNvPr id="399" name="LaTeX rendered formula target_flow"/>
          <p:cNvPicPr/>
          <p:nvPr/>
        </p:nvPicPr>
        <p:blipFill>
          <a:blip r:embed="rId24"/>
          <a:stretch>
            <a:fillRect/>
          </a:stretch>
        </p:blipFill>
        <p:spPr>
          <a:xfrm>
            <a:off x="10511176" y="4230541"/>
            <a:ext cx="272357" cy="151040"/>
          </a:xfrm>
          <a:prstGeom prst="rect">
            <a:avLst/>
          </a:prstGeom>
        </p:spPr>
      </p:pic>
      <p:pic>
        <p:nvPicPr>
          <p:cNvPr id="400" name="LaTeX rendered formula solver_objective"/>
          <p:cNvPicPr/>
          <p:nvPr/>
        </p:nvPicPr>
        <p:blipFill>
          <a:blip r:embed="rId25"/>
          <a:stretch>
            <a:fillRect/>
          </a:stretch>
        </p:blipFill>
        <p:spPr>
          <a:xfrm>
            <a:off x="8003612" y="4611406"/>
            <a:ext cx="1577793" cy="178208"/>
          </a:xfrm>
          <a:prstGeom prst="rect">
            <a:avLst/>
          </a:prstGeom>
        </p:spPr>
      </p:pic>
      <p:pic>
        <p:nvPicPr>
          <p:cNvPr id="401" name="LaTeX rendered formula capacity_bound"/>
          <p:cNvPicPr/>
          <p:nvPr/>
        </p:nvPicPr>
        <p:blipFill>
          <a:blip r:embed="rId26"/>
          <a:stretch>
            <a:fillRect/>
          </a:stretch>
        </p:blipFill>
        <p:spPr>
          <a:xfrm>
            <a:off x="9478097" y="4891322"/>
            <a:ext cx="760722" cy="134914"/>
          </a:xfrm>
          <a:prstGeom prst="rect">
            <a:avLst/>
          </a:prstGeom>
        </p:spPr>
      </p:pic>
      <p:pic>
        <p:nvPicPr>
          <p:cNvPr id="402" name="LaTeX rendered formula target_flow"/>
          <p:cNvPicPr/>
          <p:nvPr/>
        </p:nvPicPr>
        <p:blipFill>
          <a:blip r:embed="rId27"/>
          <a:stretch>
            <a:fillRect/>
          </a:stretch>
        </p:blipFill>
        <p:spPr>
          <a:xfrm>
            <a:off x="12042012" y="3290353"/>
            <a:ext cx="309924" cy="171874"/>
          </a:xfrm>
          <a:prstGeom prst="rect">
            <a:avLst/>
          </a:prstGeom>
        </p:spPr>
      </p:pic>
      <p:pic>
        <p:nvPicPr>
          <p:cNvPr id="403" name="LaTeX rendered formula policy_output"/>
          <p:cNvPicPr/>
          <p:nvPr/>
        </p:nvPicPr>
        <p:blipFill>
          <a:blip r:embed="rId28"/>
          <a:stretch>
            <a:fillRect/>
          </a:stretch>
        </p:blipFill>
        <p:spPr>
          <a:xfrm>
            <a:off x="16672084" y="2877850"/>
            <a:ext cx="366273" cy="207984"/>
          </a:xfrm>
          <a:prstGeom prst="rect">
            <a:avLst/>
          </a:prstGeom>
        </p:spPr>
      </p:pic>
      <p:pic>
        <p:nvPicPr>
          <p:cNvPr id="404" name="LaTeX rendered formula realized_flow"/>
          <p:cNvPicPr/>
          <p:nvPr/>
        </p:nvPicPr>
        <p:blipFill>
          <a:blip r:embed="rId29"/>
          <a:stretch>
            <a:fillRect/>
          </a:stretch>
        </p:blipFill>
        <p:spPr>
          <a:xfrm>
            <a:off x="15770488" y="4837589"/>
            <a:ext cx="281749" cy="289339"/>
          </a:xfrm>
          <a:prstGeom prst="rect">
            <a:avLst/>
          </a:prstGeom>
        </p:spPr>
      </p:pic>
      <p:pic>
        <p:nvPicPr>
          <p:cNvPr id="405" name="LaTeX rendered formula node_s1"/>
          <p:cNvPicPr/>
          <p:nvPr/>
        </p:nvPicPr>
        <p:blipFill>
          <a:blip r:embed="rId30"/>
          <a:stretch>
            <a:fillRect/>
          </a:stretch>
        </p:blipFill>
        <p:spPr>
          <a:xfrm>
            <a:off x="9994637" y="6113357"/>
            <a:ext cx="150266" cy="95102"/>
          </a:xfrm>
          <a:prstGeom prst="rect">
            <a:avLst/>
          </a:prstGeom>
        </p:spPr>
      </p:pic>
      <p:pic>
        <p:nvPicPr>
          <p:cNvPr id="406" name="LaTeX rendered formula node_s2"/>
          <p:cNvPicPr/>
          <p:nvPr/>
        </p:nvPicPr>
        <p:blipFill>
          <a:blip r:embed="rId31"/>
          <a:stretch>
            <a:fillRect/>
          </a:stretch>
        </p:blipFill>
        <p:spPr>
          <a:xfrm>
            <a:off x="10548743" y="6113357"/>
            <a:ext cx="150266" cy="95102"/>
          </a:xfrm>
          <a:prstGeom prst="rect">
            <a:avLst/>
          </a:prstGeom>
        </p:spPr>
      </p:pic>
      <p:pic>
        <p:nvPicPr>
          <p:cNvPr id="407" name="LaTeX rendered formula node_s3"/>
          <p:cNvPicPr/>
          <p:nvPr/>
        </p:nvPicPr>
        <p:blipFill>
          <a:blip r:embed="rId32"/>
          <a:stretch>
            <a:fillRect/>
          </a:stretch>
        </p:blipFill>
        <p:spPr>
          <a:xfrm>
            <a:off x="11084066" y="6113357"/>
            <a:ext cx="150266" cy="95102"/>
          </a:xfrm>
          <a:prstGeom prst="rect">
            <a:avLst/>
          </a:prstGeom>
        </p:spPr>
      </p:pic>
      <p:pic>
        <p:nvPicPr>
          <p:cNvPr id="408" name="LaTeX rendered formula node_s4"/>
          <p:cNvPicPr/>
          <p:nvPr/>
        </p:nvPicPr>
        <p:blipFill>
          <a:blip r:embed="rId33"/>
          <a:stretch>
            <a:fillRect/>
          </a:stretch>
        </p:blipFill>
        <p:spPr>
          <a:xfrm>
            <a:off x="9994637" y="6751987"/>
            <a:ext cx="150266" cy="95102"/>
          </a:xfrm>
          <a:prstGeom prst="rect">
            <a:avLst/>
          </a:prstGeom>
        </p:spPr>
      </p:pic>
      <p:pic>
        <p:nvPicPr>
          <p:cNvPr id="409" name="LaTeX rendered formula node_s5"/>
          <p:cNvPicPr/>
          <p:nvPr/>
        </p:nvPicPr>
        <p:blipFill>
          <a:blip r:embed="rId34"/>
          <a:stretch>
            <a:fillRect/>
          </a:stretch>
        </p:blipFill>
        <p:spPr>
          <a:xfrm>
            <a:off x="10548743" y="6751987"/>
            <a:ext cx="150266" cy="95102"/>
          </a:xfrm>
          <a:prstGeom prst="rect">
            <a:avLst/>
          </a:prstGeom>
        </p:spPr>
      </p:pic>
      <p:pic>
        <p:nvPicPr>
          <p:cNvPr id="410" name="LaTeX rendered formula node_s6"/>
          <p:cNvPicPr/>
          <p:nvPr/>
        </p:nvPicPr>
        <p:blipFill>
          <a:blip r:embed="rId35"/>
          <a:stretch>
            <a:fillRect/>
          </a:stretch>
        </p:blipFill>
        <p:spPr>
          <a:xfrm>
            <a:off x="11084066" y="6751987"/>
            <a:ext cx="150266" cy="95102"/>
          </a:xfrm>
          <a:prstGeom prst="rect">
            <a:avLst/>
          </a:prstGeom>
        </p:spPr>
      </p:pic>
      <p:pic>
        <p:nvPicPr>
          <p:cNvPr id="411" name="LaTeX rendered formula node_s1"/>
          <p:cNvPicPr/>
          <p:nvPr/>
        </p:nvPicPr>
        <p:blipFill>
          <a:blip r:embed="rId36"/>
          <a:stretch>
            <a:fillRect/>
          </a:stretch>
        </p:blipFill>
        <p:spPr>
          <a:xfrm>
            <a:off x="13403798" y="6113357"/>
            <a:ext cx="150266" cy="95102"/>
          </a:xfrm>
          <a:prstGeom prst="rect">
            <a:avLst/>
          </a:prstGeom>
        </p:spPr>
      </p:pic>
      <p:pic>
        <p:nvPicPr>
          <p:cNvPr id="412" name="LaTeX rendered formula node_s2"/>
          <p:cNvPicPr/>
          <p:nvPr/>
        </p:nvPicPr>
        <p:blipFill>
          <a:blip r:embed="rId37"/>
          <a:stretch>
            <a:fillRect/>
          </a:stretch>
        </p:blipFill>
        <p:spPr>
          <a:xfrm>
            <a:off x="13967296" y="6113357"/>
            <a:ext cx="150266" cy="95102"/>
          </a:xfrm>
          <a:prstGeom prst="rect">
            <a:avLst/>
          </a:prstGeom>
        </p:spPr>
      </p:pic>
      <p:pic>
        <p:nvPicPr>
          <p:cNvPr id="413" name="LaTeX rendered formula node_s3"/>
          <p:cNvPicPr/>
          <p:nvPr/>
        </p:nvPicPr>
        <p:blipFill>
          <a:blip r:embed="rId38"/>
          <a:stretch>
            <a:fillRect/>
          </a:stretch>
        </p:blipFill>
        <p:spPr>
          <a:xfrm>
            <a:off x="14493227" y="6113357"/>
            <a:ext cx="150266" cy="95102"/>
          </a:xfrm>
          <a:prstGeom prst="rect">
            <a:avLst/>
          </a:prstGeom>
        </p:spPr>
      </p:pic>
      <p:pic>
        <p:nvPicPr>
          <p:cNvPr id="414" name="LaTeX rendered formula node_s4"/>
          <p:cNvPicPr/>
          <p:nvPr/>
        </p:nvPicPr>
        <p:blipFill>
          <a:blip r:embed="rId39"/>
          <a:stretch>
            <a:fillRect/>
          </a:stretch>
        </p:blipFill>
        <p:spPr>
          <a:xfrm>
            <a:off x="13403798" y="6751987"/>
            <a:ext cx="150266" cy="95102"/>
          </a:xfrm>
          <a:prstGeom prst="rect">
            <a:avLst/>
          </a:prstGeom>
        </p:spPr>
      </p:pic>
      <p:pic>
        <p:nvPicPr>
          <p:cNvPr id="415" name="LaTeX rendered formula node_s5"/>
          <p:cNvPicPr/>
          <p:nvPr/>
        </p:nvPicPr>
        <p:blipFill>
          <a:blip r:embed="rId40"/>
          <a:stretch>
            <a:fillRect/>
          </a:stretch>
        </p:blipFill>
        <p:spPr>
          <a:xfrm>
            <a:off x="13967296" y="6751987"/>
            <a:ext cx="150266" cy="95102"/>
          </a:xfrm>
          <a:prstGeom prst="rect">
            <a:avLst/>
          </a:prstGeom>
        </p:spPr>
      </p:pic>
      <p:pic>
        <p:nvPicPr>
          <p:cNvPr id="416" name="LaTeX rendered formula node_s6"/>
          <p:cNvPicPr/>
          <p:nvPr/>
        </p:nvPicPr>
        <p:blipFill>
          <a:blip r:embed="rId41"/>
          <a:stretch>
            <a:fillRect/>
          </a:stretch>
        </p:blipFill>
        <p:spPr>
          <a:xfrm>
            <a:off x="14493227" y="6751987"/>
            <a:ext cx="150266" cy="95102"/>
          </a:xfrm>
          <a:prstGeom prst="rect">
            <a:avLst/>
          </a:prstGeom>
        </p:spPr>
      </p:pic>
      <p:pic>
        <p:nvPicPr>
          <p:cNvPr id="417" name="LaTeX rendered formula target_flow"/>
          <p:cNvPicPr/>
          <p:nvPr/>
        </p:nvPicPr>
        <p:blipFill>
          <a:blip r:embed="rId42"/>
          <a:stretch>
            <a:fillRect/>
          </a:stretch>
        </p:blipFill>
        <p:spPr>
          <a:xfrm>
            <a:off x="10173078" y="7072021"/>
            <a:ext cx="253574" cy="140624"/>
          </a:xfrm>
          <a:prstGeom prst="rect">
            <a:avLst/>
          </a:prstGeom>
        </p:spPr>
      </p:pic>
      <p:pic>
        <p:nvPicPr>
          <p:cNvPr id="418" name="LaTeX rendered formula realized_flow"/>
          <p:cNvPicPr/>
          <p:nvPr/>
        </p:nvPicPr>
        <p:blipFill>
          <a:blip r:embed="rId43"/>
          <a:stretch>
            <a:fillRect/>
          </a:stretch>
        </p:blipFill>
        <p:spPr>
          <a:xfrm>
            <a:off x="13595079" y="7015546"/>
            <a:ext cx="256068" cy="262966"/>
          </a:xfrm>
          <a:prstGeom prst="rect">
            <a:avLst/>
          </a:prstGeom>
        </p:spPr>
      </p:pic>
      <p:pic>
        <p:nvPicPr>
          <p:cNvPr id="419" name="LaTeX rendered formula transfer_gap"/>
          <p:cNvPicPr/>
          <p:nvPr/>
        </p:nvPicPr>
        <p:blipFill>
          <a:blip r:embed="rId44"/>
          <a:stretch>
            <a:fillRect/>
          </a:stretch>
        </p:blipFill>
        <p:spPr>
          <a:xfrm>
            <a:off x="11516081" y="6356240"/>
            <a:ext cx="1549619" cy="2385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2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