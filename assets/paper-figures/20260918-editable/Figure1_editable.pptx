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7716500" cy="804862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svg"/><Relationship Id="rId7" Type="http://schemas.openxmlformats.org/officeDocument/2006/relationships/image" Target="../media/image6.svg"/><Relationship Id="rId8" Type="http://schemas.openxmlformats.org/officeDocument/2006/relationships/image" Target="../media/image7.sv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7716500" cy="8048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 flipV="1">
            <a:off x="666750" y="4143375"/>
            <a:ext cx="1295400" cy="800100"/>
          </a:xfrm>
          <a:prstGeom prst="line">
            <a:avLst/>
          </a:prstGeom>
          <a:noFill/>
          <a:ln w="2095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666750" y="4943475"/>
            <a:ext cx="1295400" cy="752475"/>
          </a:xfrm>
          <a:prstGeom prst="line">
            <a:avLst/>
          </a:prstGeom>
          <a:noFill/>
          <a:ln w="2095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1962150" y="4143375"/>
            <a:ext cx="1943100" cy="0"/>
          </a:xfrm>
          <a:prstGeom prst="line">
            <a:avLst/>
          </a:prstGeom>
          <a:noFill/>
          <a:ln w="238125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1962150" y="4143375"/>
            <a:ext cx="0" cy="1552575"/>
          </a:xfrm>
          <a:prstGeom prst="line">
            <a:avLst/>
          </a:prstGeom>
          <a:noFill/>
          <a:ln w="1333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3905250" y="4143375"/>
            <a:ext cx="1343025" cy="800100"/>
          </a:xfrm>
          <a:prstGeom prst="line">
            <a:avLst/>
          </a:prstGeom>
          <a:noFill/>
          <a:ln w="238125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3905250" y="4143375"/>
            <a:ext cx="0" cy="1552575"/>
          </a:xfrm>
          <a:prstGeom prst="line">
            <a:avLst/>
          </a:prstGeom>
          <a:noFill/>
          <a:ln w="1333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1962150" y="5695950"/>
            <a:ext cx="1943100" cy="0"/>
          </a:xfrm>
          <a:prstGeom prst="line">
            <a:avLst/>
          </a:prstGeom>
          <a:noFill/>
          <a:ln w="238125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 flipV="1">
            <a:off x="3905250" y="4943475"/>
            <a:ext cx="1343025" cy="752475"/>
          </a:xfrm>
          <a:prstGeom prst="line">
            <a:avLst/>
          </a:prstGeom>
          <a:noFill/>
          <a:ln w="2095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 flipV="1">
            <a:off x="6562725" y="4143375"/>
            <a:ext cx="1295400" cy="800100"/>
          </a:xfrm>
          <a:prstGeom prst="line">
            <a:avLst/>
          </a:prstGeom>
          <a:noFill/>
          <a:ln w="2095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6562725" y="4943475"/>
            <a:ext cx="1295400" cy="752475"/>
          </a:xfrm>
          <a:prstGeom prst="line">
            <a:avLst/>
          </a:prstGeom>
          <a:noFill/>
          <a:ln w="2095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7858125" y="4143375"/>
            <a:ext cx="1943100" cy="0"/>
          </a:xfrm>
          <a:prstGeom prst="line">
            <a:avLst/>
          </a:prstGeom>
          <a:noFill/>
          <a:ln w="238125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7858125" y="4143375"/>
            <a:ext cx="0" cy="1552575"/>
          </a:xfrm>
          <a:prstGeom prst="line">
            <a:avLst/>
          </a:prstGeom>
          <a:noFill/>
          <a:ln w="1333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9801225" y="4143375"/>
            <a:ext cx="1343025" cy="800100"/>
          </a:xfrm>
          <a:prstGeom prst="line">
            <a:avLst/>
          </a:prstGeom>
          <a:noFill/>
          <a:ln w="238125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9801225" y="4143375"/>
            <a:ext cx="0" cy="1552575"/>
          </a:xfrm>
          <a:prstGeom prst="line">
            <a:avLst/>
          </a:prstGeom>
          <a:noFill/>
          <a:ln w="1333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7858125" y="5695950"/>
            <a:ext cx="1943100" cy="0"/>
          </a:xfrm>
          <a:prstGeom prst="line">
            <a:avLst/>
          </a:prstGeom>
          <a:noFill/>
          <a:ln w="238125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 flipV="1">
            <a:off x="9801225" y="4943475"/>
            <a:ext cx="1343025" cy="752475"/>
          </a:xfrm>
          <a:prstGeom prst="line">
            <a:avLst/>
          </a:prstGeom>
          <a:noFill/>
          <a:ln w="2095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 flipV="1">
            <a:off x="12315825" y="4143375"/>
            <a:ext cx="1295400" cy="800100"/>
          </a:xfrm>
          <a:prstGeom prst="line">
            <a:avLst/>
          </a:prstGeom>
          <a:noFill/>
          <a:ln w="2095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12315825" y="4943475"/>
            <a:ext cx="1295400" cy="752475"/>
          </a:xfrm>
          <a:prstGeom prst="line">
            <a:avLst/>
          </a:prstGeom>
          <a:noFill/>
          <a:ln w="2095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13611225" y="4143375"/>
            <a:ext cx="1952625" cy="0"/>
          </a:xfrm>
          <a:prstGeom prst="line">
            <a:avLst/>
          </a:prstGeom>
          <a:noFill/>
          <a:ln w="238125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13611225" y="4143375"/>
            <a:ext cx="0" cy="1552575"/>
          </a:xfrm>
          <a:prstGeom prst="line">
            <a:avLst/>
          </a:prstGeom>
          <a:noFill/>
          <a:ln w="1333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15563850" y="4143375"/>
            <a:ext cx="1343025" cy="800100"/>
          </a:xfrm>
          <a:prstGeom prst="line">
            <a:avLst/>
          </a:prstGeom>
          <a:noFill/>
          <a:ln w="238125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15563850" y="4143375"/>
            <a:ext cx="0" cy="1552575"/>
          </a:xfrm>
          <a:prstGeom prst="line">
            <a:avLst/>
          </a:prstGeom>
          <a:noFill/>
          <a:ln w="1333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13611225" y="5695950"/>
            <a:ext cx="1952625" cy="0"/>
          </a:xfrm>
          <a:prstGeom prst="line">
            <a:avLst/>
          </a:prstGeom>
          <a:noFill/>
          <a:ln w="238125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 flipV="1">
            <a:off x="15563850" y="4943475"/>
            <a:ext cx="1343025" cy="752475"/>
          </a:xfrm>
          <a:prstGeom prst="line">
            <a:avLst/>
          </a:prstGeom>
          <a:noFill/>
          <a:ln w="209550">
            <a:solidFill>
              <a:srgbClr val="D9DEE1"/>
            </a:solidFill>
          </a:ln>
        </p:spPr>
        <p:txBody>
          <a:bodyPr/>
          <a:lstStyle/>
          <a:p/>
        </p:txBody>
      </p:sp>
      <p:sp>
        <p:nvSpPr>
          <p:cNvPr id="27" name="Polygon 27"/>
          <p:cNvSpPr/>
          <p:nvPr/>
        </p:nvSpPr>
        <p:spPr>
          <a:xfrm>
            <a:off x="854926" y="4263502"/>
            <a:ext cx="912731" cy="58630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66" y="21600"/>
                </a:moveTo>
                <a:lnTo>
                  <a:pt x="18681" y="4663"/>
                </a:lnTo>
                <a:lnTo>
                  <a:pt x="19214" y="6006"/>
                </a:lnTo>
                <a:lnTo>
                  <a:pt x="21600" y="0"/>
                </a:lnTo>
                <a:lnTo>
                  <a:pt x="17082" y="632"/>
                </a:lnTo>
                <a:lnTo>
                  <a:pt x="17615" y="1976"/>
                </a:lnTo>
                <a:lnTo>
                  <a:pt x="0" y="18913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Polygon 28"/>
          <p:cNvSpPr/>
          <p:nvPr/>
        </p:nvSpPr>
        <p:spPr>
          <a:xfrm>
            <a:off x="859364" y="5030804"/>
            <a:ext cx="905116" cy="5503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909"/>
                </a:moveTo>
                <a:lnTo>
                  <a:pt x="17548" y="19675"/>
                </a:lnTo>
                <a:lnTo>
                  <a:pt x="17034" y="21129"/>
                </a:lnTo>
                <a:lnTo>
                  <a:pt x="21600" y="21600"/>
                </a:lnTo>
                <a:lnTo>
                  <a:pt x="19090" y="15310"/>
                </a:lnTo>
                <a:lnTo>
                  <a:pt x="18576" y="16765"/>
                </a:lnTo>
                <a:lnTo>
                  <a:pt x="1028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Polygon 29"/>
          <p:cNvSpPr/>
          <p:nvPr/>
        </p:nvSpPr>
        <p:spPr>
          <a:xfrm>
            <a:off x="2209800" y="4057650"/>
            <a:ext cx="1466850" cy="171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6200"/>
                </a:moveTo>
                <a:lnTo>
                  <a:pt x="19075" y="16200"/>
                </a:lnTo>
                <a:lnTo>
                  <a:pt x="19075" y="21600"/>
                </a:lnTo>
                <a:lnTo>
                  <a:pt x="21600" y="10800"/>
                </a:lnTo>
                <a:lnTo>
                  <a:pt x="19075" y="0"/>
                </a:lnTo>
                <a:lnTo>
                  <a:pt x="190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Polygon 30"/>
          <p:cNvSpPr/>
          <p:nvPr/>
        </p:nvSpPr>
        <p:spPr>
          <a:xfrm>
            <a:off x="1881187" y="4391025"/>
            <a:ext cx="161925" cy="10763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941" y="0"/>
                </a:moveTo>
                <a:lnTo>
                  <a:pt x="7941" y="18350"/>
                </a:lnTo>
                <a:lnTo>
                  <a:pt x="0" y="18350"/>
                </a:lnTo>
                <a:lnTo>
                  <a:pt x="10800" y="21600"/>
                </a:lnTo>
                <a:lnTo>
                  <a:pt x="21600" y="18350"/>
                </a:lnTo>
                <a:lnTo>
                  <a:pt x="13659" y="18350"/>
                </a:lnTo>
                <a:lnTo>
                  <a:pt x="13659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Polygon 31"/>
          <p:cNvSpPr/>
          <p:nvPr/>
        </p:nvSpPr>
        <p:spPr>
          <a:xfrm>
            <a:off x="4096069" y="4233301"/>
            <a:ext cx="955815" cy="59317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682"/>
                </a:moveTo>
                <a:lnTo>
                  <a:pt x="17776" y="19746"/>
                </a:lnTo>
                <a:lnTo>
                  <a:pt x="17280" y="21086"/>
                </a:lnTo>
                <a:lnTo>
                  <a:pt x="21600" y="21600"/>
                </a:lnTo>
                <a:lnTo>
                  <a:pt x="19263" y="15723"/>
                </a:lnTo>
                <a:lnTo>
                  <a:pt x="18767" y="17064"/>
                </a:lnTo>
                <a:lnTo>
                  <a:pt x="992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Polygon 32"/>
          <p:cNvSpPr/>
          <p:nvPr/>
        </p:nvSpPr>
        <p:spPr>
          <a:xfrm>
            <a:off x="3824287" y="4391025"/>
            <a:ext cx="161925" cy="10763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941" y="0"/>
                </a:moveTo>
                <a:lnTo>
                  <a:pt x="7941" y="18350"/>
                </a:lnTo>
                <a:lnTo>
                  <a:pt x="0" y="18350"/>
                </a:lnTo>
                <a:lnTo>
                  <a:pt x="10800" y="21600"/>
                </a:lnTo>
                <a:lnTo>
                  <a:pt x="21600" y="18350"/>
                </a:lnTo>
                <a:lnTo>
                  <a:pt x="13659" y="18350"/>
                </a:lnTo>
                <a:lnTo>
                  <a:pt x="13659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Polygon 33"/>
          <p:cNvSpPr/>
          <p:nvPr/>
        </p:nvSpPr>
        <p:spPr>
          <a:xfrm>
            <a:off x="2209800" y="5610225"/>
            <a:ext cx="1466850" cy="171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6200"/>
                </a:moveTo>
                <a:lnTo>
                  <a:pt x="19075" y="16200"/>
                </a:lnTo>
                <a:lnTo>
                  <a:pt x="19075" y="21600"/>
                </a:lnTo>
                <a:lnTo>
                  <a:pt x="21600" y="10800"/>
                </a:lnTo>
                <a:lnTo>
                  <a:pt x="19075" y="0"/>
                </a:lnTo>
                <a:lnTo>
                  <a:pt x="190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Polygon 34"/>
          <p:cNvSpPr/>
          <p:nvPr/>
        </p:nvSpPr>
        <p:spPr>
          <a:xfrm>
            <a:off x="4102677" y="5055213"/>
            <a:ext cx="946167" cy="55292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50" y="21600"/>
                </a:moveTo>
                <a:lnTo>
                  <a:pt x="18611" y="4572"/>
                </a:lnTo>
                <a:lnTo>
                  <a:pt x="19142" y="6195"/>
                </a:lnTo>
                <a:lnTo>
                  <a:pt x="21600" y="0"/>
                </a:lnTo>
                <a:lnTo>
                  <a:pt x="17229" y="352"/>
                </a:lnTo>
                <a:lnTo>
                  <a:pt x="17760" y="1975"/>
                </a:lnTo>
                <a:lnTo>
                  <a:pt x="0" y="19003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Polygon 35"/>
          <p:cNvSpPr/>
          <p:nvPr/>
        </p:nvSpPr>
        <p:spPr>
          <a:xfrm>
            <a:off x="6755906" y="4263502"/>
            <a:ext cx="907726" cy="57819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34" y="21600"/>
                </a:moveTo>
                <a:lnTo>
                  <a:pt x="18546" y="4425"/>
                </a:lnTo>
                <a:lnTo>
                  <a:pt x="19201" y="6090"/>
                </a:lnTo>
                <a:lnTo>
                  <a:pt x="21600" y="0"/>
                </a:lnTo>
                <a:lnTo>
                  <a:pt x="17057" y="641"/>
                </a:lnTo>
                <a:lnTo>
                  <a:pt x="17712" y="2306"/>
                </a:lnTo>
                <a:lnTo>
                  <a:pt x="0" y="19481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Polygon 36"/>
          <p:cNvSpPr/>
          <p:nvPr/>
        </p:nvSpPr>
        <p:spPr>
          <a:xfrm>
            <a:off x="6757730" y="5034922"/>
            <a:ext cx="902724" cy="54620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606"/>
                </a:moveTo>
                <a:lnTo>
                  <a:pt x="17595" y="19497"/>
                </a:lnTo>
                <a:lnTo>
                  <a:pt x="17022" y="21126"/>
                </a:lnTo>
                <a:lnTo>
                  <a:pt x="21600" y="21600"/>
                </a:lnTo>
                <a:lnTo>
                  <a:pt x="19083" y="15263"/>
                </a:lnTo>
                <a:lnTo>
                  <a:pt x="18511" y="16892"/>
                </a:lnTo>
                <a:lnTo>
                  <a:pt x="916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Polygon 37"/>
          <p:cNvSpPr/>
          <p:nvPr/>
        </p:nvSpPr>
        <p:spPr>
          <a:xfrm>
            <a:off x="8105775" y="4057650"/>
            <a:ext cx="1466850" cy="171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4100"/>
                </a:moveTo>
                <a:lnTo>
                  <a:pt x="19075" y="14100"/>
                </a:lnTo>
                <a:lnTo>
                  <a:pt x="19075" y="21600"/>
                </a:lnTo>
                <a:lnTo>
                  <a:pt x="21600" y="10800"/>
                </a:lnTo>
                <a:lnTo>
                  <a:pt x="19075" y="0"/>
                </a:lnTo>
                <a:lnTo>
                  <a:pt x="19075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Polygon 38"/>
          <p:cNvSpPr/>
          <p:nvPr/>
        </p:nvSpPr>
        <p:spPr>
          <a:xfrm>
            <a:off x="7777163" y="4391025"/>
            <a:ext cx="161925" cy="10763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259" y="0"/>
                </a:moveTo>
                <a:lnTo>
                  <a:pt x="8259" y="18350"/>
                </a:lnTo>
                <a:lnTo>
                  <a:pt x="0" y="18350"/>
                </a:lnTo>
                <a:lnTo>
                  <a:pt x="10800" y="21600"/>
                </a:lnTo>
                <a:lnTo>
                  <a:pt x="21600" y="18350"/>
                </a:lnTo>
                <a:lnTo>
                  <a:pt x="13341" y="18350"/>
                </a:lnTo>
                <a:lnTo>
                  <a:pt x="13341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Polygon 39"/>
          <p:cNvSpPr/>
          <p:nvPr/>
        </p:nvSpPr>
        <p:spPr>
          <a:xfrm>
            <a:off x="9994482" y="4237392"/>
            <a:ext cx="953377" cy="5890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400"/>
                </a:moveTo>
                <a:lnTo>
                  <a:pt x="17821" y="19583"/>
                </a:lnTo>
                <a:lnTo>
                  <a:pt x="17269" y="21083"/>
                </a:lnTo>
                <a:lnTo>
                  <a:pt x="21600" y="21600"/>
                </a:lnTo>
                <a:lnTo>
                  <a:pt x="19257" y="15682"/>
                </a:lnTo>
                <a:lnTo>
                  <a:pt x="18705" y="17182"/>
                </a:lnTo>
                <a:lnTo>
                  <a:pt x="884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Polygon 40"/>
          <p:cNvSpPr/>
          <p:nvPr/>
        </p:nvSpPr>
        <p:spPr>
          <a:xfrm>
            <a:off x="9720262" y="4391025"/>
            <a:ext cx="161925" cy="10763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941" y="0"/>
                </a:moveTo>
                <a:lnTo>
                  <a:pt x="7941" y="18350"/>
                </a:lnTo>
                <a:lnTo>
                  <a:pt x="0" y="18350"/>
                </a:lnTo>
                <a:lnTo>
                  <a:pt x="10800" y="21600"/>
                </a:lnTo>
                <a:lnTo>
                  <a:pt x="21600" y="18350"/>
                </a:lnTo>
                <a:lnTo>
                  <a:pt x="13659" y="18350"/>
                </a:lnTo>
                <a:lnTo>
                  <a:pt x="13659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Polygon 41"/>
          <p:cNvSpPr/>
          <p:nvPr/>
        </p:nvSpPr>
        <p:spPr>
          <a:xfrm>
            <a:off x="8105775" y="5610225"/>
            <a:ext cx="1466850" cy="171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4100"/>
                </a:moveTo>
                <a:lnTo>
                  <a:pt x="19075" y="14100"/>
                </a:lnTo>
                <a:lnTo>
                  <a:pt x="19075" y="21600"/>
                </a:lnTo>
                <a:lnTo>
                  <a:pt x="21600" y="10800"/>
                </a:lnTo>
                <a:lnTo>
                  <a:pt x="19075" y="0"/>
                </a:lnTo>
                <a:lnTo>
                  <a:pt x="19075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Polygon 42"/>
          <p:cNvSpPr/>
          <p:nvPr/>
        </p:nvSpPr>
        <p:spPr>
          <a:xfrm>
            <a:off x="10002143" y="5055213"/>
            <a:ext cx="942675" cy="54669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693" y="21600"/>
                </a:moveTo>
                <a:lnTo>
                  <a:pt x="18519" y="4378"/>
                </a:lnTo>
                <a:lnTo>
                  <a:pt x="19133" y="6266"/>
                </a:lnTo>
                <a:lnTo>
                  <a:pt x="21600" y="0"/>
                </a:lnTo>
                <a:lnTo>
                  <a:pt x="17213" y="356"/>
                </a:lnTo>
                <a:lnTo>
                  <a:pt x="17826" y="2244"/>
                </a:lnTo>
                <a:lnTo>
                  <a:pt x="0" y="19466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Polygon 43"/>
          <p:cNvSpPr/>
          <p:nvPr/>
        </p:nvSpPr>
        <p:spPr>
          <a:xfrm>
            <a:off x="12519017" y="4263502"/>
            <a:ext cx="897715" cy="56199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61" y="21600"/>
                </a:moveTo>
                <a:lnTo>
                  <a:pt x="18271" y="3930"/>
                </a:lnTo>
                <a:lnTo>
                  <a:pt x="19174" y="6266"/>
                </a:lnTo>
                <a:lnTo>
                  <a:pt x="21600" y="0"/>
                </a:lnTo>
                <a:lnTo>
                  <a:pt x="17006" y="660"/>
                </a:lnTo>
                <a:lnTo>
                  <a:pt x="17910" y="2996"/>
                </a:lnTo>
                <a:lnTo>
                  <a:pt x="0" y="20666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Polygon 44"/>
          <p:cNvSpPr/>
          <p:nvPr/>
        </p:nvSpPr>
        <p:spPr>
          <a:xfrm>
            <a:off x="12515615" y="5043158"/>
            <a:ext cx="897940" cy="53796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984"/>
                </a:moveTo>
                <a:lnTo>
                  <a:pt x="17689" y="19134"/>
                </a:lnTo>
                <a:lnTo>
                  <a:pt x="16998" y="21119"/>
                </a:lnTo>
                <a:lnTo>
                  <a:pt x="21600" y="21600"/>
                </a:lnTo>
                <a:lnTo>
                  <a:pt x="19070" y="15166"/>
                </a:lnTo>
                <a:lnTo>
                  <a:pt x="18379" y="17150"/>
                </a:lnTo>
                <a:lnTo>
                  <a:pt x="691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Polygon 45"/>
          <p:cNvSpPr/>
          <p:nvPr/>
        </p:nvSpPr>
        <p:spPr>
          <a:xfrm>
            <a:off x="13858875" y="4057650"/>
            <a:ext cx="1476375" cy="171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7700"/>
                </a:moveTo>
                <a:lnTo>
                  <a:pt x="19092" y="17700"/>
                </a:lnTo>
                <a:lnTo>
                  <a:pt x="19092" y="21600"/>
                </a:lnTo>
                <a:lnTo>
                  <a:pt x="21600" y="10800"/>
                </a:lnTo>
                <a:lnTo>
                  <a:pt x="19092" y="0"/>
                </a:lnTo>
                <a:lnTo>
                  <a:pt x="19092" y="3900"/>
                </a:lnTo>
                <a:lnTo>
                  <a:pt x="0" y="390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Polygon 46"/>
          <p:cNvSpPr/>
          <p:nvPr/>
        </p:nvSpPr>
        <p:spPr>
          <a:xfrm>
            <a:off x="13530262" y="4391025"/>
            <a:ext cx="161925" cy="10763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9212" y="0"/>
                </a:moveTo>
                <a:lnTo>
                  <a:pt x="9212" y="18350"/>
                </a:lnTo>
                <a:lnTo>
                  <a:pt x="0" y="18350"/>
                </a:lnTo>
                <a:lnTo>
                  <a:pt x="10800" y="21600"/>
                </a:lnTo>
                <a:lnTo>
                  <a:pt x="21600" y="18350"/>
                </a:lnTo>
                <a:lnTo>
                  <a:pt x="12388" y="18350"/>
                </a:lnTo>
                <a:lnTo>
                  <a:pt x="12388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Polygon 47"/>
          <p:cNvSpPr/>
          <p:nvPr/>
        </p:nvSpPr>
        <p:spPr>
          <a:xfrm>
            <a:off x="15749794" y="4225118"/>
            <a:ext cx="960691" cy="60135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3233"/>
                </a:moveTo>
                <a:lnTo>
                  <a:pt x="17685" y="20065"/>
                </a:lnTo>
                <a:lnTo>
                  <a:pt x="17302" y="21093"/>
                </a:lnTo>
                <a:lnTo>
                  <a:pt x="21600" y="21600"/>
                </a:lnTo>
                <a:lnTo>
                  <a:pt x="19275" y="15803"/>
                </a:lnTo>
                <a:lnTo>
                  <a:pt x="18891" y="16832"/>
                </a:lnTo>
                <a:lnTo>
                  <a:pt x="1206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Polygon 48"/>
          <p:cNvSpPr/>
          <p:nvPr/>
        </p:nvSpPr>
        <p:spPr>
          <a:xfrm>
            <a:off x="15482888" y="4391025"/>
            <a:ext cx="161925" cy="10763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8259" y="0"/>
                </a:moveTo>
                <a:lnTo>
                  <a:pt x="8259" y="18350"/>
                </a:lnTo>
                <a:lnTo>
                  <a:pt x="0" y="18350"/>
                </a:lnTo>
                <a:lnTo>
                  <a:pt x="10800" y="21600"/>
                </a:lnTo>
                <a:lnTo>
                  <a:pt x="21600" y="18350"/>
                </a:lnTo>
                <a:lnTo>
                  <a:pt x="13341" y="18350"/>
                </a:lnTo>
                <a:lnTo>
                  <a:pt x="13341" y="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Polygon 49"/>
          <p:cNvSpPr/>
          <p:nvPr/>
        </p:nvSpPr>
        <p:spPr>
          <a:xfrm>
            <a:off x="13858875" y="5610225"/>
            <a:ext cx="1476375" cy="171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4700"/>
                </a:moveTo>
                <a:lnTo>
                  <a:pt x="19092" y="14700"/>
                </a:lnTo>
                <a:lnTo>
                  <a:pt x="19092" y="21600"/>
                </a:lnTo>
                <a:lnTo>
                  <a:pt x="21600" y="10800"/>
                </a:lnTo>
                <a:lnTo>
                  <a:pt x="19092" y="0"/>
                </a:lnTo>
                <a:lnTo>
                  <a:pt x="19092" y="6900"/>
                </a:lnTo>
                <a:lnTo>
                  <a:pt x="0" y="6900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Polygon 50"/>
          <p:cNvSpPr/>
          <p:nvPr/>
        </p:nvSpPr>
        <p:spPr>
          <a:xfrm>
            <a:off x="15772916" y="5055213"/>
            <a:ext cx="934528" cy="53215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23" y="21600"/>
                </a:moveTo>
                <a:lnTo>
                  <a:pt x="18304" y="3908"/>
                </a:lnTo>
                <a:lnTo>
                  <a:pt x="19111" y="6437"/>
                </a:lnTo>
                <a:lnTo>
                  <a:pt x="21600" y="0"/>
                </a:lnTo>
                <a:lnTo>
                  <a:pt x="17174" y="366"/>
                </a:lnTo>
                <a:lnTo>
                  <a:pt x="17981" y="2896"/>
                </a:lnTo>
                <a:lnTo>
                  <a:pt x="0" y="20588"/>
                </a:lnTo>
                <a:close/>
              </a:path>
            </a:pathLst>
          </a:cu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Ellipse 51"/>
          <p:cNvSpPr/>
          <p:nvPr/>
        </p:nvSpPr>
        <p:spPr>
          <a:xfrm>
            <a:off x="457200" y="47339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52" name="Ellipse 52"/>
          <p:cNvSpPr/>
          <p:nvPr/>
        </p:nvSpPr>
        <p:spPr>
          <a:xfrm>
            <a:off x="1752600" y="39338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53" name="Ellipse 53"/>
          <p:cNvSpPr/>
          <p:nvPr/>
        </p:nvSpPr>
        <p:spPr>
          <a:xfrm>
            <a:off x="3695700" y="39338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54" name="Ellipse 54"/>
          <p:cNvSpPr/>
          <p:nvPr/>
        </p:nvSpPr>
        <p:spPr>
          <a:xfrm>
            <a:off x="5038725" y="47339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55" name="Ellipse 55"/>
          <p:cNvSpPr/>
          <p:nvPr/>
        </p:nvSpPr>
        <p:spPr>
          <a:xfrm>
            <a:off x="3695700" y="5486400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1752600" y="5486400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57" name="Ellipse 57"/>
          <p:cNvSpPr/>
          <p:nvPr/>
        </p:nvSpPr>
        <p:spPr>
          <a:xfrm>
            <a:off x="6353175" y="47339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58" name="Ellipse 58"/>
          <p:cNvSpPr/>
          <p:nvPr/>
        </p:nvSpPr>
        <p:spPr>
          <a:xfrm>
            <a:off x="7648575" y="39338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59" name="Ellipse 59"/>
          <p:cNvSpPr/>
          <p:nvPr/>
        </p:nvSpPr>
        <p:spPr>
          <a:xfrm>
            <a:off x="9591675" y="39338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0" name="Ellipse 60"/>
          <p:cNvSpPr/>
          <p:nvPr/>
        </p:nvSpPr>
        <p:spPr>
          <a:xfrm>
            <a:off x="10934700" y="47339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1" name="Ellipse 61"/>
          <p:cNvSpPr/>
          <p:nvPr/>
        </p:nvSpPr>
        <p:spPr>
          <a:xfrm>
            <a:off x="9591675" y="5486400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2" name="Ellipse 62"/>
          <p:cNvSpPr/>
          <p:nvPr/>
        </p:nvSpPr>
        <p:spPr>
          <a:xfrm>
            <a:off x="7648575" y="5486400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3" name="Ellipse 63"/>
          <p:cNvSpPr/>
          <p:nvPr/>
        </p:nvSpPr>
        <p:spPr>
          <a:xfrm>
            <a:off x="12106275" y="47339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4" name="Ellipse 64"/>
          <p:cNvSpPr/>
          <p:nvPr/>
        </p:nvSpPr>
        <p:spPr>
          <a:xfrm>
            <a:off x="13401675" y="39338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5" name="Ellipse 65"/>
          <p:cNvSpPr/>
          <p:nvPr/>
        </p:nvSpPr>
        <p:spPr>
          <a:xfrm>
            <a:off x="15354300" y="39338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6" name="Ellipse 66"/>
          <p:cNvSpPr/>
          <p:nvPr/>
        </p:nvSpPr>
        <p:spPr>
          <a:xfrm>
            <a:off x="16697325" y="4733925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7" name="Ellipse 67"/>
          <p:cNvSpPr/>
          <p:nvPr/>
        </p:nvSpPr>
        <p:spPr>
          <a:xfrm>
            <a:off x="15354300" y="5486400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8" name="Ellipse 68"/>
          <p:cNvSpPr/>
          <p:nvPr/>
        </p:nvSpPr>
        <p:spPr>
          <a:xfrm>
            <a:off x="13401675" y="5486400"/>
            <a:ext cx="419100" cy="419100"/>
          </a:xfrm>
          <a:prstGeom prst="ellipse">
            <a:avLst/>
          </a:prstGeom>
          <a:solidFill>
            <a:srgbClr val="E5EBED"/>
          </a:solidFill>
          <a:ln w="19050">
            <a:solidFill>
              <a:srgbClr val="172C37"/>
            </a:solidFill>
          </a:ln>
        </p:spPr>
        <p:txBody>
          <a:bodyPr/>
          <a:lstStyle/>
          <a:p/>
        </p:txBody>
      </p:sp>
      <p:sp>
        <p:nvSpPr>
          <p:cNvPr id="69" name="Polygon 69"/>
          <p:cNvSpPr/>
          <p:nvPr/>
        </p:nvSpPr>
        <p:spPr>
          <a:xfrm>
            <a:off x="396987" y="2406015"/>
            <a:ext cx="16912938" cy="2274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2" y="21583"/>
                </a:moveTo>
                <a:lnTo>
                  <a:pt x="45" y="18887"/>
                </a:lnTo>
                <a:lnTo>
                  <a:pt x="60" y="16500"/>
                </a:lnTo>
                <a:lnTo>
                  <a:pt x="78" y="14346"/>
                </a:lnTo>
                <a:lnTo>
                  <a:pt x="99" y="12411"/>
                </a:lnTo>
                <a:lnTo>
                  <a:pt x="122" y="10680"/>
                </a:lnTo>
                <a:lnTo>
                  <a:pt x="148" y="9141"/>
                </a:lnTo>
                <a:lnTo>
                  <a:pt x="176" y="7784"/>
                </a:lnTo>
                <a:lnTo>
                  <a:pt x="207" y="6601"/>
                </a:lnTo>
                <a:lnTo>
                  <a:pt x="241" y="5584"/>
                </a:lnTo>
                <a:lnTo>
                  <a:pt x="277" y="4727"/>
                </a:lnTo>
                <a:lnTo>
                  <a:pt x="315" y="4022"/>
                </a:lnTo>
                <a:lnTo>
                  <a:pt x="356" y="3464"/>
                </a:lnTo>
                <a:lnTo>
                  <a:pt x="399" y="3044"/>
                </a:lnTo>
                <a:lnTo>
                  <a:pt x="443" y="2754"/>
                </a:lnTo>
                <a:lnTo>
                  <a:pt x="490" y="2586"/>
                </a:lnTo>
                <a:lnTo>
                  <a:pt x="539" y="2533"/>
                </a:lnTo>
                <a:lnTo>
                  <a:pt x="21061" y="2533"/>
                </a:lnTo>
                <a:lnTo>
                  <a:pt x="21112" y="2596"/>
                </a:lnTo>
                <a:lnTo>
                  <a:pt x="21160" y="2791"/>
                </a:lnTo>
                <a:lnTo>
                  <a:pt x="21206" y="3120"/>
                </a:lnTo>
                <a:lnTo>
                  <a:pt x="21249" y="3588"/>
                </a:lnTo>
                <a:lnTo>
                  <a:pt x="21290" y="4200"/>
                </a:lnTo>
                <a:lnTo>
                  <a:pt x="21328" y="4958"/>
                </a:lnTo>
                <a:lnTo>
                  <a:pt x="21364" y="5867"/>
                </a:lnTo>
                <a:lnTo>
                  <a:pt x="21397" y="6929"/>
                </a:lnTo>
                <a:lnTo>
                  <a:pt x="21428" y="8147"/>
                </a:lnTo>
                <a:lnTo>
                  <a:pt x="21455" y="9526"/>
                </a:lnTo>
                <a:lnTo>
                  <a:pt x="21481" y="11070"/>
                </a:lnTo>
                <a:lnTo>
                  <a:pt x="21503" y="12786"/>
                </a:lnTo>
                <a:lnTo>
                  <a:pt x="21523" y="14681"/>
                </a:lnTo>
                <a:lnTo>
                  <a:pt x="21541" y="16766"/>
                </a:lnTo>
                <a:lnTo>
                  <a:pt x="21555" y="19050"/>
                </a:lnTo>
                <a:lnTo>
                  <a:pt x="21568" y="21600"/>
                </a:lnTo>
                <a:lnTo>
                  <a:pt x="21600" y="20730"/>
                </a:lnTo>
                <a:lnTo>
                  <a:pt x="21587" y="18064"/>
                </a:lnTo>
                <a:lnTo>
                  <a:pt x="21570" y="15545"/>
                </a:lnTo>
                <a:lnTo>
                  <a:pt x="21551" y="13229"/>
                </a:lnTo>
                <a:lnTo>
                  <a:pt x="21529" y="11116"/>
                </a:lnTo>
                <a:lnTo>
                  <a:pt x="21504" y="9204"/>
                </a:lnTo>
                <a:lnTo>
                  <a:pt x="21476" y="7493"/>
                </a:lnTo>
                <a:lnTo>
                  <a:pt x="21445" y="5976"/>
                </a:lnTo>
                <a:lnTo>
                  <a:pt x="21412" y="4649"/>
                </a:lnTo>
                <a:lnTo>
                  <a:pt x="21376" y="3504"/>
                </a:lnTo>
                <a:lnTo>
                  <a:pt x="21338" y="2535"/>
                </a:lnTo>
                <a:lnTo>
                  <a:pt x="21298" y="1733"/>
                </a:lnTo>
                <a:lnTo>
                  <a:pt x="21255" y="1093"/>
                </a:lnTo>
                <a:lnTo>
                  <a:pt x="21210" y="605"/>
                </a:lnTo>
                <a:lnTo>
                  <a:pt x="21163" y="265"/>
                </a:lnTo>
                <a:lnTo>
                  <a:pt x="21113" y="65"/>
                </a:lnTo>
                <a:lnTo>
                  <a:pt x="21061" y="0"/>
                </a:lnTo>
                <a:lnTo>
                  <a:pt x="539" y="0"/>
                </a:lnTo>
                <a:lnTo>
                  <a:pt x="489" y="55"/>
                </a:lnTo>
                <a:lnTo>
                  <a:pt x="441" y="227"/>
                </a:lnTo>
                <a:lnTo>
                  <a:pt x="395" y="526"/>
                </a:lnTo>
                <a:lnTo>
                  <a:pt x="350" y="962"/>
                </a:lnTo>
                <a:lnTo>
                  <a:pt x="308" y="1546"/>
                </a:lnTo>
                <a:lnTo>
                  <a:pt x="267" y="2289"/>
                </a:lnTo>
                <a:lnTo>
                  <a:pt x="229" y="3203"/>
                </a:lnTo>
                <a:lnTo>
                  <a:pt x="193" y="4299"/>
                </a:lnTo>
                <a:lnTo>
                  <a:pt x="159" y="5588"/>
                </a:lnTo>
                <a:lnTo>
                  <a:pt x="128" y="7083"/>
                </a:lnTo>
                <a:lnTo>
                  <a:pt x="99" y="8793"/>
                </a:lnTo>
                <a:lnTo>
                  <a:pt x="73" y="10728"/>
                </a:lnTo>
                <a:lnTo>
                  <a:pt x="50" y="12892"/>
                </a:lnTo>
                <a:lnTo>
                  <a:pt x="30" y="15291"/>
                </a:lnTo>
                <a:lnTo>
                  <a:pt x="13" y="17929"/>
                </a:lnTo>
                <a:lnTo>
                  <a:pt x="0" y="20748"/>
                </a:lnTo>
                <a:close/>
              </a:path>
            </a:pathLst>
          </a:custGeom>
          <a:solidFill>
            <a:srgbClr val="117E8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oundrect 70"/>
          <p:cNvSpPr/>
          <p:nvPr/>
        </p:nvSpPr>
        <p:spPr>
          <a:xfrm>
            <a:off x="15306675" y="2919413"/>
            <a:ext cx="590550" cy="95250"/>
          </a:xfrm>
          <a:prstGeom prst="roundRect">
            <a:avLst>
              <a:gd name="adj" fmla="val 50000"/>
            </a:avLst>
          </a:prstGeom>
          <a:solidFill>
            <a:srgbClr val="D9DE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oundrect 71"/>
          <p:cNvSpPr/>
          <p:nvPr/>
        </p:nvSpPr>
        <p:spPr>
          <a:xfrm>
            <a:off x="15306675" y="3200400"/>
            <a:ext cx="590550" cy="95250"/>
          </a:xfrm>
          <a:prstGeom prst="roundRect">
            <a:avLst>
              <a:gd name="adj" fmla="val 50000"/>
            </a:avLst>
          </a:prstGeom>
          <a:solidFill>
            <a:srgbClr val="278B8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1924050" y="6467475"/>
            <a:ext cx="13754100" cy="0"/>
          </a:xfrm>
          <a:prstGeom prst="line">
            <a:avLst/>
          </a:prstGeom>
          <a:noFill/>
          <a:ln w="23812">
            <a:solidFill>
              <a:srgbClr val="117E84"/>
            </a:solidFill>
          </a:ln>
        </p:spPr>
        <p:txBody>
          <a:bodyPr/>
          <a:lstStyle/>
          <a:p/>
        </p:txBody>
      </p:sp>
      <p:sp>
        <p:nvSpPr>
          <p:cNvPr id="73" name="Ellipse 73"/>
          <p:cNvSpPr/>
          <p:nvPr/>
        </p:nvSpPr>
        <p:spPr>
          <a:xfrm>
            <a:off x="1843088" y="6386512"/>
            <a:ext cx="161925" cy="161925"/>
          </a:xfrm>
          <a:prstGeom prst="ellipse">
            <a:avLst/>
          </a:prstGeom>
          <a:solidFill>
            <a:srgbClr val="117E8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Ellipse 74"/>
          <p:cNvSpPr/>
          <p:nvPr/>
        </p:nvSpPr>
        <p:spPr>
          <a:xfrm>
            <a:off x="8777288" y="6386512"/>
            <a:ext cx="161925" cy="161925"/>
          </a:xfrm>
          <a:prstGeom prst="ellipse">
            <a:avLst/>
          </a:prstGeom>
          <a:solidFill>
            <a:srgbClr val="117E8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Ellipse 75"/>
          <p:cNvSpPr/>
          <p:nvPr/>
        </p:nvSpPr>
        <p:spPr>
          <a:xfrm>
            <a:off x="15597188" y="6386512"/>
            <a:ext cx="161925" cy="161925"/>
          </a:xfrm>
          <a:prstGeom prst="ellipse">
            <a:avLst/>
          </a:prstGeom>
          <a:solidFill>
            <a:srgbClr val="117E84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13211175" y="419100"/>
            <a:ext cx="952500" cy="9525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13211175" y="41910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13449300" y="4191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13687425" y="4191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13925550" y="41910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13211175" y="6572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13449300" y="6572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13687425" y="65722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13925550" y="6572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Rect 85"/>
          <p:cNvSpPr/>
          <p:nvPr/>
        </p:nvSpPr>
        <p:spPr>
          <a:xfrm>
            <a:off x="13211175" y="8953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13449300" y="89535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Rect 87"/>
          <p:cNvSpPr/>
          <p:nvPr/>
        </p:nvSpPr>
        <p:spPr>
          <a:xfrm>
            <a:off x="13687425" y="8953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Rect 88"/>
          <p:cNvSpPr/>
          <p:nvPr/>
        </p:nvSpPr>
        <p:spPr>
          <a:xfrm>
            <a:off x="13925550" y="8953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Rect 89"/>
          <p:cNvSpPr/>
          <p:nvPr/>
        </p:nvSpPr>
        <p:spPr>
          <a:xfrm>
            <a:off x="13211175" y="113347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Rect 90"/>
          <p:cNvSpPr/>
          <p:nvPr/>
        </p:nvSpPr>
        <p:spPr>
          <a:xfrm>
            <a:off x="13449300" y="113347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13687425" y="113347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13925550" y="113347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>
            <a:off x="13211175" y="41910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>
            <a:off x="13211175" y="4191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>
            <a:off x="13211175" y="65722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>
            <a:off x="13449300" y="4191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13211175" y="89535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13687425" y="4191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>
            <a:off x="13211175" y="113347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>
            <a:off x="13925550" y="4191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>
            <a:off x="13211175" y="137160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>
            <a:off x="14163675" y="4191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13289756" y="504825"/>
            <a:ext cx="952500" cy="9525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Rect 104"/>
          <p:cNvSpPr/>
          <p:nvPr/>
        </p:nvSpPr>
        <p:spPr>
          <a:xfrm>
            <a:off x="13289756" y="5048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13527881" y="5048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13766006" y="50482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14004131" y="5048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13289756" y="7429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Rect 109"/>
          <p:cNvSpPr/>
          <p:nvPr/>
        </p:nvSpPr>
        <p:spPr>
          <a:xfrm>
            <a:off x="13527881" y="74295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Rect 110"/>
          <p:cNvSpPr/>
          <p:nvPr/>
        </p:nvSpPr>
        <p:spPr>
          <a:xfrm>
            <a:off x="13766006" y="7429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Rect 111"/>
          <p:cNvSpPr/>
          <p:nvPr/>
        </p:nvSpPr>
        <p:spPr>
          <a:xfrm>
            <a:off x="14004131" y="7429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Rect 112"/>
          <p:cNvSpPr/>
          <p:nvPr/>
        </p:nvSpPr>
        <p:spPr>
          <a:xfrm>
            <a:off x="13289756" y="98107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Rect 113"/>
          <p:cNvSpPr/>
          <p:nvPr/>
        </p:nvSpPr>
        <p:spPr>
          <a:xfrm>
            <a:off x="13527881" y="98107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Rect 114"/>
          <p:cNvSpPr/>
          <p:nvPr/>
        </p:nvSpPr>
        <p:spPr>
          <a:xfrm>
            <a:off x="13766006" y="98107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Rect 115"/>
          <p:cNvSpPr/>
          <p:nvPr/>
        </p:nvSpPr>
        <p:spPr>
          <a:xfrm>
            <a:off x="14004131" y="98107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Rect 116"/>
          <p:cNvSpPr/>
          <p:nvPr/>
        </p:nvSpPr>
        <p:spPr>
          <a:xfrm>
            <a:off x="13289756" y="12192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Rect 117"/>
          <p:cNvSpPr/>
          <p:nvPr/>
        </p:nvSpPr>
        <p:spPr>
          <a:xfrm>
            <a:off x="13527881" y="12192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Rect 118"/>
          <p:cNvSpPr/>
          <p:nvPr/>
        </p:nvSpPr>
        <p:spPr>
          <a:xfrm>
            <a:off x="13766006" y="121920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Rect 119"/>
          <p:cNvSpPr/>
          <p:nvPr/>
        </p:nvSpPr>
        <p:spPr>
          <a:xfrm>
            <a:off x="14004131" y="12192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>
            <a:off x="13289756" y="50482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>
            <a:off x="13289756" y="50482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>
            <a:off x="13289756" y="74295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23" name="Line 123"/>
          <p:cNvSpPr/>
          <p:nvPr/>
        </p:nvSpPr>
        <p:spPr>
          <a:xfrm>
            <a:off x="13527881" y="50482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>
            <a:off x="13289756" y="98107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>
            <a:off x="13766006" y="50482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>
            <a:off x="13289756" y="121920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27" name="Line 127"/>
          <p:cNvSpPr/>
          <p:nvPr/>
        </p:nvSpPr>
        <p:spPr>
          <a:xfrm>
            <a:off x="14004131" y="50482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28" name="Line 128"/>
          <p:cNvSpPr/>
          <p:nvPr/>
        </p:nvSpPr>
        <p:spPr>
          <a:xfrm>
            <a:off x="13289756" y="145732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>
            <a:off x="14242256" y="50482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30" name="Rect 130"/>
          <p:cNvSpPr/>
          <p:nvPr/>
        </p:nvSpPr>
        <p:spPr>
          <a:xfrm>
            <a:off x="13368338" y="590550"/>
            <a:ext cx="952500" cy="9525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Rect 131"/>
          <p:cNvSpPr/>
          <p:nvPr/>
        </p:nvSpPr>
        <p:spPr>
          <a:xfrm>
            <a:off x="13368338" y="5905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Rect 132"/>
          <p:cNvSpPr/>
          <p:nvPr/>
        </p:nvSpPr>
        <p:spPr>
          <a:xfrm>
            <a:off x="13606462" y="59055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Rect 133"/>
          <p:cNvSpPr/>
          <p:nvPr/>
        </p:nvSpPr>
        <p:spPr>
          <a:xfrm>
            <a:off x="13844588" y="5905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Rect 134"/>
          <p:cNvSpPr/>
          <p:nvPr/>
        </p:nvSpPr>
        <p:spPr>
          <a:xfrm>
            <a:off x="14082713" y="5905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Rect 135"/>
          <p:cNvSpPr/>
          <p:nvPr/>
        </p:nvSpPr>
        <p:spPr>
          <a:xfrm>
            <a:off x="13368338" y="82867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Rect 136"/>
          <p:cNvSpPr/>
          <p:nvPr/>
        </p:nvSpPr>
        <p:spPr>
          <a:xfrm>
            <a:off x="13606462" y="82867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Rect 137"/>
          <p:cNvSpPr/>
          <p:nvPr/>
        </p:nvSpPr>
        <p:spPr>
          <a:xfrm>
            <a:off x="13844588" y="82867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Rect 138"/>
          <p:cNvSpPr/>
          <p:nvPr/>
        </p:nvSpPr>
        <p:spPr>
          <a:xfrm>
            <a:off x="14082713" y="82867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Rect 139"/>
          <p:cNvSpPr/>
          <p:nvPr/>
        </p:nvSpPr>
        <p:spPr>
          <a:xfrm>
            <a:off x="13368338" y="10668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Rect 140"/>
          <p:cNvSpPr/>
          <p:nvPr/>
        </p:nvSpPr>
        <p:spPr>
          <a:xfrm>
            <a:off x="13606462" y="10668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Rect 141"/>
          <p:cNvSpPr/>
          <p:nvPr/>
        </p:nvSpPr>
        <p:spPr>
          <a:xfrm>
            <a:off x="13844588" y="106680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Rect 142"/>
          <p:cNvSpPr/>
          <p:nvPr/>
        </p:nvSpPr>
        <p:spPr>
          <a:xfrm>
            <a:off x="14082713" y="10668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Rect 143"/>
          <p:cNvSpPr/>
          <p:nvPr/>
        </p:nvSpPr>
        <p:spPr>
          <a:xfrm>
            <a:off x="13368338" y="13049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Rect 144"/>
          <p:cNvSpPr/>
          <p:nvPr/>
        </p:nvSpPr>
        <p:spPr>
          <a:xfrm>
            <a:off x="13606462" y="130492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Rect 145"/>
          <p:cNvSpPr/>
          <p:nvPr/>
        </p:nvSpPr>
        <p:spPr>
          <a:xfrm>
            <a:off x="13844588" y="13049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Rect 146"/>
          <p:cNvSpPr/>
          <p:nvPr/>
        </p:nvSpPr>
        <p:spPr>
          <a:xfrm>
            <a:off x="14082713" y="13049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Line 147"/>
          <p:cNvSpPr/>
          <p:nvPr/>
        </p:nvSpPr>
        <p:spPr>
          <a:xfrm>
            <a:off x="13368338" y="59055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48" name="Line 148"/>
          <p:cNvSpPr/>
          <p:nvPr/>
        </p:nvSpPr>
        <p:spPr>
          <a:xfrm>
            <a:off x="13368338" y="59055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49" name="Line 149"/>
          <p:cNvSpPr/>
          <p:nvPr/>
        </p:nvSpPr>
        <p:spPr>
          <a:xfrm>
            <a:off x="13368338" y="82867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50" name="Line 150"/>
          <p:cNvSpPr/>
          <p:nvPr/>
        </p:nvSpPr>
        <p:spPr>
          <a:xfrm>
            <a:off x="13606462" y="59055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51" name="Line 151"/>
          <p:cNvSpPr/>
          <p:nvPr/>
        </p:nvSpPr>
        <p:spPr>
          <a:xfrm>
            <a:off x="13368338" y="106680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52" name="Line 152"/>
          <p:cNvSpPr/>
          <p:nvPr/>
        </p:nvSpPr>
        <p:spPr>
          <a:xfrm>
            <a:off x="13844588" y="59055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53" name="Line 153"/>
          <p:cNvSpPr/>
          <p:nvPr/>
        </p:nvSpPr>
        <p:spPr>
          <a:xfrm>
            <a:off x="13368338" y="130492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54" name="Line 154"/>
          <p:cNvSpPr/>
          <p:nvPr/>
        </p:nvSpPr>
        <p:spPr>
          <a:xfrm>
            <a:off x="14082713" y="59055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55" name="Line 155"/>
          <p:cNvSpPr/>
          <p:nvPr/>
        </p:nvSpPr>
        <p:spPr>
          <a:xfrm>
            <a:off x="13368338" y="154305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56" name="Line 156"/>
          <p:cNvSpPr/>
          <p:nvPr/>
        </p:nvSpPr>
        <p:spPr>
          <a:xfrm>
            <a:off x="14320838" y="59055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57" name="Rect 157"/>
          <p:cNvSpPr/>
          <p:nvPr/>
        </p:nvSpPr>
        <p:spPr>
          <a:xfrm>
            <a:off x="13446919" y="676275"/>
            <a:ext cx="952500" cy="9525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Rect 158"/>
          <p:cNvSpPr/>
          <p:nvPr/>
        </p:nvSpPr>
        <p:spPr>
          <a:xfrm>
            <a:off x="13446919" y="67627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Rect 159"/>
          <p:cNvSpPr/>
          <p:nvPr/>
        </p:nvSpPr>
        <p:spPr>
          <a:xfrm>
            <a:off x="13685044" y="67627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Rect 160"/>
          <p:cNvSpPr/>
          <p:nvPr/>
        </p:nvSpPr>
        <p:spPr>
          <a:xfrm>
            <a:off x="13923169" y="67627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Rect 161"/>
          <p:cNvSpPr/>
          <p:nvPr/>
        </p:nvSpPr>
        <p:spPr>
          <a:xfrm>
            <a:off x="14161294" y="67627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Rect 162"/>
          <p:cNvSpPr/>
          <p:nvPr/>
        </p:nvSpPr>
        <p:spPr>
          <a:xfrm>
            <a:off x="13446919" y="9144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Rect 163"/>
          <p:cNvSpPr/>
          <p:nvPr/>
        </p:nvSpPr>
        <p:spPr>
          <a:xfrm>
            <a:off x="13685044" y="9144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Rect 164"/>
          <p:cNvSpPr/>
          <p:nvPr/>
        </p:nvSpPr>
        <p:spPr>
          <a:xfrm>
            <a:off x="13923169" y="91440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Rect 165"/>
          <p:cNvSpPr/>
          <p:nvPr/>
        </p:nvSpPr>
        <p:spPr>
          <a:xfrm>
            <a:off x="14161294" y="91440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Rect 166"/>
          <p:cNvSpPr/>
          <p:nvPr/>
        </p:nvSpPr>
        <p:spPr>
          <a:xfrm>
            <a:off x="13446919" y="11525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Rect 167"/>
          <p:cNvSpPr/>
          <p:nvPr/>
        </p:nvSpPr>
        <p:spPr>
          <a:xfrm>
            <a:off x="13685044" y="1152525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Rect 168"/>
          <p:cNvSpPr/>
          <p:nvPr/>
        </p:nvSpPr>
        <p:spPr>
          <a:xfrm>
            <a:off x="13923169" y="11525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Rect 169"/>
          <p:cNvSpPr/>
          <p:nvPr/>
        </p:nvSpPr>
        <p:spPr>
          <a:xfrm>
            <a:off x="14161294" y="1152525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Rect 170"/>
          <p:cNvSpPr/>
          <p:nvPr/>
        </p:nvSpPr>
        <p:spPr>
          <a:xfrm>
            <a:off x="13446919" y="139065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Rect 171"/>
          <p:cNvSpPr/>
          <p:nvPr/>
        </p:nvSpPr>
        <p:spPr>
          <a:xfrm>
            <a:off x="13685044" y="13906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Rect 172"/>
          <p:cNvSpPr/>
          <p:nvPr/>
        </p:nvSpPr>
        <p:spPr>
          <a:xfrm>
            <a:off x="13923169" y="1390650"/>
            <a:ext cx="238125" cy="238125"/>
          </a:xfrm>
          <a:prstGeom prst="rect">
            <a:avLst/>
          </a:prstGeom>
          <a:solidFill>
            <a:srgbClr val="EA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Rect 173"/>
          <p:cNvSpPr/>
          <p:nvPr/>
        </p:nvSpPr>
        <p:spPr>
          <a:xfrm>
            <a:off x="14161294" y="1390650"/>
            <a:ext cx="238125" cy="238125"/>
          </a:xfrm>
          <a:prstGeom prst="rect">
            <a:avLst/>
          </a:prstGeom>
          <a:solidFill>
            <a:srgbClr val="C4E1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Line 174"/>
          <p:cNvSpPr/>
          <p:nvPr/>
        </p:nvSpPr>
        <p:spPr>
          <a:xfrm>
            <a:off x="13446919" y="67627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75" name="Line 175"/>
          <p:cNvSpPr/>
          <p:nvPr/>
        </p:nvSpPr>
        <p:spPr>
          <a:xfrm>
            <a:off x="13446919" y="67627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76" name="Line 176"/>
          <p:cNvSpPr/>
          <p:nvPr/>
        </p:nvSpPr>
        <p:spPr>
          <a:xfrm>
            <a:off x="13446919" y="91440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77" name="Line 177"/>
          <p:cNvSpPr/>
          <p:nvPr/>
        </p:nvSpPr>
        <p:spPr>
          <a:xfrm>
            <a:off x="13685044" y="67627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78" name="Line 178"/>
          <p:cNvSpPr/>
          <p:nvPr/>
        </p:nvSpPr>
        <p:spPr>
          <a:xfrm>
            <a:off x="13446919" y="115252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79" name="Line 179"/>
          <p:cNvSpPr/>
          <p:nvPr/>
        </p:nvSpPr>
        <p:spPr>
          <a:xfrm>
            <a:off x="13923169" y="67627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80" name="Line 180"/>
          <p:cNvSpPr/>
          <p:nvPr/>
        </p:nvSpPr>
        <p:spPr>
          <a:xfrm>
            <a:off x="13446919" y="139065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81" name="Line 181"/>
          <p:cNvSpPr/>
          <p:nvPr/>
        </p:nvSpPr>
        <p:spPr>
          <a:xfrm>
            <a:off x="14161294" y="67627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82" name="Line 182"/>
          <p:cNvSpPr/>
          <p:nvPr/>
        </p:nvSpPr>
        <p:spPr>
          <a:xfrm>
            <a:off x="13446919" y="162877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83" name="Line 183"/>
          <p:cNvSpPr/>
          <p:nvPr/>
        </p:nvSpPr>
        <p:spPr>
          <a:xfrm>
            <a:off x="14399419" y="676275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184" name="Rect 184"/>
          <p:cNvSpPr/>
          <p:nvPr/>
        </p:nvSpPr>
        <p:spPr>
          <a:xfrm>
            <a:off x="13525500" y="762000"/>
            <a:ext cx="952500" cy="9525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Rect 185"/>
          <p:cNvSpPr/>
          <p:nvPr/>
        </p:nvSpPr>
        <p:spPr>
          <a:xfrm>
            <a:off x="13525500" y="762000"/>
            <a:ext cx="238125" cy="238125"/>
          </a:xfrm>
          <a:prstGeom prst="rect">
            <a:avLst/>
          </a:prstGeom>
          <a:solidFill>
            <a:srgbClr val="86C1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Rect 186"/>
          <p:cNvSpPr/>
          <p:nvPr/>
        </p:nvSpPr>
        <p:spPr>
          <a:xfrm>
            <a:off x="13763625" y="762000"/>
            <a:ext cx="238125" cy="238125"/>
          </a:xfrm>
          <a:prstGeom prst="rect">
            <a:avLst/>
          </a:prstGeom>
          <a:solidFill>
            <a:srgbClr val="B5DC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Rect 187"/>
          <p:cNvSpPr/>
          <p:nvPr/>
        </p:nvSpPr>
        <p:spPr>
          <a:xfrm>
            <a:off x="14001750" y="762000"/>
            <a:ext cx="238125" cy="238125"/>
          </a:xfrm>
          <a:prstGeom prst="rect">
            <a:avLst/>
          </a:prstGeom>
          <a:solidFill>
            <a:srgbClr val="E9F4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Rect 188"/>
          <p:cNvSpPr/>
          <p:nvPr/>
        </p:nvSpPr>
        <p:spPr>
          <a:xfrm>
            <a:off x="14239875" y="762000"/>
            <a:ext cx="238125" cy="238125"/>
          </a:xfrm>
          <a:prstGeom prst="rect">
            <a:avLst/>
          </a:prstGeom>
          <a:solidFill>
            <a:srgbClr val="2C8D9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Rect 189"/>
          <p:cNvSpPr/>
          <p:nvPr/>
        </p:nvSpPr>
        <p:spPr>
          <a:xfrm>
            <a:off x="13525500" y="1000125"/>
            <a:ext cx="238125" cy="238125"/>
          </a:xfrm>
          <a:prstGeom prst="rect">
            <a:avLst/>
          </a:prstGeom>
          <a:solidFill>
            <a:srgbClr val="61ADA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Rect 190"/>
          <p:cNvSpPr/>
          <p:nvPr/>
        </p:nvSpPr>
        <p:spPr>
          <a:xfrm>
            <a:off x="13763625" y="1000125"/>
            <a:ext cx="238125" cy="238125"/>
          </a:xfrm>
          <a:prstGeom prst="rect">
            <a:avLst/>
          </a:prstGeom>
          <a:solidFill>
            <a:srgbClr val="AAD7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Rect 191"/>
          <p:cNvSpPr/>
          <p:nvPr/>
        </p:nvSpPr>
        <p:spPr>
          <a:xfrm>
            <a:off x="14001750" y="1000125"/>
            <a:ext cx="238125" cy="238125"/>
          </a:xfrm>
          <a:prstGeom prst="rect">
            <a:avLst/>
          </a:prstGeom>
          <a:solidFill>
            <a:srgbClr val="E0EF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Rect 192"/>
          <p:cNvSpPr/>
          <p:nvPr/>
        </p:nvSpPr>
        <p:spPr>
          <a:xfrm>
            <a:off x="14239875" y="1000125"/>
            <a:ext cx="238125" cy="238125"/>
          </a:xfrm>
          <a:prstGeom prst="rect">
            <a:avLst/>
          </a:prstGeom>
          <a:solidFill>
            <a:srgbClr val="B0D9D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Rect 193"/>
          <p:cNvSpPr/>
          <p:nvPr/>
        </p:nvSpPr>
        <p:spPr>
          <a:xfrm>
            <a:off x="13525500" y="1238250"/>
            <a:ext cx="238125" cy="238125"/>
          </a:xfrm>
          <a:prstGeom prst="rect">
            <a:avLst/>
          </a:prstGeom>
          <a:solidFill>
            <a:srgbClr val="B3DAD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Rect 194"/>
          <p:cNvSpPr/>
          <p:nvPr/>
        </p:nvSpPr>
        <p:spPr>
          <a:xfrm>
            <a:off x="13763625" y="1238250"/>
            <a:ext cx="238125" cy="238125"/>
          </a:xfrm>
          <a:prstGeom prst="rect">
            <a:avLst/>
          </a:prstGeom>
          <a:solidFill>
            <a:srgbClr val="E4F2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Rect 195"/>
          <p:cNvSpPr/>
          <p:nvPr/>
        </p:nvSpPr>
        <p:spPr>
          <a:xfrm>
            <a:off x="14001750" y="1238250"/>
            <a:ext cx="238125" cy="238125"/>
          </a:xfrm>
          <a:prstGeom prst="rect">
            <a:avLst/>
          </a:prstGeom>
          <a:solidFill>
            <a:srgbClr val="54A7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Rect 196"/>
          <p:cNvSpPr/>
          <p:nvPr/>
        </p:nvSpPr>
        <p:spPr>
          <a:xfrm>
            <a:off x="14239875" y="1238250"/>
            <a:ext cx="238125" cy="238125"/>
          </a:xfrm>
          <a:prstGeom prst="rect">
            <a:avLst/>
          </a:prstGeom>
          <a:solidFill>
            <a:srgbClr val="DFEF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Rect 197"/>
          <p:cNvSpPr/>
          <p:nvPr/>
        </p:nvSpPr>
        <p:spPr>
          <a:xfrm>
            <a:off x="13525500" y="1476375"/>
            <a:ext cx="238125" cy="238125"/>
          </a:xfrm>
          <a:prstGeom prst="rect">
            <a:avLst/>
          </a:prstGeom>
          <a:solidFill>
            <a:srgbClr val="AFD9D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Rect 198"/>
          <p:cNvSpPr/>
          <p:nvPr/>
        </p:nvSpPr>
        <p:spPr>
          <a:xfrm>
            <a:off x="13763625" y="1476375"/>
            <a:ext cx="238125" cy="238125"/>
          </a:xfrm>
          <a:prstGeom prst="rect">
            <a:avLst/>
          </a:prstGeom>
          <a:solidFill>
            <a:srgbClr val="52A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Rect 199"/>
          <p:cNvSpPr/>
          <p:nvPr/>
        </p:nvSpPr>
        <p:spPr>
          <a:xfrm>
            <a:off x="14001750" y="1476375"/>
            <a:ext cx="238125" cy="238125"/>
          </a:xfrm>
          <a:prstGeom prst="rect">
            <a:avLst/>
          </a:prstGeom>
          <a:solidFill>
            <a:srgbClr val="E3F1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Rect 200"/>
          <p:cNvSpPr/>
          <p:nvPr/>
        </p:nvSpPr>
        <p:spPr>
          <a:xfrm>
            <a:off x="14239875" y="1476375"/>
            <a:ext cx="238125" cy="238125"/>
          </a:xfrm>
          <a:prstGeom prst="rect">
            <a:avLst/>
          </a:prstGeom>
          <a:solidFill>
            <a:srgbClr val="58A9A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Line 201"/>
          <p:cNvSpPr/>
          <p:nvPr/>
        </p:nvSpPr>
        <p:spPr>
          <a:xfrm>
            <a:off x="13525500" y="76200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02" name="Line 202"/>
          <p:cNvSpPr/>
          <p:nvPr/>
        </p:nvSpPr>
        <p:spPr>
          <a:xfrm>
            <a:off x="13525500" y="7620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03" name="Line 203"/>
          <p:cNvSpPr/>
          <p:nvPr/>
        </p:nvSpPr>
        <p:spPr>
          <a:xfrm>
            <a:off x="13525500" y="100012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04" name="Line 204"/>
          <p:cNvSpPr/>
          <p:nvPr/>
        </p:nvSpPr>
        <p:spPr>
          <a:xfrm>
            <a:off x="13763625" y="7620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05" name="Line 205"/>
          <p:cNvSpPr/>
          <p:nvPr/>
        </p:nvSpPr>
        <p:spPr>
          <a:xfrm>
            <a:off x="13525500" y="123825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06" name="Line 206"/>
          <p:cNvSpPr/>
          <p:nvPr/>
        </p:nvSpPr>
        <p:spPr>
          <a:xfrm>
            <a:off x="14001750" y="7620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07" name="Line 207"/>
          <p:cNvSpPr/>
          <p:nvPr/>
        </p:nvSpPr>
        <p:spPr>
          <a:xfrm>
            <a:off x="13525500" y="1476375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08" name="Line 208"/>
          <p:cNvSpPr/>
          <p:nvPr/>
        </p:nvSpPr>
        <p:spPr>
          <a:xfrm>
            <a:off x="14239875" y="7620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09" name="Line 209"/>
          <p:cNvSpPr/>
          <p:nvPr/>
        </p:nvSpPr>
        <p:spPr>
          <a:xfrm>
            <a:off x="13525500" y="1714500"/>
            <a:ext cx="952500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10" name="Line 210"/>
          <p:cNvSpPr/>
          <p:nvPr/>
        </p:nvSpPr>
        <p:spPr>
          <a:xfrm>
            <a:off x="14478000" y="762000"/>
            <a:ext cx="0" cy="95250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11" name="Rect 211"/>
          <p:cNvSpPr/>
          <p:nvPr/>
        </p:nvSpPr>
        <p:spPr>
          <a:xfrm>
            <a:off x="15744825" y="647700"/>
            <a:ext cx="942975" cy="942975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Rect 212"/>
          <p:cNvSpPr/>
          <p:nvPr/>
        </p:nvSpPr>
        <p:spPr>
          <a:xfrm>
            <a:off x="15744825" y="647700"/>
            <a:ext cx="235744" cy="235744"/>
          </a:xfrm>
          <a:prstGeom prst="rect">
            <a:avLst/>
          </a:prstGeom>
          <a:solidFill>
            <a:srgbClr val="92CAC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Rect 213"/>
          <p:cNvSpPr/>
          <p:nvPr/>
        </p:nvSpPr>
        <p:spPr>
          <a:xfrm>
            <a:off x="15980569" y="647700"/>
            <a:ext cx="235744" cy="235744"/>
          </a:xfrm>
          <a:prstGeom prst="rect">
            <a:avLst/>
          </a:prstGeom>
          <a:solidFill>
            <a:srgbClr val="E5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Rect 214"/>
          <p:cNvSpPr/>
          <p:nvPr/>
        </p:nvSpPr>
        <p:spPr>
          <a:xfrm>
            <a:off x="16216312" y="647700"/>
            <a:ext cx="235744" cy="235744"/>
          </a:xfrm>
          <a:prstGeom prst="rect">
            <a:avLst/>
          </a:prstGeom>
          <a:solidFill>
            <a:srgbClr val="DDEE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Rect 215"/>
          <p:cNvSpPr/>
          <p:nvPr/>
        </p:nvSpPr>
        <p:spPr>
          <a:xfrm>
            <a:off x="16452056" y="647700"/>
            <a:ext cx="235744" cy="235744"/>
          </a:xfrm>
          <a:prstGeom prst="rect">
            <a:avLst/>
          </a:prstGeom>
          <a:solidFill>
            <a:srgbClr val="24848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Rect 216"/>
          <p:cNvSpPr/>
          <p:nvPr/>
        </p:nvSpPr>
        <p:spPr>
          <a:xfrm>
            <a:off x="15744825" y="883444"/>
            <a:ext cx="235744" cy="235744"/>
          </a:xfrm>
          <a:prstGeom prst="rect">
            <a:avLst/>
          </a:prstGeom>
          <a:solidFill>
            <a:srgbClr val="70B7B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Rect 217"/>
          <p:cNvSpPr/>
          <p:nvPr/>
        </p:nvSpPr>
        <p:spPr>
          <a:xfrm>
            <a:off x="15980569" y="883444"/>
            <a:ext cx="235744" cy="235744"/>
          </a:xfrm>
          <a:prstGeom prst="rect">
            <a:avLst/>
          </a:prstGeom>
          <a:solidFill>
            <a:srgbClr val="90C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Rect 218"/>
          <p:cNvSpPr/>
          <p:nvPr/>
        </p:nvSpPr>
        <p:spPr>
          <a:xfrm>
            <a:off x="16216312" y="883444"/>
            <a:ext cx="235744" cy="235744"/>
          </a:xfrm>
          <a:prstGeom prst="rect">
            <a:avLst/>
          </a:prstGeom>
          <a:solidFill>
            <a:srgbClr val="E4F2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Rect 219"/>
          <p:cNvSpPr/>
          <p:nvPr/>
        </p:nvSpPr>
        <p:spPr>
          <a:xfrm>
            <a:off x="16452056" y="883444"/>
            <a:ext cx="235744" cy="235744"/>
          </a:xfrm>
          <a:prstGeom prst="rect">
            <a:avLst/>
          </a:prstGeom>
          <a:solidFill>
            <a:srgbClr val="B1DAD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Rect 220"/>
          <p:cNvSpPr/>
          <p:nvPr/>
        </p:nvSpPr>
        <p:spPr>
          <a:xfrm>
            <a:off x="15744825" y="1119188"/>
            <a:ext cx="235744" cy="235744"/>
          </a:xfrm>
          <a:prstGeom prst="rect">
            <a:avLst/>
          </a:prstGeom>
          <a:solidFill>
            <a:srgbClr val="B7DCD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Rect 221"/>
          <p:cNvSpPr/>
          <p:nvPr/>
        </p:nvSpPr>
        <p:spPr>
          <a:xfrm>
            <a:off x="15980569" y="1119188"/>
            <a:ext cx="235744" cy="235744"/>
          </a:xfrm>
          <a:prstGeom prst="rect">
            <a:avLst/>
          </a:prstGeom>
          <a:solidFill>
            <a:srgbClr val="A4D3D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Rect 222"/>
          <p:cNvSpPr/>
          <p:nvPr/>
        </p:nvSpPr>
        <p:spPr>
          <a:xfrm>
            <a:off x="16216312" y="1119188"/>
            <a:ext cx="235744" cy="235744"/>
          </a:xfrm>
          <a:prstGeom prst="rect">
            <a:avLst/>
          </a:prstGeom>
          <a:solidFill>
            <a:srgbClr val="66B1B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Rect 223"/>
          <p:cNvSpPr/>
          <p:nvPr/>
        </p:nvSpPr>
        <p:spPr>
          <a:xfrm>
            <a:off x="16452056" y="1119188"/>
            <a:ext cx="235744" cy="235744"/>
          </a:xfrm>
          <a:prstGeom prst="rect">
            <a:avLst/>
          </a:prstGeom>
          <a:solidFill>
            <a:srgbClr val="DE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Rect 224"/>
          <p:cNvSpPr/>
          <p:nvPr/>
        </p:nvSpPr>
        <p:spPr>
          <a:xfrm>
            <a:off x="15744825" y="1354931"/>
            <a:ext cx="235744" cy="235744"/>
          </a:xfrm>
          <a:prstGeom prst="rect">
            <a:avLst/>
          </a:prstGeom>
          <a:solidFill>
            <a:srgbClr val="A0D1D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Rect 225"/>
          <p:cNvSpPr/>
          <p:nvPr/>
        </p:nvSpPr>
        <p:spPr>
          <a:xfrm>
            <a:off x="15980569" y="1354931"/>
            <a:ext cx="235744" cy="235744"/>
          </a:xfrm>
          <a:prstGeom prst="rect">
            <a:avLst/>
          </a:prstGeom>
          <a:solidFill>
            <a:srgbClr val="F2F9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Rect 226"/>
          <p:cNvSpPr/>
          <p:nvPr/>
        </p:nvSpPr>
        <p:spPr>
          <a:xfrm>
            <a:off x="16216312" y="1354931"/>
            <a:ext cx="235744" cy="235744"/>
          </a:xfrm>
          <a:prstGeom prst="rect">
            <a:avLst/>
          </a:prstGeom>
          <a:solidFill>
            <a:srgbClr val="92C9C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Rect 227"/>
          <p:cNvSpPr/>
          <p:nvPr/>
        </p:nvSpPr>
        <p:spPr>
          <a:xfrm>
            <a:off x="16452056" y="1354931"/>
            <a:ext cx="235744" cy="235744"/>
          </a:xfrm>
          <a:prstGeom prst="rect">
            <a:avLst/>
          </a:prstGeom>
          <a:solidFill>
            <a:srgbClr val="A4D3D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Polygon 228"/>
          <p:cNvSpPr/>
          <p:nvPr/>
        </p:nvSpPr>
        <p:spPr>
          <a:xfrm>
            <a:off x="14668500" y="1057275"/>
            <a:ext cx="895350" cy="1428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2672"/>
                </a:moveTo>
                <a:lnTo>
                  <a:pt x="17694" y="12672"/>
                </a:lnTo>
                <a:lnTo>
                  <a:pt x="17694" y="21600"/>
                </a:lnTo>
                <a:lnTo>
                  <a:pt x="21600" y="10800"/>
                </a:lnTo>
                <a:lnTo>
                  <a:pt x="17694" y="0"/>
                </a:lnTo>
                <a:lnTo>
                  <a:pt x="17694" y="8928"/>
                </a:lnTo>
                <a:lnTo>
                  <a:pt x="0" y="8928"/>
                </a:lnTo>
                <a:close/>
              </a:path>
            </a:pathLst>
          </a:custGeom>
          <a:solidFill>
            <a:srgbClr val="117E8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Polygon 229"/>
          <p:cNvSpPr/>
          <p:nvPr/>
        </p:nvSpPr>
        <p:spPr>
          <a:xfrm>
            <a:off x="14346079" y="1704975"/>
            <a:ext cx="1883092" cy="5715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305" y="0"/>
                </a:moveTo>
                <a:lnTo>
                  <a:pt x="21305" y="8639"/>
                </a:lnTo>
                <a:lnTo>
                  <a:pt x="21300" y="9189"/>
                </a:lnTo>
                <a:lnTo>
                  <a:pt x="21283" y="9683"/>
                </a:lnTo>
                <a:lnTo>
                  <a:pt x="21257" y="10123"/>
                </a:lnTo>
                <a:lnTo>
                  <a:pt x="21220" y="10512"/>
                </a:lnTo>
                <a:lnTo>
                  <a:pt x="21175" y="10852"/>
                </a:lnTo>
                <a:lnTo>
                  <a:pt x="21119" y="11148"/>
                </a:lnTo>
                <a:lnTo>
                  <a:pt x="21054" y="11407"/>
                </a:lnTo>
                <a:lnTo>
                  <a:pt x="20979" y="11634"/>
                </a:lnTo>
                <a:lnTo>
                  <a:pt x="20891" y="11832"/>
                </a:lnTo>
                <a:lnTo>
                  <a:pt x="20790" y="12003"/>
                </a:lnTo>
                <a:lnTo>
                  <a:pt x="20674" y="12149"/>
                </a:lnTo>
                <a:lnTo>
                  <a:pt x="20544" y="12267"/>
                </a:lnTo>
                <a:lnTo>
                  <a:pt x="20398" y="12359"/>
                </a:lnTo>
                <a:lnTo>
                  <a:pt x="20236" y="12423"/>
                </a:lnTo>
                <a:lnTo>
                  <a:pt x="20060" y="12462"/>
                </a:lnTo>
                <a:lnTo>
                  <a:pt x="19868" y="12474"/>
                </a:lnTo>
                <a:lnTo>
                  <a:pt x="1513" y="12474"/>
                </a:lnTo>
                <a:lnTo>
                  <a:pt x="1327" y="12492"/>
                </a:lnTo>
                <a:lnTo>
                  <a:pt x="1153" y="12546"/>
                </a:lnTo>
                <a:lnTo>
                  <a:pt x="990" y="12640"/>
                </a:lnTo>
                <a:lnTo>
                  <a:pt x="840" y="12773"/>
                </a:lnTo>
                <a:lnTo>
                  <a:pt x="700" y="12950"/>
                </a:lnTo>
                <a:lnTo>
                  <a:pt x="572" y="13171"/>
                </a:lnTo>
                <a:lnTo>
                  <a:pt x="457" y="13439"/>
                </a:lnTo>
                <a:lnTo>
                  <a:pt x="354" y="13752"/>
                </a:lnTo>
                <a:lnTo>
                  <a:pt x="265" y="14108"/>
                </a:lnTo>
                <a:lnTo>
                  <a:pt x="191" y="14505"/>
                </a:lnTo>
                <a:lnTo>
                  <a:pt x="129" y="14939"/>
                </a:lnTo>
                <a:lnTo>
                  <a:pt x="81" y="15408"/>
                </a:lnTo>
                <a:lnTo>
                  <a:pt x="44" y="15913"/>
                </a:lnTo>
                <a:lnTo>
                  <a:pt x="19" y="16452"/>
                </a:lnTo>
                <a:lnTo>
                  <a:pt x="5" y="17028"/>
                </a:lnTo>
                <a:lnTo>
                  <a:pt x="0" y="17638"/>
                </a:lnTo>
                <a:lnTo>
                  <a:pt x="0" y="21600"/>
                </a:lnTo>
                <a:lnTo>
                  <a:pt x="295" y="21600"/>
                </a:lnTo>
                <a:lnTo>
                  <a:pt x="295" y="17642"/>
                </a:lnTo>
                <a:lnTo>
                  <a:pt x="299" y="17079"/>
                </a:lnTo>
                <a:lnTo>
                  <a:pt x="312" y="16565"/>
                </a:lnTo>
                <a:lnTo>
                  <a:pt x="334" y="16097"/>
                </a:lnTo>
                <a:lnTo>
                  <a:pt x="364" y="15676"/>
                </a:lnTo>
                <a:lnTo>
                  <a:pt x="403" y="15299"/>
                </a:lnTo>
                <a:lnTo>
                  <a:pt x="450" y="14966"/>
                </a:lnTo>
                <a:lnTo>
                  <a:pt x="505" y="14674"/>
                </a:lnTo>
                <a:lnTo>
                  <a:pt x="569" y="14418"/>
                </a:lnTo>
                <a:lnTo>
                  <a:pt x="642" y="14195"/>
                </a:lnTo>
                <a:lnTo>
                  <a:pt x="726" y="14002"/>
                </a:lnTo>
                <a:lnTo>
                  <a:pt x="821" y="13836"/>
                </a:lnTo>
                <a:lnTo>
                  <a:pt x="930" y="13698"/>
                </a:lnTo>
                <a:lnTo>
                  <a:pt x="1054" y="13589"/>
                </a:lnTo>
                <a:lnTo>
                  <a:pt x="1192" y="13510"/>
                </a:lnTo>
                <a:lnTo>
                  <a:pt x="1345" y="13462"/>
                </a:lnTo>
                <a:lnTo>
                  <a:pt x="1513" y="13446"/>
                </a:lnTo>
                <a:lnTo>
                  <a:pt x="19868" y="13446"/>
                </a:lnTo>
                <a:lnTo>
                  <a:pt x="20072" y="13433"/>
                </a:lnTo>
                <a:lnTo>
                  <a:pt x="20264" y="13391"/>
                </a:lnTo>
                <a:lnTo>
                  <a:pt x="20443" y="13319"/>
                </a:lnTo>
                <a:lnTo>
                  <a:pt x="20610" y="13214"/>
                </a:lnTo>
                <a:lnTo>
                  <a:pt x="20766" y="13073"/>
                </a:lnTo>
                <a:lnTo>
                  <a:pt x="20910" y="12891"/>
                </a:lnTo>
                <a:lnTo>
                  <a:pt x="21042" y="12667"/>
                </a:lnTo>
                <a:lnTo>
                  <a:pt x="21162" y="12396"/>
                </a:lnTo>
                <a:lnTo>
                  <a:pt x="21268" y="12078"/>
                </a:lnTo>
                <a:lnTo>
                  <a:pt x="21359" y="11713"/>
                </a:lnTo>
                <a:lnTo>
                  <a:pt x="21436" y="11304"/>
                </a:lnTo>
                <a:lnTo>
                  <a:pt x="21497" y="10852"/>
                </a:lnTo>
                <a:lnTo>
                  <a:pt x="21543" y="10360"/>
                </a:lnTo>
                <a:lnTo>
                  <a:pt x="21575" y="9829"/>
                </a:lnTo>
                <a:lnTo>
                  <a:pt x="21594" y="9256"/>
                </a:lnTo>
                <a:lnTo>
                  <a:pt x="21600" y="8641"/>
                </a:lnTo>
                <a:lnTo>
                  <a:pt x="21600" y="0"/>
                </a:lnTo>
                <a:close/>
              </a:path>
            </a:pathLst>
          </a:custGeom>
          <a:solidFill>
            <a:srgbClr val="117E8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" name="Line 230"/>
          <p:cNvSpPr/>
          <p:nvPr/>
        </p:nvSpPr>
        <p:spPr>
          <a:xfrm>
            <a:off x="15744825" y="647700"/>
            <a:ext cx="942975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31" name="Line 231"/>
          <p:cNvSpPr/>
          <p:nvPr/>
        </p:nvSpPr>
        <p:spPr>
          <a:xfrm>
            <a:off x="15744825" y="647700"/>
            <a:ext cx="0" cy="942975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32" name="Line 232"/>
          <p:cNvSpPr/>
          <p:nvPr/>
        </p:nvSpPr>
        <p:spPr>
          <a:xfrm>
            <a:off x="15744825" y="883444"/>
            <a:ext cx="942975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33" name="Line 233"/>
          <p:cNvSpPr/>
          <p:nvPr/>
        </p:nvSpPr>
        <p:spPr>
          <a:xfrm>
            <a:off x="15980569" y="647700"/>
            <a:ext cx="0" cy="942975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34" name="Line 234"/>
          <p:cNvSpPr/>
          <p:nvPr/>
        </p:nvSpPr>
        <p:spPr>
          <a:xfrm>
            <a:off x="15744825" y="1119188"/>
            <a:ext cx="942975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35" name="Line 235"/>
          <p:cNvSpPr/>
          <p:nvPr/>
        </p:nvSpPr>
        <p:spPr>
          <a:xfrm>
            <a:off x="16216312" y="647700"/>
            <a:ext cx="0" cy="942975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36" name="Line 236"/>
          <p:cNvSpPr/>
          <p:nvPr/>
        </p:nvSpPr>
        <p:spPr>
          <a:xfrm>
            <a:off x="15744825" y="1354931"/>
            <a:ext cx="942975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37" name="Line 237"/>
          <p:cNvSpPr/>
          <p:nvPr/>
        </p:nvSpPr>
        <p:spPr>
          <a:xfrm>
            <a:off x="16452056" y="647700"/>
            <a:ext cx="0" cy="942975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38" name="Line 238"/>
          <p:cNvSpPr/>
          <p:nvPr/>
        </p:nvSpPr>
        <p:spPr>
          <a:xfrm>
            <a:off x="15744825" y="1590675"/>
            <a:ext cx="942975" cy="0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39" name="Line 239"/>
          <p:cNvSpPr/>
          <p:nvPr/>
        </p:nvSpPr>
        <p:spPr>
          <a:xfrm>
            <a:off x="16687800" y="647700"/>
            <a:ext cx="0" cy="942975"/>
          </a:xfrm>
          <a:prstGeom prst="line">
            <a:avLst/>
          </a:prstGeom>
          <a:noFill/>
          <a:ln w="8096">
            <a:solidFill>
              <a:srgbClr val="426369"/>
            </a:solidFill>
          </a:ln>
        </p:spPr>
        <p:txBody>
          <a:bodyPr/>
          <a:lstStyle/>
          <a:p/>
        </p:txBody>
      </p:sp>
      <p:sp>
        <p:nvSpPr>
          <p:cNvPr id="240" name="Polygon 240"/>
          <p:cNvSpPr/>
          <p:nvPr/>
        </p:nvSpPr>
        <p:spPr>
          <a:xfrm>
            <a:off x="14282738" y="2247900"/>
            <a:ext cx="152400" cy="1619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117E8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" name="TextBox 241"/>
          <p:cNvSpPr txBox="1"/>
          <p:nvPr/>
        </p:nvSpPr>
        <p:spPr>
          <a:xfrm>
            <a:off x="7524750" y="1704975"/>
            <a:ext cx="266700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117E84"/>
                </a:solidFill>
                <a:latin typeface="Liberation Sans"/>
                <a:ea typeface="Liberation Sans"/>
                <a:cs typeface="Liberation Sans"/>
              </a:rPr>
              <a:t>SafeTransport</a:t>
            </a:r>
            <a:endParaRPr lang="zh-CN" sz="2700"/>
          </a:p>
        </p:txBody>
      </p:sp>
      <p:sp>
        <p:nvSpPr>
          <p:cNvPr id="242" name="TextBox 242"/>
          <p:cNvSpPr txBox="1"/>
          <p:nvPr/>
        </p:nvSpPr>
        <p:spPr>
          <a:xfrm>
            <a:off x="7172325" y="2057400"/>
            <a:ext cx="3371850" cy="3524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>
                <a:solidFill>
                  <a:srgbClr val="117E84"/>
                </a:solidFill>
                <a:latin typeface="Liberation Sans"/>
                <a:ea typeface="Liberation Sans"/>
                <a:cs typeface="Liberation Sans"/>
              </a:rPr>
              <a:t>One capacity-flow algorithm</a:t>
            </a:r>
            <a:endParaRPr lang="zh-CN" sz="1950"/>
          </a:p>
        </p:txBody>
      </p:sp>
      <p:sp>
        <p:nvSpPr>
          <p:cNvPr id="243" name="TextBox 243"/>
          <p:cNvSpPr txBox="1"/>
          <p:nvPr/>
        </p:nvSpPr>
        <p:spPr>
          <a:xfrm>
            <a:off x="13154025" y="66675"/>
            <a:ext cx="1438275" cy="3048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75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safety budgets</a:t>
            </a:r>
            <a:endParaRPr lang="zh-CN" sz="1575"/>
          </a:p>
        </p:txBody>
      </p:sp>
      <p:sp>
        <p:nvSpPr>
          <p:cNvPr id="244" name="TextBox 244"/>
          <p:cNvSpPr txBox="1"/>
          <p:nvPr/>
        </p:nvSpPr>
        <p:spPr>
          <a:xfrm>
            <a:off x="14449425" y="1724025"/>
            <a:ext cx="1743075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75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shared capacities</a:t>
            </a:r>
            <a:endParaRPr lang="zh-CN" sz="1575"/>
          </a:p>
        </p:txBody>
      </p:sp>
      <p:sp>
        <p:nvSpPr>
          <p:cNvPr id="245" name="TextBox 245"/>
          <p:cNvSpPr txBox="1"/>
          <p:nvPr/>
        </p:nvSpPr>
        <p:spPr>
          <a:xfrm>
            <a:off x="16040100" y="2809875"/>
            <a:ext cx="1562100" cy="3143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75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gray: capacity</a:t>
            </a:r>
            <a:endParaRPr lang="zh-CN" sz="1575"/>
          </a:p>
        </p:txBody>
      </p:sp>
      <p:sp>
        <p:nvSpPr>
          <p:cNvPr id="246" name="TextBox 246"/>
          <p:cNvSpPr txBox="1"/>
          <p:nvPr/>
        </p:nvSpPr>
        <p:spPr>
          <a:xfrm>
            <a:off x="16040100" y="3086100"/>
            <a:ext cx="1562100" cy="3143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75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teal: flow</a:t>
            </a:r>
            <a:endParaRPr lang="zh-CN" sz="1575"/>
          </a:p>
        </p:txBody>
      </p:sp>
      <p:sp>
        <p:nvSpPr>
          <p:cNvPr id="247" name="TextBox 247"/>
          <p:cNvSpPr txBox="1"/>
          <p:nvPr/>
        </p:nvSpPr>
        <p:spPr>
          <a:xfrm>
            <a:off x="7086600" y="3314700"/>
            <a:ext cx="2686050" cy="3429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: discounted flow balance,</a:t>
            </a:r>
            <a:endParaRPr lang="zh-CN" sz="1800"/>
          </a:p>
        </p:txBody>
      </p:sp>
      <p:sp>
        <p:nvSpPr>
          <p:cNvPr id="248" name="TextBox 248"/>
          <p:cNvSpPr txBox="1"/>
          <p:nvPr/>
        </p:nvSpPr>
        <p:spPr>
          <a:xfrm>
            <a:off x="1190625" y="6657975"/>
            <a:ext cx="14954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Penalty-like</a:t>
            </a:r>
            <a:endParaRPr lang="zh-CN" sz="1800"/>
          </a:p>
        </p:txBody>
      </p:sp>
      <p:sp>
        <p:nvSpPr>
          <p:cNvPr id="249" name="TextBox 249"/>
          <p:cNvSpPr txBox="1"/>
          <p:nvPr/>
        </p:nvSpPr>
        <p:spPr>
          <a:xfrm>
            <a:off x="14706600" y="6657975"/>
            <a:ext cx="19526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Constraint-like</a:t>
            </a:r>
            <a:endParaRPr lang="zh-CN" sz="1800"/>
          </a:p>
        </p:txBody>
      </p:sp>
      <p:sp>
        <p:nvSpPr>
          <p:cNvPr id="250" name="TextBox 250"/>
          <p:cNvSpPr txBox="1"/>
          <p:nvPr/>
        </p:nvSpPr>
        <p:spPr>
          <a:xfrm>
            <a:off x="7381875" y="6657975"/>
            <a:ext cx="523875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vary</a:t>
            </a:r>
            <a:endParaRPr lang="zh-CN" sz="1800"/>
          </a:p>
        </p:txBody>
      </p:sp>
      <p:sp>
        <p:nvSpPr>
          <p:cNvPr id="251" name="TextBox 251"/>
          <p:cNvSpPr txBox="1"/>
          <p:nvPr/>
        </p:nvSpPr>
        <p:spPr>
          <a:xfrm>
            <a:off x="8077200" y="6657975"/>
            <a:ext cx="2495550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within the same solver</a:t>
            </a:r>
            <a:endParaRPr lang="zh-CN" sz="1800"/>
          </a:p>
        </p:txBody>
      </p:sp>
      <p:sp>
        <p:nvSpPr>
          <p:cNvPr id="252" name="TextBox 252"/>
          <p:cNvSpPr txBox="1"/>
          <p:nvPr/>
        </p:nvSpPr>
        <p:spPr>
          <a:xfrm>
            <a:off x="847725" y="6972300"/>
            <a:ext cx="657225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larger</a:t>
            </a:r>
            <a:endParaRPr lang="zh-CN" sz="1800"/>
          </a:p>
        </p:txBody>
      </p:sp>
      <p:sp>
        <p:nvSpPr>
          <p:cNvPr id="253" name="TextBox 253"/>
          <p:cNvSpPr txBox="1"/>
          <p:nvPr/>
        </p:nvSpPr>
        <p:spPr>
          <a:xfrm>
            <a:off x="1704975" y="6972300"/>
            <a:ext cx="1428750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· diffuse flow</a:t>
            </a:r>
            <a:endParaRPr lang="zh-CN" sz="1800"/>
          </a:p>
        </p:txBody>
      </p:sp>
      <p:sp>
        <p:nvSpPr>
          <p:cNvPr id="254" name="TextBox 254"/>
          <p:cNvSpPr txBox="1"/>
          <p:nvPr/>
        </p:nvSpPr>
        <p:spPr>
          <a:xfrm>
            <a:off x="14268450" y="6972300"/>
            <a:ext cx="847725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smaller</a:t>
            </a:r>
            <a:endParaRPr lang="zh-CN" sz="1800"/>
          </a:p>
        </p:txBody>
      </p:sp>
      <p:sp>
        <p:nvSpPr>
          <p:cNvPr id="255" name="TextBox 255"/>
          <p:cNvSpPr txBox="1"/>
          <p:nvPr/>
        </p:nvSpPr>
        <p:spPr>
          <a:xfrm>
            <a:off x="15240000" y="6972300"/>
            <a:ext cx="2028825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· concentrated flow</a:t>
            </a:r>
            <a:endParaRPr lang="zh-CN" sz="1800"/>
          </a:p>
        </p:txBody>
      </p:sp>
      <p:sp>
        <p:nvSpPr>
          <p:cNvPr id="256" name="TextBox 256"/>
          <p:cNvSpPr txBox="1"/>
          <p:nvPr/>
        </p:nvSpPr>
        <p:spPr>
          <a:xfrm>
            <a:off x="5210175" y="7553325"/>
            <a:ext cx="7296150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132D3A"/>
                </a:solidFill>
                <a:latin typeface="Liberation Sans"/>
                <a:ea typeface="Liberation Sans"/>
                <a:cs typeface="Liberation Sans"/>
              </a:rPr>
              <a:t>Shared representation across safe-RL regimes; capacities remain enforced.</a:t>
            </a:r>
            <a:endParaRPr lang="zh-CN" sz="1650"/>
          </a:p>
        </p:txBody>
      </p:sp>
      <p:pic>
        <p:nvPicPr>
          <p:cNvPr id="257" name="LaTeX rendered formula budget-K"/>
          <p:cNvPicPr/>
          <p:nvPr/>
        </p:nvPicPr>
        <p:blipFill>
          <a:blip r:embed="rId2"/>
          <a:stretch>
            <a:fillRect/>
          </a:stretch>
        </p:blipFill>
        <p:spPr>
          <a:xfrm>
            <a:off x="12982575" y="132175"/>
            <a:ext cx="142875" cy="154751"/>
          </a:xfrm>
          <a:prstGeom prst="rect">
            <a:avLst/>
          </a:prstGeom>
        </p:spPr>
      </p:pic>
      <p:pic>
        <p:nvPicPr>
          <p:cNvPr id="258" name="LaTeX rendered formula hard-min"/>
          <p:cNvPicPr/>
          <p:nvPr/>
        </p:nvPicPr>
        <p:blipFill>
          <a:blip r:embed="rId3"/>
          <a:stretch>
            <a:fillRect/>
          </a:stretch>
        </p:blipFill>
        <p:spPr>
          <a:xfrm>
            <a:off x="15554325" y="251467"/>
            <a:ext cx="1343025" cy="259066"/>
          </a:xfrm>
          <a:prstGeom prst="rect">
            <a:avLst/>
          </a:prstGeom>
        </p:spPr>
      </p:pic>
      <p:pic>
        <p:nvPicPr>
          <p:cNvPr id="259" name="LaTeX rendered formula shared-objective"/>
          <p:cNvPicPr/>
          <p:nvPr/>
        </p:nvPicPr>
        <p:blipFill>
          <a:blip r:embed="rId4"/>
          <a:stretch>
            <a:fillRect/>
          </a:stretch>
        </p:blipFill>
        <p:spPr>
          <a:xfrm>
            <a:off x="6296025" y="2705307"/>
            <a:ext cx="5191125" cy="590137"/>
          </a:xfrm>
          <a:prstGeom prst="rect">
            <a:avLst/>
          </a:prstGeom>
        </p:spPr>
      </p:pic>
      <p:pic>
        <p:nvPicPr>
          <p:cNvPr id="260" name="LaTeX rendered formula feasible-set"/>
          <p:cNvPicPr/>
          <p:nvPr/>
        </p:nvPicPr>
        <p:blipFill>
          <a:blip r:embed="rId5"/>
          <a:stretch>
            <a:fillRect/>
          </a:stretch>
        </p:blipFill>
        <p:spPr>
          <a:xfrm>
            <a:off x="6700470" y="3371850"/>
            <a:ext cx="372210" cy="257175"/>
          </a:xfrm>
          <a:prstGeom prst="rect">
            <a:avLst/>
          </a:prstGeom>
        </p:spPr>
      </p:pic>
      <p:pic>
        <p:nvPicPr>
          <p:cNvPr id="261" name="LaTeX rendered formula capacity-bound"/>
          <p:cNvPicPr/>
          <p:nvPr/>
        </p:nvPicPr>
        <p:blipFill>
          <a:blip r:embed="rId6"/>
          <a:stretch>
            <a:fillRect/>
          </a:stretch>
        </p:blipFill>
        <p:spPr>
          <a:xfrm>
            <a:off x="9782175" y="3375280"/>
            <a:ext cx="1285875" cy="231265"/>
          </a:xfrm>
          <a:prstGeom prst="rect">
            <a:avLst/>
          </a:prstGeom>
        </p:spPr>
      </p:pic>
      <p:pic>
        <p:nvPicPr>
          <p:cNvPr id="262" name="LaTeX rendered formula vary-epsilon"/>
          <p:cNvPicPr/>
          <p:nvPr/>
        </p:nvPicPr>
        <p:blipFill>
          <a:blip r:embed="rId7"/>
          <a:stretch>
            <a:fillRect/>
          </a:stretch>
        </p:blipFill>
        <p:spPr>
          <a:xfrm>
            <a:off x="7887387" y="6772275"/>
            <a:ext cx="122451" cy="133350"/>
          </a:xfrm>
          <a:prstGeom prst="rect">
            <a:avLst/>
          </a:prstGeom>
        </p:spPr>
      </p:pic>
      <p:pic>
        <p:nvPicPr>
          <p:cNvPr id="263" name="LaTeX rendered formula larger-epsilon"/>
          <p:cNvPicPr/>
          <p:nvPr/>
        </p:nvPicPr>
        <p:blipFill>
          <a:blip r:embed="rId8"/>
          <a:stretch>
            <a:fillRect/>
          </a:stretch>
        </p:blipFill>
        <p:spPr>
          <a:xfrm>
            <a:off x="1467537" y="7105650"/>
            <a:ext cx="122451" cy="133350"/>
          </a:xfrm>
          <a:prstGeom prst="rect">
            <a:avLst/>
          </a:prstGeom>
        </p:spPr>
      </p:pic>
      <p:pic>
        <p:nvPicPr>
          <p:cNvPr id="264" name="LaTeX rendered formula smaller-epsilon"/>
          <p:cNvPicPr/>
          <p:nvPr/>
        </p:nvPicPr>
        <p:blipFill>
          <a:blip r:embed="rId9"/>
          <a:stretch>
            <a:fillRect/>
          </a:stretch>
        </p:blipFill>
        <p:spPr>
          <a:xfrm>
            <a:off x="15050187" y="7105650"/>
            <a:ext cx="122451" cy="133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