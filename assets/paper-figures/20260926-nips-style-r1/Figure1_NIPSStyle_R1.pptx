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223906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module_penalty"/>
          <p:cNvGrpSpPr/>
          <p:nvPr/>
        </p:nvGrpSpPr>
        <p:grpSpPr>
          <a:xfrm>
            <a:off x="26751" y="21400"/>
            <a:ext cx="1356278" cy="1642515"/>
            <a:chOff x="26751" y="21400"/>
            <a:chExt cx="1356278" cy="1642515"/>
          </a:xfrm>
        </p:grpSpPr>
        <p:sp>
          <p:nvSpPr>
            <p:cNvPr id="3" name="penalty_border"/>
            <p:cNvSpPr/>
            <p:nvPr/>
          </p:nvSpPr>
          <p:spPr>
            <a:xfrm>
              <a:off x="26751" y="21400"/>
              <a:ext cx="1356278" cy="1642515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4815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left_title"/>
            <p:cNvSpPr txBox="1"/>
            <p:nvPr/>
          </p:nvSpPr>
          <p:spPr>
            <a:xfrm>
              <a:off x="80253" y="40126"/>
              <a:ext cx="1257300" cy="1417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1">
                  <a:solidFill>
                    <a:srgbClr val="1818E6"/>
                  </a:solidFill>
                  <a:latin typeface="Times New Roman"/>
                </a:rPr>
                <a:t>Penalty view</a:t>
              </a:r>
            </a:p>
          </p:txBody>
        </p:sp>
        <p:sp>
          <p:nvSpPr>
            <p:cNvPr id="5" name="left_st"/>
            <p:cNvSpPr txBox="1"/>
            <p:nvPr/>
          </p:nvSpPr>
          <p:spPr>
            <a:xfrm>
              <a:off x="433367" y="299611"/>
              <a:ext cx="187257" cy="9362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30" b="0">
                  <a:solidFill>
                    <a:srgbClr val="404040"/>
                  </a:solidFill>
                  <a:latin typeface="Times New Roman"/>
                </a:rPr>
                <a:t>costs → objective</a:t>
              </a:r>
            </a:p>
          </p:txBody>
        </p:sp>
        <p:sp>
          <p:nvSpPr>
            <p:cNvPr id="6" name="left_x"/>
            <p:cNvSpPr/>
            <p:nvPr/>
          </p:nvSpPr>
          <p:spPr>
            <a:xfrm>
              <a:off x="176557" y="1385705"/>
              <a:ext cx="1160996" cy="26"/>
            </a:xfrm>
            <a:custGeom>
              <a:avLst/>
              <a:gdLst/>
              <a:ahLst/>
              <a:cxnLst/>
              <a:rect l="0" t="0" r="r" b="b"/>
              <a:pathLst>
                <a:path w="1160996" h="1" fill="none">
                  <a:moveTo>
                    <a:pt x="0" y="0"/>
                  </a:moveTo>
                  <a:lnTo>
                    <a:pt x="1160996" y="0"/>
                  </a:lnTo>
                </a:path>
              </a:pathLst>
            </a:custGeom>
            <a:noFill/>
            <a:ln w="4547">
              <a:solidFill>
                <a:srgbClr val="10101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left_y"/>
            <p:cNvSpPr/>
            <p:nvPr/>
          </p:nvSpPr>
          <p:spPr>
            <a:xfrm>
              <a:off x="176557" y="724953"/>
              <a:ext cx="26" cy="663426"/>
            </a:xfrm>
            <a:custGeom>
              <a:avLst/>
              <a:gdLst/>
              <a:ahLst/>
              <a:cxnLst/>
              <a:rect l="0" t="0" r="r" b="b"/>
              <a:pathLst>
                <a:path w="1" h="663426" fill="none">
                  <a:moveTo>
                    <a:pt x="0" y="663426"/>
                  </a:moveTo>
                  <a:lnTo>
                    <a:pt x="0" y="0"/>
                  </a:lnTo>
                </a:path>
              </a:pathLst>
            </a:custGeom>
            <a:noFill/>
            <a:ln w="4547">
              <a:solidFill>
                <a:srgbClr val="10101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left_bound"/>
            <p:cNvSpPr/>
            <p:nvPr/>
          </p:nvSpPr>
          <p:spPr>
            <a:xfrm>
              <a:off x="179232" y="981764"/>
              <a:ext cx="1152970" cy="26"/>
            </a:xfrm>
            <a:custGeom>
              <a:avLst/>
              <a:gdLst/>
              <a:ahLst/>
              <a:cxnLst/>
              <a:rect l="0" t="0" r="r" b="b"/>
              <a:pathLst>
                <a:path w="1152970" h="1" fill="none">
                  <a:moveTo>
                    <a:pt x="0" y="0"/>
                  </a:moveTo>
                  <a:lnTo>
                    <a:pt x="1152970" y="0"/>
                  </a:lnTo>
                </a:path>
              </a:pathLst>
            </a:custGeom>
            <a:noFill/>
            <a:ln w="3745">
              <a:solidFill>
                <a:srgbClr val="FF0709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left_curve"/>
            <p:cNvSpPr/>
            <p:nvPr/>
          </p:nvSpPr>
          <p:spPr>
            <a:xfrm>
              <a:off x="218021" y="759730"/>
              <a:ext cx="1032591" cy="544384"/>
            </a:xfrm>
            <a:custGeom>
              <a:avLst/>
              <a:gdLst/>
              <a:ahLst/>
              <a:cxnLst/>
              <a:rect l="0" t="0" r="r" b="b"/>
              <a:pathLst>
                <a:path w="1032591" h="544384" fill="none">
                  <a:moveTo>
                    <a:pt x="0" y="544384"/>
                  </a:moveTo>
                  <a:lnTo>
                    <a:pt x="2675" y="543380"/>
                  </a:lnTo>
                  <a:lnTo>
                    <a:pt x="5350" y="540037"/>
                  </a:lnTo>
                  <a:lnTo>
                    <a:pt x="37451" y="476168"/>
                  </a:lnTo>
                  <a:lnTo>
                    <a:pt x="50827" y="454099"/>
                  </a:lnTo>
                  <a:lnTo>
                    <a:pt x="58852" y="445405"/>
                  </a:lnTo>
                  <a:lnTo>
                    <a:pt x="69552" y="436376"/>
                  </a:lnTo>
                  <a:lnTo>
                    <a:pt x="80253" y="430357"/>
                  </a:lnTo>
                  <a:lnTo>
                    <a:pt x="90953" y="422332"/>
                  </a:lnTo>
                  <a:lnTo>
                    <a:pt x="112354" y="399594"/>
                  </a:lnTo>
                  <a:lnTo>
                    <a:pt x="136430" y="368830"/>
                  </a:lnTo>
                  <a:lnTo>
                    <a:pt x="152481" y="356123"/>
                  </a:lnTo>
                  <a:lnTo>
                    <a:pt x="165856" y="348432"/>
                  </a:lnTo>
                  <a:lnTo>
                    <a:pt x="195282" y="339069"/>
                  </a:lnTo>
                  <a:lnTo>
                    <a:pt x="222033" y="327366"/>
                  </a:lnTo>
                  <a:lnTo>
                    <a:pt x="238084" y="314325"/>
                  </a:lnTo>
                  <a:lnTo>
                    <a:pt x="264835" y="275870"/>
                  </a:lnTo>
                  <a:lnTo>
                    <a:pt x="272860" y="266173"/>
                  </a:lnTo>
                  <a:lnTo>
                    <a:pt x="280886" y="258482"/>
                  </a:lnTo>
                  <a:lnTo>
                    <a:pt x="294261" y="249453"/>
                  </a:lnTo>
                  <a:lnTo>
                    <a:pt x="312987" y="242765"/>
                  </a:lnTo>
                  <a:lnTo>
                    <a:pt x="326362" y="236412"/>
                  </a:lnTo>
                  <a:lnTo>
                    <a:pt x="337063" y="229724"/>
                  </a:lnTo>
                  <a:lnTo>
                    <a:pt x="358464" y="210330"/>
                  </a:lnTo>
                  <a:lnTo>
                    <a:pt x="369164" y="201970"/>
                  </a:lnTo>
                  <a:lnTo>
                    <a:pt x="393240" y="178228"/>
                  </a:lnTo>
                  <a:lnTo>
                    <a:pt x="417316" y="163850"/>
                  </a:lnTo>
                  <a:lnTo>
                    <a:pt x="438717" y="155490"/>
                  </a:lnTo>
                  <a:lnTo>
                    <a:pt x="484194" y="142115"/>
                  </a:lnTo>
                  <a:lnTo>
                    <a:pt x="500244" y="139105"/>
                  </a:lnTo>
                  <a:lnTo>
                    <a:pt x="521645" y="139105"/>
                  </a:lnTo>
                  <a:lnTo>
                    <a:pt x="556422" y="134758"/>
                  </a:lnTo>
                  <a:lnTo>
                    <a:pt x="569797" y="130745"/>
                  </a:lnTo>
                  <a:lnTo>
                    <a:pt x="585848" y="123723"/>
                  </a:lnTo>
                  <a:lnTo>
                    <a:pt x="604574" y="118039"/>
                  </a:lnTo>
                  <a:lnTo>
                    <a:pt x="617949" y="115029"/>
                  </a:lnTo>
                  <a:lnTo>
                    <a:pt x="634000" y="114695"/>
                  </a:lnTo>
                  <a:lnTo>
                    <a:pt x="655401" y="109010"/>
                  </a:lnTo>
                  <a:lnTo>
                    <a:pt x="679477" y="100985"/>
                  </a:lnTo>
                  <a:lnTo>
                    <a:pt x="703552" y="89616"/>
                  </a:lnTo>
                  <a:lnTo>
                    <a:pt x="754380" y="57514"/>
                  </a:lnTo>
                  <a:lnTo>
                    <a:pt x="775780" y="46814"/>
                  </a:lnTo>
                  <a:lnTo>
                    <a:pt x="783806" y="44139"/>
                  </a:lnTo>
                  <a:lnTo>
                    <a:pt x="794506" y="38120"/>
                  </a:lnTo>
                  <a:lnTo>
                    <a:pt x="807882" y="37451"/>
                  </a:lnTo>
                  <a:lnTo>
                    <a:pt x="829282" y="34441"/>
                  </a:lnTo>
                  <a:lnTo>
                    <a:pt x="853358" y="26751"/>
                  </a:lnTo>
                  <a:lnTo>
                    <a:pt x="864059" y="26751"/>
                  </a:lnTo>
                  <a:lnTo>
                    <a:pt x="874759" y="24075"/>
                  </a:lnTo>
                  <a:lnTo>
                    <a:pt x="893485" y="23741"/>
                  </a:lnTo>
                  <a:lnTo>
                    <a:pt x="912211" y="18725"/>
                  </a:lnTo>
                  <a:lnTo>
                    <a:pt x="920236" y="18056"/>
                  </a:lnTo>
                  <a:lnTo>
                    <a:pt x="936287" y="12372"/>
                  </a:lnTo>
                  <a:lnTo>
                    <a:pt x="952337" y="8359"/>
                  </a:lnTo>
                  <a:lnTo>
                    <a:pt x="984439" y="8025"/>
                  </a:lnTo>
                  <a:lnTo>
                    <a:pt x="992464" y="5684"/>
                  </a:lnTo>
                  <a:lnTo>
                    <a:pt x="1003164" y="5015"/>
                  </a:lnTo>
                  <a:lnTo>
                    <a:pt x="1011190" y="3009"/>
                  </a:lnTo>
                  <a:lnTo>
                    <a:pt x="1019215" y="2675"/>
                  </a:lnTo>
                  <a:lnTo>
                    <a:pt x="1027240" y="0"/>
                  </a:lnTo>
                  <a:lnTo>
                    <a:pt x="1032591" y="0"/>
                  </a:lnTo>
                </a:path>
              </a:pathLst>
            </a:custGeom>
            <a:noFill/>
            <a:ln w="5350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leakage_arrow"/>
            <p:cNvSpPr/>
            <p:nvPr/>
          </p:nvSpPr>
          <p:spPr>
            <a:xfrm>
              <a:off x="1043291" y="805207"/>
              <a:ext cx="26" cy="160506"/>
            </a:xfrm>
            <a:custGeom>
              <a:avLst/>
              <a:gdLst/>
              <a:ahLst/>
              <a:cxnLst/>
              <a:rect l="0" t="0" r="r" b="b"/>
              <a:pathLst>
                <a:path w="1" h="160506" fill="none">
                  <a:moveTo>
                    <a:pt x="0" y="160506"/>
                  </a:moveTo>
                  <a:lnTo>
                    <a:pt x="0" y="0"/>
                  </a:lnTo>
                </a:path>
              </a:pathLst>
            </a:custGeom>
            <a:noFill/>
            <a:ln w="4012">
              <a:solidFill>
                <a:srgbClr val="FF0709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leakage_down"/>
            <p:cNvSpPr/>
            <p:nvPr/>
          </p:nvSpPr>
          <p:spPr>
            <a:xfrm>
              <a:off x="1043291" y="815907"/>
              <a:ext cx="26" cy="149805"/>
            </a:xfrm>
            <a:custGeom>
              <a:avLst/>
              <a:gdLst/>
              <a:ahLst/>
              <a:cxnLst/>
              <a:rect l="0" t="0" r="r" b="b"/>
              <a:pathLst>
                <a:path w="1" h="149805" fill="none">
                  <a:moveTo>
                    <a:pt x="0" y="0"/>
                  </a:moveTo>
                  <a:lnTo>
                    <a:pt x="0" y="149805"/>
                  </a:lnTo>
                </a:path>
              </a:pathLst>
            </a:custGeom>
            <a:noFill/>
            <a:ln w="4012">
              <a:solidFill>
                <a:srgbClr val="FF0709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leakage"/>
            <p:cNvSpPr txBox="1"/>
            <p:nvPr/>
          </p:nvSpPr>
          <p:spPr>
            <a:xfrm>
              <a:off x="1086093" y="853358"/>
              <a:ext cx="240759" cy="8827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40">
                  <a:solidFill>
                    <a:srgbClr val="DC1418"/>
                  </a:solidFill>
                  <a:latin typeface="Times New Roman"/>
                </a:rPr>
                <a:t>leakage</a:t>
              </a:r>
            </a:p>
          </p:txBody>
        </p:sp>
        <p:sp>
          <p:nvSpPr>
            <p:cNvPr id="13" name="left_episodes"/>
            <p:cNvSpPr txBox="1"/>
            <p:nvPr/>
          </p:nvSpPr>
          <p:spPr>
            <a:xfrm>
              <a:off x="1080742" y="1270675"/>
              <a:ext cx="256810" cy="8827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47" b="0" i="0">
                  <a:solidFill>
                    <a:srgbClr val="101010"/>
                  </a:solidFill>
                  <a:latin typeface="Liberation Serif"/>
                </a:rPr>
                <a:t>episodes</a:t>
              </a:r>
            </a:p>
          </p:txBody>
        </p:sp>
        <p:sp>
          <p:nvSpPr>
            <p:cNvPr id="14" name="left_weakness"/>
            <p:cNvSpPr txBox="1"/>
            <p:nvPr/>
          </p:nvSpPr>
          <p:spPr>
            <a:xfrm>
              <a:off x="160506" y="1556911"/>
              <a:ext cx="1123544" cy="8560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50">
                  <a:solidFill>
                    <a:srgbClr val="1818E6"/>
                  </a:solidFill>
                  <a:latin typeface="Times New Roman"/>
                </a:rPr>
                <a:t>weakness: fixed-price leakage</a:t>
              </a:r>
            </a:p>
          </p:txBody>
        </p:sp>
        <p:grpSp>
          <p:nvGrpSpPr>
            <p:cNvPr id="15" name="left_obj"/>
            <p:cNvGrpSpPr/>
            <p:nvPr/>
          </p:nvGrpSpPr>
          <p:grpSpPr>
            <a:xfrm>
              <a:off x="360845" y="204640"/>
              <a:ext cx="615618" cy="77243"/>
              <a:chOff x="374860" y="216583"/>
              <a:chExt cx="615618" cy="77243"/>
            </a:xfrm>
          </p:grpSpPr>
          <p:sp>
            <p:nvSpPr>
              <p:cNvPr id="16" name="left_obj_outline_0"/>
              <p:cNvSpPr/>
              <p:nvPr/>
            </p:nvSpPr>
            <p:spPr>
              <a:xfrm>
                <a:off x="374860" y="241153"/>
                <a:ext cx="143701" cy="40084"/>
              </a:xfrm>
              <a:custGeom>
                <a:avLst/>
                <a:gdLst/>
                <a:ahLst/>
                <a:cxnLst/>
                <a:rect l="0" t="0" r="r" b="b"/>
                <a:pathLst>
                  <a:path w="143702" h="40084">
                    <a:moveTo>
                      <a:pt x="64730" y="39231"/>
                    </a:moveTo>
                    <a:lnTo>
                      <a:pt x="64730" y="37953"/>
                    </a:lnTo>
                    <a:lnTo>
                      <a:pt x="62512" y="37782"/>
                    </a:lnTo>
                    <a:cubicBezTo>
                      <a:pt x="59952" y="37612"/>
                      <a:pt x="58845" y="36076"/>
                      <a:pt x="58845" y="32750"/>
                    </a:cubicBezTo>
                    <a:lnTo>
                      <a:pt x="58845" y="15180"/>
                    </a:lnTo>
                    <a:cubicBezTo>
                      <a:pt x="58845" y="5120"/>
                      <a:pt x="55519" y="0"/>
                      <a:pt x="48951" y="0"/>
                    </a:cubicBezTo>
                    <a:cubicBezTo>
                      <a:pt x="44005" y="0"/>
                      <a:pt x="39656" y="2218"/>
                      <a:pt x="35052" y="7164"/>
                    </a:cubicBezTo>
                    <a:cubicBezTo>
                      <a:pt x="33516" y="2302"/>
                      <a:pt x="30615" y="0"/>
                      <a:pt x="26011" y="0"/>
                    </a:cubicBezTo>
                    <a:cubicBezTo>
                      <a:pt x="22257" y="0"/>
                      <a:pt x="19872" y="1195"/>
                      <a:pt x="12791" y="6568"/>
                    </a:cubicBezTo>
                    <a:lnTo>
                      <a:pt x="12791" y="171"/>
                    </a:lnTo>
                    <a:lnTo>
                      <a:pt x="12196" y="0"/>
                    </a:lnTo>
                    <a:cubicBezTo>
                      <a:pt x="7846" y="1623"/>
                      <a:pt x="4945" y="2560"/>
                      <a:pt x="254" y="3838"/>
                    </a:cubicBezTo>
                    <a:lnTo>
                      <a:pt x="254" y="5290"/>
                    </a:lnTo>
                    <a:cubicBezTo>
                      <a:pt x="1365" y="5032"/>
                      <a:pt x="2048" y="4949"/>
                      <a:pt x="2985" y="4949"/>
                    </a:cubicBezTo>
                    <a:cubicBezTo>
                      <a:pt x="5203" y="4949"/>
                      <a:pt x="5969" y="6310"/>
                      <a:pt x="5969" y="10406"/>
                    </a:cubicBezTo>
                    <a:lnTo>
                      <a:pt x="5969" y="31980"/>
                    </a:lnTo>
                    <a:cubicBezTo>
                      <a:pt x="5969" y="36588"/>
                      <a:pt x="4774" y="37866"/>
                      <a:pt x="0" y="37953"/>
                    </a:cubicBezTo>
                    <a:lnTo>
                      <a:pt x="0" y="39231"/>
                    </a:lnTo>
                    <a:lnTo>
                      <a:pt x="18931" y="39231"/>
                    </a:lnTo>
                    <a:lnTo>
                      <a:pt x="18931" y="37953"/>
                    </a:lnTo>
                    <a:cubicBezTo>
                      <a:pt x="14411" y="37782"/>
                      <a:pt x="13133" y="36842"/>
                      <a:pt x="13133" y="33516"/>
                    </a:cubicBezTo>
                    <a:lnTo>
                      <a:pt x="13133" y="9465"/>
                    </a:lnTo>
                    <a:cubicBezTo>
                      <a:pt x="13133" y="9465"/>
                      <a:pt x="13815" y="8446"/>
                      <a:pt x="14411" y="7846"/>
                    </a:cubicBezTo>
                    <a:cubicBezTo>
                      <a:pt x="16546" y="5886"/>
                      <a:pt x="20213" y="4437"/>
                      <a:pt x="23197" y="4437"/>
                    </a:cubicBezTo>
                    <a:cubicBezTo>
                      <a:pt x="26948" y="4437"/>
                      <a:pt x="28825" y="7421"/>
                      <a:pt x="28825" y="13390"/>
                    </a:cubicBezTo>
                    <a:lnTo>
                      <a:pt x="28825" y="31897"/>
                    </a:lnTo>
                    <a:cubicBezTo>
                      <a:pt x="28825" y="36671"/>
                      <a:pt x="27888" y="37612"/>
                      <a:pt x="23027" y="37953"/>
                    </a:cubicBezTo>
                    <a:lnTo>
                      <a:pt x="23027" y="39231"/>
                    </a:lnTo>
                    <a:lnTo>
                      <a:pt x="42128" y="39231"/>
                    </a:lnTo>
                    <a:lnTo>
                      <a:pt x="42128" y="37953"/>
                    </a:lnTo>
                    <a:cubicBezTo>
                      <a:pt x="37267" y="37866"/>
                      <a:pt x="35989" y="36417"/>
                      <a:pt x="35989" y="31131"/>
                    </a:cubicBezTo>
                    <a:lnTo>
                      <a:pt x="35989" y="9636"/>
                    </a:lnTo>
                    <a:cubicBezTo>
                      <a:pt x="38548" y="5969"/>
                      <a:pt x="41362" y="4437"/>
                      <a:pt x="45283" y="4437"/>
                    </a:cubicBezTo>
                    <a:cubicBezTo>
                      <a:pt x="50145" y="4437"/>
                      <a:pt x="51681" y="6739"/>
                      <a:pt x="51681" y="13815"/>
                    </a:cubicBezTo>
                    <a:lnTo>
                      <a:pt x="51681" y="31809"/>
                    </a:lnTo>
                    <a:cubicBezTo>
                      <a:pt x="51681" y="36671"/>
                      <a:pt x="50998" y="37354"/>
                      <a:pt x="46053" y="37953"/>
                    </a:cubicBezTo>
                    <a:lnTo>
                      <a:pt x="46053" y="39231"/>
                    </a:lnTo>
                    <a:lnTo>
                      <a:pt x="64730" y="39231"/>
                    </a:lnTo>
                    <a:close/>
                    <a:moveTo>
                      <a:pt x="102680" y="35818"/>
                    </a:moveTo>
                    <a:lnTo>
                      <a:pt x="102680" y="33603"/>
                    </a:lnTo>
                    <a:cubicBezTo>
                      <a:pt x="101232" y="34798"/>
                      <a:pt x="100208" y="35223"/>
                      <a:pt x="98926" y="35223"/>
                    </a:cubicBezTo>
                    <a:cubicBezTo>
                      <a:pt x="96965" y="35223"/>
                      <a:pt x="96370" y="34028"/>
                      <a:pt x="96370" y="30278"/>
                    </a:cubicBezTo>
                    <a:lnTo>
                      <a:pt x="96370" y="13644"/>
                    </a:lnTo>
                    <a:cubicBezTo>
                      <a:pt x="96370" y="9299"/>
                      <a:pt x="95941" y="6910"/>
                      <a:pt x="94751" y="4949"/>
                    </a:cubicBezTo>
                    <a:cubicBezTo>
                      <a:pt x="92957" y="1706"/>
                      <a:pt x="89290" y="0"/>
                      <a:pt x="84087" y="0"/>
                    </a:cubicBezTo>
                    <a:cubicBezTo>
                      <a:pt x="79741" y="0"/>
                      <a:pt x="75645" y="1195"/>
                      <a:pt x="73256" y="3155"/>
                    </a:cubicBezTo>
                    <a:cubicBezTo>
                      <a:pt x="71125" y="4949"/>
                      <a:pt x="69760" y="7421"/>
                      <a:pt x="69760" y="9553"/>
                    </a:cubicBezTo>
                    <a:cubicBezTo>
                      <a:pt x="69760" y="11513"/>
                      <a:pt x="71383" y="13220"/>
                      <a:pt x="73427" y="13220"/>
                    </a:cubicBezTo>
                    <a:cubicBezTo>
                      <a:pt x="75475" y="13220"/>
                      <a:pt x="77265" y="11513"/>
                      <a:pt x="77265" y="9636"/>
                    </a:cubicBezTo>
                    <a:cubicBezTo>
                      <a:pt x="77265" y="9299"/>
                      <a:pt x="77181" y="8870"/>
                      <a:pt x="77094" y="8275"/>
                    </a:cubicBezTo>
                    <a:cubicBezTo>
                      <a:pt x="76923" y="7505"/>
                      <a:pt x="76840" y="6822"/>
                      <a:pt x="76840" y="6227"/>
                    </a:cubicBezTo>
                    <a:cubicBezTo>
                      <a:pt x="76840" y="3925"/>
                      <a:pt x="79570" y="2048"/>
                      <a:pt x="82980" y="2048"/>
                    </a:cubicBezTo>
                    <a:cubicBezTo>
                      <a:pt x="87159" y="2048"/>
                      <a:pt x="89461" y="4520"/>
                      <a:pt x="89461" y="9128"/>
                    </a:cubicBezTo>
                    <a:lnTo>
                      <a:pt x="89461" y="14327"/>
                    </a:lnTo>
                    <a:cubicBezTo>
                      <a:pt x="76328" y="19617"/>
                      <a:pt x="74879" y="20300"/>
                      <a:pt x="71212" y="23539"/>
                    </a:cubicBezTo>
                    <a:cubicBezTo>
                      <a:pt x="69335" y="25245"/>
                      <a:pt x="68140" y="28142"/>
                      <a:pt x="68140" y="30960"/>
                    </a:cubicBezTo>
                    <a:cubicBezTo>
                      <a:pt x="68140" y="36330"/>
                      <a:pt x="71808" y="40084"/>
                      <a:pt x="77094" y="40084"/>
                    </a:cubicBezTo>
                    <a:cubicBezTo>
                      <a:pt x="80848" y="40084"/>
                      <a:pt x="84345" y="38294"/>
                      <a:pt x="89548" y="33857"/>
                    </a:cubicBezTo>
                    <a:cubicBezTo>
                      <a:pt x="89973" y="38378"/>
                      <a:pt x="91508" y="40084"/>
                      <a:pt x="95005" y="40084"/>
                    </a:cubicBezTo>
                    <a:cubicBezTo>
                      <a:pt x="97906" y="40084"/>
                      <a:pt x="99696" y="39060"/>
                      <a:pt x="102680" y="35818"/>
                    </a:cubicBezTo>
                    <a:close/>
                    <a:moveTo>
                      <a:pt x="89461" y="28742"/>
                    </a:moveTo>
                    <a:cubicBezTo>
                      <a:pt x="89461" y="31385"/>
                      <a:pt x="89036" y="32151"/>
                      <a:pt x="87246" y="33262"/>
                    </a:cubicBezTo>
                    <a:cubicBezTo>
                      <a:pt x="85198" y="34457"/>
                      <a:pt x="82809" y="35139"/>
                      <a:pt x="81019" y="35139"/>
                    </a:cubicBezTo>
                    <a:cubicBezTo>
                      <a:pt x="78035" y="35139"/>
                      <a:pt x="75645" y="32238"/>
                      <a:pt x="75645" y="28571"/>
                    </a:cubicBezTo>
                    <a:lnTo>
                      <a:pt x="75645" y="28230"/>
                    </a:lnTo>
                    <a:cubicBezTo>
                      <a:pt x="75645" y="23197"/>
                      <a:pt x="79142" y="20130"/>
                      <a:pt x="89461" y="16375"/>
                    </a:cubicBezTo>
                    <a:lnTo>
                      <a:pt x="89461" y="28742"/>
                    </a:lnTo>
                    <a:close/>
                    <a:moveTo>
                      <a:pt x="143702" y="39231"/>
                    </a:moveTo>
                    <a:lnTo>
                      <a:pt x="143702" y="37953"/>
                    </a:lnTo>
                    <a:cubicBezTo>
                      <a:pt x="141059" y="37953"/>
                      <a:pt x="139352" y="36588"/>
                      <a:pt x="136709" y="32833"/>
                    </a:cubicBezTo>
                    <a:lnTo>
                      <a:pt x="125791" y="16121"/>
                    </a:lnTo>
                    <a:lnTo>
                      <a:pt x="132871" y="5886"/>
                    </a:lnTo>
                    <a:cubicBezTo>
                      <a:pt x="134490" y="3584"/>
                      <a:pt x="137049" y="2218"/>
                      <a:pt x="139780" y="2131"/>
                    </a:cubicBezTo>
                    <a:lnTo>
                      <a:pt x="139780" y="853"/>
                    </a:lnTo>
                    <a:lnTo>
                      <a:pt x="126303" y="853"/>
                    </a:lnTo>
                    <a:lnTo>
                      <a:pt x="126303" y="2131"/>
                    </a:lnTo>
                    <a:cubicBezTo>
                      <a:pt x="128862" y="2302"/>
                      <a:pt x="129715" y="2814"/>
                      <a:pt x="129715" y="4008"/>
                    </a:cubicBezTo>
                    <a:cubicBezTo>
                      <a:pt x="129715" y="5032"/>
                      <a:pt x="128692" y="6910"/>
                      <a:pt x="126561" y="9553"/>
                    </a:cubicBezTo>
                    <a:cubicBezTo>
                      <a:pt x="126131" y="10065"/>
                      <a:pt x="125112" y="11601"/>
                      <a:pt x="124001" y="13303"/>
                    </a:cubicBezTo>
                    <a:lnTo>
                      <a:pt x="122806" y="11601"/>
                    </a:lnTo>
                    <a:cubicBezTo>
                      <a:pt x="120421" y="8017"/>
                      <a:pt x="118885" y="5120"/>
                      <a:pt x="118885" y="4008"/>
                    </a:cubicBezTo>
                    <a:cubicBezTo>
                      <a:pt x="118885" y="2814"/>
                      <a:pt x="119992" y="2218"/>
                      <a:pt x="122552" y="2131"/>
                    </a:cubicBezTo>
                    <a:lnTo>
                      <a:pt x="122552" y="853"/>
                    </a:lnTo>
                    <a:lnTo>
                      <a:pt x="104899" y="853"/>
                    </a:lnTo>
                    <a:lnTo>
                      <a:pt x="104899" y="2131"/>
                    </a:lnTo>
                    <a:lnTo>
                      <a:pt x="105665" y="2131"/>
                    </a:lnTo>
                    <a:cubicBezTo>
                      <a:pt x="108225" y="2131"/>
                      <a:pt x="109590" y="3242"/>
                      <a:pt x="112233" y="7251"/>
                    </a:cubicBezTo>
                    <a:lnTo>
                      <a:pt x="120250" y="19530"/>
                    </a:lnTo>
                    <a:lnTo>
                      <a:pt x="110527" y="33603"/>
                    </a:lnTo>
                    <a:cubicBezTo>
                      <a:pt x="107967" y="37100"/>
                      <a:pt x="107114" y="37695"/>
                      <a:pt x="104300" y="37953"/>
                    </a:cubicBezTo>
                    <a:lnTo>
                      <a:pt x="104300" y="39231"/>
                    </a:lnTo>
                    <a:lnTo>
                      <a:pt x="116666" y="39231"/>
                    </a:lnTo>
                    <a:lnTo>
                      <a:pt x="116666" y="37953"/>
                    </a:lnTo>
                    <a:cubicBezTo>
                      <a:pt x="114277" y="37953"/>
                      <a:pt x="113257" y="37524"/>
                      <a:pt x="113257" y="36417"/>
                    </a:cubicBezTo>
                    <a:cubicBezTo>
                      <a:pt x="113257" y="35905"/>
                      <a:pt x="113853" y="34627"/>
                      <a:pt x="114960" y="32921"/>
                    </a:cubicBezTo>
                    <a:lnTo>
                      <a:pt x="121699" y="22431"/>
                    </a:lnTo>
                    <a:lnTo>
                      <a:pt x="129457" y="34369"/>
                    </a:lnTo>
                    <a:cubicBezTo>
                      <a:pt x="129799" y="34881"/>
                      <a:pt x="129969" y="35393"/>
                      <a:pt x="129969" y="35905"/>
                    </a:cubicBezTo>
                    <a:cubicBezTo>
                      <a:pt x="129969" y="37441"/>
                      <a:pt x="129375" y="37782"/>
                      <a:pt x="126561" y="37953"/>
                    </a:cubicBezTo>
                    <a:lnTo>
                      <a:pt x="126561" y="39231"/>
                    </a:lnTo>
                    <a:lnTo>
                      <a:pt x="143702" y="39231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left_obj_outline_1"/>
              <p:cNvSpPr/>
              <p:nvPr/>
            </p:nvSpPr>
            <p:spPr>
              <a:xfrm>
                <a:off x="624281" y="224694"/>
                <a:ext cx="46993" cy="57225"/>
              </a:xfrm>
              <a:custGeom>
                <a:avLst/>
                <a:gdLst/>
                <a:ahLst/>
                <a:cxnLst/>
                <a:rect l="0" t="0" r="r" b="b"/>
                <a:pathLst>
                  <a:path w="46993" h="57225">
                    <a:moveTo>
                      <a:pt x="46993" y="1365"/>
                    </a:moveTo>
                    <a:lnTo>
                      <a:pt x="46993" y="0"/>
                    </a:lnTo>
                    <a:lnTo>
                      <a:pt x="22176" y="0"/>
                    </a:lnTo>
                    <a:lnTo>
                      <a:pt x="22176" y="1365"/>
                    </a:lnTo>
                    <a:cubicBezTo>
                      <a:pt x="28316" y="1877"/>
                      <a:pt x="29769" y="2560"/>
                      <a:pt x="29852" y="4862"/>
                    </a:cubicBezTo>
                    <a:cubicBezTo>
                      <a:pt x="29852" y="6140"/>
                      <a:pt x="29598" y="7846"/>
                      <a:pt x="28828" y="10319"/>
                    </a:cubicBezTo>
                    <a:lnTo>
                      <a:pt x="16973" y="49974"/>
                    </a:lnTo>
                    <a:cubicBezTo>
                      <a:pt x="16120" y="53300"/>
                      <a:pt x="14842" y="54582"/>
                      <a:pt x="12624" y="54582"/>
                    </a:cubicBezTo>
                    <a:cubicBezTo>
                      <a:pt x="10409" y="54582"/>
                      <a:pt x="9215" y="53558"/>
                      <a:pt x="9127" y="51169"/>
                    </a:cubicBezTo>
                    <a:cubicBezTo>
                      <a:pt x="9127" y="50744"/>
                      <a:pt x="9298" y="50316"/>
                      <a:pt x="9385" y="49891"/>
                    </a:cubicBezTo>
                    <a:lnTo>
                      <a:pt x="9298" y="49121"/>
                    </a:lnTo>
                    <a:cubicBezTo>
                      <a:pt x="9298" y="46990"/>
                      <a:pt x="6825" y="45113"/>
                      <a:pt x="4182" y="45113"/>
                    </a:cubicBezTo>
                    <a:cubicBezTo>
                      <a:pt x="1539" y="45113"/>
                      <a:pt x="-80" y="46990"/>
                      <a:pt x="3" y="49720"/>
                    </a:cubicBezTo>
                    <a:cubicBezTo>
                      <a:pt x="90" y="54241"/>
                      <a:pt x="4694" y="57225"/>
                      <a:pt x="11516" y="57225"/>
                    </a:cubicBezTo>
                    <a:cubicBezTo>
                      <a:pt x="16378" y="57225"/>
                      <a:pt x="20728" y="55519"/>
                      <a:pt x="23625" y="52364"/>
                    </a:cubicBezTo>
                    <a:cubicBezTo>
                      <a:pt x="26185" y="49633"/>
                      <a:pt x="27975" y="45795"/>
                      <a:pt x="29681" y="39314"/>
                    </a:cubicBezTo>
                    <a:lnTo>
                      <a:pt x="39234" y="7675"/>
                    </a:lnTo>
                    <a:cubicBezTo>
                      <a:pt x="40770" y="2560"/>
                      <a:pt x="41536" y="2048"/>
                      <a:pt x="46993" y="136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left_obj_outline_2"/>
              <p:cNvSpPr/>
              <p:nvPr/>
            </p:nvSpPr>
            <p:spPr>
              <a:xfrm>
                <a:off x="669725" y="266843"/>
                <a:ext cx="32896" cy="26983"/>
              </a:xfrm>
              <a:custGeom>
                <a:avLst/>
                <a:gdLst/>
                <a:ahLst/>
                <a:cxnLst/>
                <a:rect l="0" t="0" r="r" b="b"/>
                <a:pathLst>
                  <a:path w="32897" h="26984">
                    <a:moveTo>
                      <a:pt x="32897" y="0"/>
                    </a:moveTo>
                    <a:lnTo>
                      <a:pt x="11581" y="0"/>
                    </a:lnTo>
                    <a:cubicBezTo>
                      <a:pt x="5136" y="0"/>
                      <a:pt x="714" y="6568"/>
                      <a:pt x="0" y="7703"/>
                    </a:cubicBezTo>
                    <a:lnTo>
                      <a:pt x="1195" y="7703"/>
                    </a:lnTo>
                    <a:cubicBezTo>
                      <a:pt x="1552" y="7283"/>
                      <a:pt x="4477" y="4358"/>
                      <a:pt x="8180" y="4358"/>
                    </a:cubicBezTo>
                    <a:lnTo>
                      <a:pt x="16181" y="4358"/>
                    </a:lnTo>
                    <a:lnTo>
                      <a:pt x="10986" y="17252"/>
                    </a:lnTo>
                    <a:cubicBezTo>
                      <a:pt x="10208" y="19225"/>
                      <a:pt x="9672" y="20955"/>
                      <a:pt x="9672" y="22209"/>
                    </a:cubicBezTo>
                    <a:cubicBezTo>
                      <a:pt x="9731" y="24777"/>
                      <a:pt x="11462" y="26984"/>
                      <a:pt x="15165" y="26984"/>
                    </a:cubicBezTo>
                    <a:cubicBezTo>
                      <a:pt x="16955" y="26984"/>
                      <a:pt x="19225" y="26626"/>
                      <a:pt x="19225" y="24420"/>
                    </a:cubicBezTo>
                    <a:cubicBezTo>
                      <a:pt x="19165" y="21074"/>
                      <a:pt x="15641" y="21372"/>
                      <a:pt x="15581" y="18506"/>
                    </a:cubicBezTo>
                    <a:cubicBezTo>
                      <a:pt x="15581" y="17911"/>
                      <a:pt x="15819" y="17252"/>
                      <a:pt x="16121" y="16359"/>
                    </a:cubicBezTo>
                    <a:lnTo>
                      <a:pt x="20538" y="4358"/>
                    </a:lnTo>
                    <a:lnTo>
                      <a:pt x="31464" y="4358"/>
                    </a:lnTo>
                    <a:lnTo>
                      <a:pt x="32897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" name="left_obj_outline_3"/>
              <p:cNvSpPr/>
              <p:nvPr/>
            </p:nvSpPr>
            <p:spPr>
              <a:xfrm>
                <a:off x="740337" y="256079"/>
                <a:ext cx="43664" cy="4774"/>
              </a:xfrm>
              <a:custGeom>
                <a:avLst/>
                <a:gdLst/>
                <a:ahLst/>
                <a:cxnLst/>
                <a:rect l="0" t="0" r="r" b="b"/>
                <a:pathLst>
                  <a:path w="43664" h="4774">
                    <a:moveTo>
                      <a:pt x="43664" y="4774"/>
                    </a:moveTo>
                    <a:lnTo>
                      <a:pt x="43664" y="0"/>
                    </a:lnTo>
                    <a:lnTo>
                      <a:pt x="0" y="0"/>
                    </a:lnTo>
                    <a:lnTo>
                      <a:pt x="0" y="4774"/>
                    </a:lnTo>
                    <a:lnTo>
                      <a:pt x="43664" y="477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left_obj_outline_4"/>
              <p:cNvSpPr/>
              <p:nvPr/>
            </p:nvSpPr>
            <p:spPr>
              <a:xfrm>
                <a:off x="813105" y="224524"/>
                <a:ext cx="48783" cy="56796"/>
              </a:xfrm>
              <a:custGeom>
                <a:avLst/>
                <a:gdLst/>
                <a:ahLst/>
                <a:cxnLst/>
                <a:rect l="0" t="0" r="r" b="b"/>
                <a:pathLst>
                  <a:path w="48784" h="56797">
                    <a:moveTo>
                      <a:pt x="48784" y="49633"/>
                    </a:moveTo>
                    <a:lnTo>
                      <a:pt x="48697" y="49463"/>
                    </a:lnTo>
                    <a:cubicBezTo>
                      <a:pt x="47331" y="49463"/>
                      <a:pt x="45712" y="52364"/>
                      <a:pt x="41620" y="52364"/>
                    </a:cubicBezTo>
                    <a:cubicBezTo>
                      <a:pt x="37183" y="52364"/>
                      <a:pt x="35651" y="49292"/>
                      <a:pt x="35651" y="44688"/>
                    </a:cubicBezTo>
                    <a:cubicBezTo>
                      <a:pt x="35651" y="36501"/>
                      <a:pt x="40596" y="23281"/>
                      <a:pt x="40596" y="13391"/>
                    </a:cubicBezTo>
                    <a:cubicBezTo>
                      <a:pt x="40596" y="5715"/>
                      <a:pt x="37782" y="0"/>
                      <a:pt x="27976" y="0"/>
                    </a:cubicBezTo>
                    <a:lnTo>
                      <a:pt x="26952" y="0"/>
                    </a:lnTo>
                    <a:cubicBezTo>
                      <a:pt x="25158" y="0"/>
                      <a:pt x="20896" y="1278"/>
                      <a:pt x="19530" y="2302"/>
                    </a:cubicBezTo>
                    <a:cubicBezTo>
                      <a:pt x="19447" y="2389"/>
                      <a:pt x="20213" y="3155"/>
                      <a:pt x="20300" y="3155"/>
                    </a:cubicBezTo>
                    <a:cubicBezTo>
                      <a:pt x="20725" y="2814"/>
                      <a:pt x="22856" y="2048"/>
                      <a:pt x="24904" y="2048"/>
                    </a:cubicBezTo>
                    <a:cubicBezTo>
                      <a:pt x="31044" y="2048"/>
                      <a:pt x="32067" y="7759"/>
                      <a:pt x="32067" y="12450"/>
                    </a:cubicBezTo>
                    <a:cubicBezTo>
                      <a:pt x="32067" y="14922"/>
                      <a:pt x="31813" y="17141"/>
                      <a:pt x="31813" y="17911"/>
                    </a:cubicBezTo>
                    <a:cubicBezTo>
                      <a:pt x="31897" y="18165"/>
                      <a:pt x="31813" y="18336"/>
                      <a:pt x="31726" y="18677"/>
                    </a:cubicBezTo>
                    <a:cubicBezTo>
                      <a:pt x="29936" y="26606"/>
                      <a:pt x="2219" y="48951"/>
                      <a:pt x="0" y="55860"/>
                    </a:cubicBezTo>
                    <a:lnTo>
                      <a:pt x="9128" y="55860"/>
                    </a:lnTo>
                    <a:cubicBezTo>
                      <a:pt x="9128" y="55007"/>
                      <a:pt x="9211" y="54154"/>
                      <a:pt x="9382" y="53217"/>
                    </a:cubicBezTo>
                    <a:cubicBezTo>
                      <a:pt x="12113" y="42299"/>
                      <a:pt x="30619" y="25757"/>
                      <a:pt x="30619" y="25670"/>
                    </a:cubicBezTo>
                    <a:lnTo>
                      <a:pt x="30702" y="25670"/>
                    </a:lnTo>
                    <a:cubicBezTo>
                      <a:pt x="30361" y="28059"/>
                      <a:pt x="27293" y="36671"/>
                      <a:pt x="27293" y="44263"/>
                    </a:cubicBezTo>
                    <a:cubicBezTo>
                      <a:pt x="27293" y="50915"/>
                      <a:pt x="29424" y="56797"/>
                      <a:pt x="37183" y="56797"/>
                    </a:cubicBezTo>
                    <a:cubicBezTo>
                      <a:pt x="41533" y="56797"/>
                      <a:pt x="48613" y="50657"/>
                      <a:pt x="48784" y="49633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" name="left_obj_outline_5"/>
              <p:cNvSpPr/>
              <p:nvPr/>
            </p:nvSpPr>
            <p:spPr>
              <a:xfrm>
                <a:off x="865855" y="216583"/>
                <a:ext cx="35103" cy="32837"/>
              </a:xfrm>
              <a:custGeom>
                <a:avLst/>
                <a:gdLst/>
                <a:ahLst/>
                <a:cxnLst/>
                <a:rect l="0" t="0" r="r" b="b"/>
                <a:pathLst>
                  <a:path w="35104" h="32837">
                    <a:moveTo>
                      <a:pt x="35104" y="3346"/>
                    </a:moveTo>
                    <a:lnTo>
                      <a:pt x="35104" y="0"/>
                    </a:lnTo>
                    <a:lnTo>
                      <a:pt x="0" y="0"/>
                    </a:lnTo>
                    <a:lnTo>
                      <a:pt x="0" y="3346"/>
                    </a:lnTo>
                    <a:lnTo>
                      <a:pt x="15879" y="3346"/>
                    </a:lnTo>
                    <a:lnTo>
                      <a:pt x="15879" y="32837"/>
                    </a:lnTo>
                    <a:lnTo>
                      <a:pt x="19225" y="32837"/>
                    </a:lnTo>
                    <a:lnTo>
                      <a:pt x="19225" y="3346"/>
                    </a:lnTo>
                    <a:lnTo>
                      <a:pt x="35104" y="3346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" name="left_obj_outline_6"/>
              <p:cNvSpPr/>
              <p:nvPr/>
            </p:nvSpPr>
            <p:spPr>
              <a:xfrm>
                <a:off x="915429" y="224694"/>
                <a:ext cx="46993" cy="57225"/>
              </a:xfrm>
              <a:custGeom>
                <a:avLst/>
                <a:gdLst/>
                <a:ahLst/>
                <a:cxnLst/>
                <a:rect l="0" t="0" r="r" b="b"/>
                <a:pathLst>
                  <a:path w="46993" h="57225">
                    <a:moveTo>
                      <a:pt x="46993" y="1365"/>
                    </a:moveTo>
                    <a:lnTo>
                      <a:pt x="46993" y="0"/>
                    </a:lnTo>
                    <a:lnTo>
                      <a:pt x="22176" y="0"/>
                    </a:lnTo>
                    <a:lnTo>
                      <a:pt x="22176" y="1365"/>
                    </a:lnTo>
                    <a:cubicBezTo>
                      <a:pt x="28316" y="1877"/>
                      <a:pt x="29769" y="2560"/>
                      <a:pt x="29852" y="4862"/>
                    </a:cubicBezTo>
                    <a:cubicBezTo>
                      <a:pt x="29852" y="6140"/>
                      <a:pt x="29598" y="7846"/>
                      <a:pt x="28828" y="10319"/>
                    </a:cubicBezTo>
                    <a:lnTo>
                      <a:pt x="16973" y="49974"/>
                    </a:lnTo>
                    <a:cubicBezTo>
                      <a:pt x="16120" y="53300"/>
                      <a:pt x="14842" y="54582"/>
                      <a:pt x="12624" y="54582"/>
                    </a:cubicBezTo>
                    <a:cubicBezTo>
                      <a:pt x="10409" y="54582"/>
                      <a:pt x="9215" y="53558"/>
                      <a:pt x="9127" y="51169"/>
                    </a:cubicBezTo>
                    <a:cubicBezTo>
                      <a:pt x="9127" y="50744"/>
                      <a:pt x="9298" y="50316"/>
                      <a:pt x="9385" y="49891"/>
                    </a:cubicBezTo>
                    <a:lnTo>
                      <a:pt x="9298" y="49121"/>
                    </a:lnTo>
                    <a:cubicBezTo>
                      <a:pt x="9298" y="46990"/>
                      <a:pt x="6825" y="45113"/>
                      <a:pt x="4182" y="45113"/>
                    </a:cubicBezTo>
                    <a:cubicBezTo>
                      <a:pt x="1539" y="45113"/>
                      <a:pt x="-80" y="46990"/>
                      <a:pt x="3" y="49720"/>
                    </a:cubicBezTo>
                    <a:cubicBezTo>
                      <a:pt x="90" y="54241"/>
                      <a:pt x="4694" y="57225"/>
                      <a:pt x="11516" y="57225"/>
                    </a:cubicBezTo>
                    <a:cubicBezTo>
                      <a:pt x="16378" y="57225"/>
                      <a:pt x="20728" y="55519"/>
                      <a:pt x="23625" y="52364"/>
                    </a:cubicBezTo>
                    <a:cubicBezTo>
                      <a:pt x="26185" y="49633"/>
                      <a:pt x="27975" y="45795"/>
                      <a:pt x="29681" y="39314"/>
                    </a:cubicBezTo>
                    <a:lnTo>
                      <a:pt x="39234" y="7675"/>
                    </a:lnTo>
                    <a:cubicBezTo>
                      <a:pt x="40770" y="2560"/>
                      <a:pt x="41536" y="2048"/>
                      <a:pt x="46993" y="136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" name="left_obj_outline_7"/>
              <p:cNvSpPr/>
              <p:nvPr/>
            </p:nvSpPr>
            <p:spPr>
              <a:xfrm>
                <a:off x="959971" y="266843"/>
                <a:ext cx="30507" cy="26983"/>
              </a:xfrm>
              <a:custGeom>
                <a:avLst/>
                <a:gdLst/>
                <a:ahLst/>
                <a:cxnLst/>
                <a:rect l="0" t="0" r="r" b="b"/>
                <a:pathLst>
                  <a:path w="30508" h="26984">
                    <a:moveTo>
                      <a:pt x="26809" y="20598"/>
                    </a:moveTo>
                    <a:lnTo>
                      <a:pt x="25495" y="19999"/>
                    </a:lnTo>
                    <a:cubicBezTo>
                      <a:pt x="21435" y="23523"/>
                      <a:pt x="18510" y="24836"/>
                      <a:pt x="14629" y="24836"/>
                    </a:cubicBezTo>
                    <a:cubicBezTo>
                      <a:pt x="10152" y="24836"/>
                      <a:pt x="7283" y="22328"/>
                      <a:pt x="6985" y="18030"/>
                    </a:cubicBezTo>
                    <a:cubicBezTo>
                      <a:pt x="6985" y="17732"/>
                      <a:pt x="6985" y="17375"/>
                      <a:pt x="6985" y="17074"/>
                    </a:cubicBezTo>
                    <a:cubicBezTo>
                      <a:pt x="6985" y="12299"/>
                      <a:pt x="9374" y="7402"/>
                      <a:pt x="13196" y="4120"/>
                    </a:cubicBezTo>
                    <a:cubicBezTo>
                      <a:pt x="15284" y="2330"/>
                      <a:pt x="18328" y="1254"/>
                      <a:pt x="21435" y="1254"/>
                    </a:cubicBezTo>
                    <a:cubicBezTo>
                      <a:pt x="23285" y="1254"/>
                      <a:pt x="24420" y="1730"/>
                      <a:pt x="24479" y="2449"/>
                    </a:cubicBezTo>
                    <a:cubicBezTo>
                      <a:pt x="24479" y="2746"/>
                      <a:pt x="24420" y="3044"/>
                      <a:pt x="24122" y="3584"/>
                    </a:cubicBezTo>
                    <a:cubicBezTo>
                      <a:pt x="23642" y="4239"/>
                      <a:pt x="23463" y="4596"/>
                      <a:pt x="23463" y="5076"/>
                    </a:cubicBezTo>
                    <a:cubicBezTo>
                      <a:pt x="23463" y="6687"/>
                      <a:pt x="24836" y="7580"/>
                      <a:pt x="26809" y="7580"/>
                    </a:cubicBezTo>
                    <a:cubicBezTo>
                      <a:pt x="29016" y="7580"/>
                      <a:pt x="30508" y="6509"/>
                      <a:pt x="30508" y="5016"/>
                    </a:cubicBezTo>
                    <a:cubicBezTo>
                      <a:pt x="30508" y="2028"/>
                      <a:pt x="26686" y="0"/>
                      <a:pt x="21792" y="0"/>
                    </a:cubicBezTo>
                    <a:cubicBezTo>
                      <a:pt x="10212" y="0"/>
                      <a:pt x="0" y="8180"/>
                      <a:pt x="0" y="17193"/>
                    </a:cubicBezTo>
                    <a:cubicBezTo>
                      <a:pt x="0" y="17494"/>
                      <a:pt x="0" y="17732"/>
                      <a:pt x="0" y="18030"/>
                    </a:cubicBezTo>
                    <a:cubicBezTo>
                      <a:pt x="421" y="23701"/>
                      <a:pt x="5016" y="26984"/>
                      <a:pt x="12359" y="26984"/>
                    </a:cubicBezTo>
                    <a:cubicBezTo>
                      <a:pt x="18328" y="26984"/>
                      <a:pt x="22269" y="25194"/>
                      <a:pt x="26809" y="20598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4" name="left_tau"/>
            <p:cNvGrpSpPr/>
            <p:nvPr/>
          </p:nvGrpSpPr>
          <p:grpSpPr>
            <a:xfrm>
              <a:off x="617354" y="398319"/>
              <a:ext cx="251887" cy="40338"/>
              <a:chOff x="635807" y="410365"/>
              <a:chExt cx="251887" cy="40338"/>
            </a:xfrm>
          </p:grpSpPr>
          <p:sp>
            <p:nvSpPr>
              <p:cNvPr id="25" name="left_tau_outline_0"/>
              <p:cNvSpPr/>
              <p:nvPr/>
            </p:nvSpPr>
            <p:spPr>
              <a:xfrm>
                <a:off x="635807" y="412159"/>
                <a:ext cx="44009" cy="38544"/>
              </a:xfrm>
              <a:custGeom>
                <a:avLst/>
                <a:gdLst/>
                <a:ahLst/>
                <a:cxnLst/>
                <a:rect l="0" t="0" r="r" b="b"/>
                <a:pathLst>
                  <a:path w="44009" h="38545">
                    <a:moveTo>
                      <a:pt x="44009" y="0"/>
                    </a:moveTo>
                    <a:lnTo>
                      <a:pt x="15522" y="0"/>
                    </a:lnTo>
                    <a:cubicBezTo>
                      <a:pt x="6910" y="0"/>
                      <a:pt x="941" y="9378"/>
                      <a:pt x="0" y="11001"/>
                    </a:cubicBezTo>
                    <a:lnTo>
                      <a:pt x="1623" y="11001"/>
                    </a:lnTo>
                    <a:cubicBezTo>
                      <a:pt x="2135" y="10402"/>
                      <a:pt x="5973" y="6223"/>
                      <a:pt x="10918" y="6223"/>
                    </a:cubicBezTo>
                    <a:lnTo>
                      <a:pt x="21578" y="6223"/>
                    </a:lnTo>
                    <a:lnTo>
                      <a:pt x="14502" y="24646"/>
                    </a:lnTo>
                    <a:cubicBezTo>
                      <a:pt x="13391" y="27460"/>
                      <a:pt x="12708" y="29932"/>
                      <a:pt x="12708" y="31722"/>
                    </a:cubicBezTo>
                    <a:cubicBezTo>
                      <a:pt x="12708" y="35389"/>
                      <a:pt x="15010" y="38545"/>
                      <a:pt x="19959" y="38545"/>
                    </a:cubicBezTo>
                    <a:cubicBezTo>
                      <a:pt x="22344" y="38545"/>
                      <a:pt x="25333" y="38033"/>
                      <a:pt x="25333" y="34877"/>
                    </a:cubicBezTo>
                    <a:cubicBezTo>
                      <a:pt x="25333" y="30103"/>
                      <a:pt x="20641" y="30528"/>
                      <a:pt x="20641" y="26436"/>
                    </a:cubicBezTo>
                    <a:cubicBezTo>
                      <a:pt x="20641" y="25583"/>
                      <a:pt x="20895" y="24646"/>
                      <a:pt x="21324" y="23364"/>
                    </a:cubicBezTo>
                    <a:lnTo>
                      <a:pt x="27376" y="6223"/>
                    </a:lnTo>
                    <a:lnTo>
                      <a:pt x="41962" y="6223"/>
                    </a:lnTo>
                    <a:lnTo>
                      <a:pt x="44009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" name="left_tau_outline_1"/>
              <p:cNvSpPr/>
              <p:nvPr/>
            </p:nvSpPr>
            <p:spPr>
              <a:xfrm>
                <a:off x="713648" y="410365"/>
                <a:ext cx="76755" cy="34968"/>
              </a:xfrm>
              <a:custGeom>
                <a:avLst/>
                <a:gdLst/>
                <a:ahLst/>
                <a:cxnLst/>
                <a:rect l="0" t="0" r="r" b="b"/>
                <a:pathLst>
                  <a:path w="76756" h="34969">
                    <a:moveTo>
                      <a:pt x="76756" y="17399"/>
                    </a:moveTo>
                    <a:lnTo>
                      <a:pt x="60039" y="0"/>
                    </a:lnTo>
                    <a:lnTo>
                      <a:pt x="57396" y="2814"/>
                    </a:lnTo>
                    <a:lnTo>
                      <a:pt x="67544" y="15097"/>
                    </a:lnTo>
                    <a:lnTo>
                      <a:pt x="0" y="15097"/>
                    </a:lnTo>
                    <a:lnTo>
                      <a:pt x="0" y="19872"/>
                    </a:lnTo>
                    <a:lnTo>
                      <a:pt x="67544" y="19872"/>
                    </a:lnTo>
                    <a:lnTo>
                      <a:pt x="57396" y="32151"/>
                    </a:lnTo>
                    <a:lnTo>
                      <a:pt x="60039" y="34969"/>
                    </a:lnTo>
                    <a:lnTo>
                      <a:pt x="76756" y="17399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" name="left_tau_outline_2"/>
              <p:cNvSpPr/>
              <p:nvPr/>
            </p:nvSpPr>
            <p:spPr>
              <a:xfrm>
                <a:off x="823817" y="412243"/>
                <a:ext cx="63877" cy="32238"/>
              </a:xfrm>
              <a:custGeom>
                <a:avLst/>
                <a:gdLst/>
                <a:ahLst/>
                <a:cxnLst/>
                <a:rect l="0" t="0" r="r" b="b"/>
                <a:pathLst>
                  <a:path w="63877" h="32238">
                    <a:moveTo>
                      <a:pt x="63877" y="14498"/>
                    </a:moveTo>
                    <a:cubicBezTo>
                      <a:pt x="63877" y="6739"/>
                      <a:pt x="59698" y="171"/>
                      <a:pt x="51256" y="171"/>
                    </a:cubicBezTo>
                    <a:cubicBezTo>
                      <a:pt x="44179" y="171"/>
                      <a:pt x="37353" y="6910"/>
                      <a:pt x="33091" y="12025"/>
                    </a:cubicBezTo>
                    <a:cubicBezTo>
                      <a:pt x="29507" y="6140"/>
                      <a:pt x="22602" y="0"/>
                      <a:pt x="15438" y="0"/>
                    </a:cubicBezTo>
                    <a:cubicBezTo>
                      <a:pt x="6056" y="0"/>
                      <a:pt x="0" y="9041"/>
                      <a:pt x="0" y="17740"/>
                    </a:cubicBezTo>
                    <a:cubicBezTo>
                      <a:pt x="0" y="25499"/>
                      <a:pt x="4437" y="32151"/>
                      <a:pt x="12795" y="32151"/>
                    </a:cubicBezTo>
                    <a:cubicBezTo>
                      <a:pt x="19530" y="32151"/>
                      <a:pt x="27122" y="25245"/>
                      <a:pt x="30872" y="20042"/>
                    </a:cubicBezTo>
                    <a:cubicBezTo>
                      <a:pt x="34882" y="25928"/>
                      <a:pt x="41021" y="32238"/>
                      <a:pt x="48613" y="32238"/>
                    </a:cubicBezTo>
                    <a:cubicBezTo>
                      <a:pt x="57996" y="32238"/>
                      <a:pt x="63877" y="23027"/>
                      <a:pt x="63877" y="14498"/>
                    </a:cubicBezTo>
                    <a:close/>
                    <a:moveTo>
                      <a:pt x="59019" y="18423"/>
                    </a:moveTo>
                    <a:cubicBezTo>
                      <a:pt x="59019" y="24050"/>
                      <a:pt x="56201" y="28742"/>
                      <a:pt x="50062" y="28742"/>
                    </a:cubicBezTo>
                    <a:cubicBezTo>
                      <a:pt x="43668" y="28742"/>
                      <a:pt x="37866" y="19189"/>
                      <a:pt x="34540" y="14498"/>
                    </a:cubicBezTo>
                    <a:cubicBezTo>
                      <a:pt x="37099" y="10660"/>
                      <a:pt x="43922" y="4350"/>
                      <a:pt x="48697" y="4350"/>
                    </a:cubicBezTo>
                    <a:cubicBezTo>
                      <a:pt x="55519" y="4350"/>
                      <a:pt x="59019" y="12621"/>
                      <a:pt x="59019" y="18423"/>
                    </a:cubicBezTo>
                    <a:close/>
                    <a:moveTo>
                      <a:pt x="29425" y="17653"/>
                    </a:moveTo>
                    <a:cubicBezTo>
                      <a:pt x="26952" y="21491"/>
                      <a:pt x="19959" y="27630"/>
                      <a:pt x="15268" y="27630"/>
                    </a:cubicBezTo>
                    <a:cubicBezTo>
                      <a:pt x="8445" y="27630"/>
                      <a:pt x="5032" y="19359"/>
                      <a:pt x="5032" y="13561"/>
                    </a:cubicBezTo>
                    <a:cubicBezTo>
                      <a:pt x="5032" y="7846"/>
                      <a:pt x="7934" y="3155"/>
                      <a:pt x="14160" y="3155"/>
                    </a:cubicBezTo>
                    <a:cubicBezTo>
                      <a:pt x="19872" y="3155"/>
                      <a:pt x="26952" y="12879"/>
                      <a:pt x="29425" y="17653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8" name="left_vector"/>
            <p:cNvGrpSpPr/>
            <p:nvPr/>
          </p:nvGrpSpPr>
          <p:grpSpPr>
            <a:xfrm>
              <a:off x="80253" y="546286"/>
              <a:ext cx="1211926" cy="70225"/>
              <a:chOff x="96563" y="558315"/>
              <a:chExt cx="1459519" cy="70225"/>
            </a:xfrm>
          </p:grpSpPr>
          <p:sp>
            <p:nvSpPr>
              <p:cNvPr id="29" name="left_vector_outline_0"/>
              <p:cNvSpPr/>
              <p:nvPr/>
            </p:nvSpPr>
            <p:spPr>
              <a:xfrm>
                <a:off x="96563" y="565422"/>
                <a:ext cx="46033" cy="50061"/>
              </a:xfrm>
              <a:custGeom>
                <a:avLst/>
                <a:gdLst/>
                <a:ahLst/>
                <a:cxnLst/>
                <a:rect l="0" t="0" r="r" b="b"/>
                <a:pathLst>
                  <a:path w="46033" h="50062">
                    <a:moveTo>
                      <a:pt x="46033" y="1195"/>
                    </a:moveTo>
                    <a:lnTo>
                      <a:pt x="45958" y="0"/>
                    </a:lnTo>
                    <a:lnTo>
                      <a:pt x="20967" y="0"/>
                    </a:lnTo>
                    <a:lnTo>
                      <a:pt x="21038" y="1195"/>
                    </a:lnTo>
                    <a:cubicBezTo>
                      <a:pt x="27234" y="1643"/>
                      <a:pt x="28650" y="2238"/>
                      <a:pt x="28801" y="4254"/>
                    </a:cubicBezTo>
                    <a:cubicBezTo>
                      <a:pt x="28801" y="4477"/>
                      <a:pt x="28873" y="4628"/>
                      <a:pt x="28873" y="4850"/>
                    </a:cubicBezTo>
                    <a:cubicBezTo>
                      <a:pt x="28873" y="5894"/>
                      <a:pt x="28650" y="7239"/>
                      <a:pt x="28055" y="9029"/>
                    </a:cubicBezTo>
                    <a:lnTo>
                      <a:pt x="17161" y="43720"/>
                    </a:lnTo>
                    <a:cubicBezTo>
                      <a:pt x="16415" y="46633"/>
                      <a:pt x="15145" y="47752"/>
                      <a:pt x="12906" y="47752"/>
                    </a:cubicBezTo>
                    <a:cubicBezTo>
                      <a:pt x="10668" y="47752"/>
                      <a:pt x="9477" y="46855"/>
                      <a:pt x="9327" y="44768"/>
                    </a:cubicBezTo>
                    <a:cubicBezTo>
                      <a:pt x="9327" y="44394"/>
                      <a:pt x="9624" y="44021"/>
                      <a:pt x="9624" y="43648"/>
                    </a:cubicBezTo>
                    <a:lnTo>
                      <a:pt x="9624" y="42974"/>
                    </a:lnTo>
                    <a:cubicBezTo>
                      <a:pt x="9477" y="41112"/>
                      <a:pt x="6866" y="39469"/>
                      <a:pt x="4104" y="39469"/>
                    </a:cubicBezTo>
                    <a:cubicBezTo>
                      <a:pt x="1492" y="39469"/>
                      <a:pt x="0" y="40962"/>
                      <a:pt x="0" y="43124"/>
                    </a:cubicBezTo>
                    <a:cubicBezTo>
                      <a:pt x="0" y="47450"/>
                      <a:pt x="4850" y="50062"/>
                      <a:pt x="11716" y="50062"/>
                    </a:cubicBezTo>
                    <a:cubicBezTo>
                      <a:pt x="16637" y="50062"/>
                      <a:pt x="20967" y="48570"/>
                      <a:pt x="23801" y="45811"/>
                    </a:cubicBezTo>
                    <a:cubicBezTo>
                      <a:pt x="26261" y="43422"/>
                      <a:pt x="28055" y="40065"/>
                      <a:pt x="29694" y="34397"/>
                    </a:cubicBezTo>
                    <a:lnTo>
                      <a:pt x="38350" y="6715"/>
                    </a:lnTo>
                    <a:cubicBezTo>
                      <a:pt x="39616" y="2238"/>
                      <a:pt x="40513" y="1794"/>
                      <a:pt x="46033" y="119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" name="left_vector_outline_1"/>
              <p:cNvSpPr/>
              <p:nvPr/>
            </p:nvSpPr>
            <p:spPr>
              <a:xfrm>
                <a:off x="142215" y="602301"/>
                <a:ext cx="28789" cy="23618"/>
              </a:xfrm>
              <a:custGeom>
                <a:avLst/>
                <a:gdLst/>
                <a:ahLst/>
                <a:cxnLst/>
                <a:rect l="0" t="0" r="r" b="b"/>
                <a:pathLst>
                  <a:path w="28789" h="23618">
                    <a:moveTo>
                      <a:pt x="28789" y="0"/>
                    </a:moveTo>
                    <a:lnTo>
                      <a:pt x="10136" y="0"/>
                    </a:lnTo>
                    <a:cubicBezTo>
                      <a:pt x="4493" y="0"/>
                      <a:pt x="627" y="5747"/>
                      <a:pt x="0" y="6739"/>
                    </a:cubicBezTo>
                    <a:lnTo>
                      <a:pt x="1044" y="6739"/>
                    </a:lnTo>
                    <a:cubicBezTo>
                      <a:pt x="1357" y="6374"/>
                      <a:pt x="3917" y="3814"/>
                      <a:pt x="7156" y="3814"/>
                    </a:cubicBezTo>
                    <a:lnTo>
                      <a:pt x="14160" y="3814"/>
                    </a:lnTo>
                    <a:lnTo>
                      <a:pt x="9612" y="15101"/>
                    </a:lnTo>
                    <a:cubicBezTo>
                      <a:pt x="8934" y="16824"/>
                      <a:pt x="8465" y="18340"/>
                      <a:pt x="8465" y="19439"/>
                    </a:cubicBezTo>
                    <a:cubicBezTo>
                      <a:pt x="8517" y="21685"/>
                      <a:pt x="10033" y="23618"/>
                      <a:pt x="13271" y="23618"/>
                    </a:cubicBezTo>
                    <a:cubicBezTo>
                      <a:pt x="14839" y="23618"/>
                      <a:pt x="16824" y="23305"/>
                      <a:pt x="16824" y="21372"/>
                    </a:cubicBezTo>
                    <a:cubicBezTo>
                      <a:pt x="16772" y="18443"/>
                      <a:pt x="13688" y="18705"/>
                      <a:pt x="13637" y="16197"/>
                    </a:cubicBezTo>
                    <a:cubicBezTo>
                      <a:pt x="13637" y="15677"/>
                      <a:pt x="13847" y="15101"/>
                      <a:pt x="14105" y="14315"/>
                    </a:cubicBezTo>
                    <a:lnTo>
                      <a:pt x="17975" y="3814"/>
                    </a:lnTo>
                    <a:lnTo>
                      <a:pt x="27535" y="3814"/>
                    </a:lnTo>
                    <a:lnTo>
                      <a:pt x="28789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" name="left_vector_outline_2"/>
              <p:cNvSpPr/>
              <p:nvPr/>
            </p:nvSpPr>
            <p:spPr>
              <a:xfrm>
                <a:off x="205962" y="585345"/>
                <a:ext cx="38199" cy="19323"/>
              </a:xfrm>
              <a:custGeom>
                <a:avLst/>
                <a:gdLst/>
                <a:ahLst/>
                <a:cxnLst/>
                <a:rect l="0" t="0" r="r" b="b"/>
                <a:pathLst>
                  <a:path w="38199" h="19324">
                    <a:moveTo>
                      <a:pt x="38199" y="4175"/>
                    </a:moveTo>
                    <a:lnTo>
                      <a:pt x="38199" y="0"/>
                    </a:lnTo>
                    <a:lnTo>
                      <a:pt x="0" y="0"/>
                    </a:lnTo>
                    <a:lnTo>
                      <a:pt x="0" y="4175"/>
                    </a:lnTo>
                    <a:lnTo>
                      <a:pt x="38199" y="4175"/>
                    </a:lnTo>
                    <a:close/>
                    <a:moveTo>
                      <a:pt x="38199" y="19324"/>
                    </a:moveTo>
                    <a:lnTo>
                      <a:pt x="38199" y="15145"/>
                    </a:lnTo>
                    <a:lnTo>
                      <a:pt x="0" y="15145"/>
                    </a:lnTo>
                    <a:lnTo>
                      <a:pt x="0" y="19324"/>
                    </a:lnTo>
                    <a:lnTo>
                      <a:pt x="38199" y="1932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" name="left_vector_outline_3"/>
              <p:cNvSpPr/>
              <p:nvPr/>
            </p:nvSpPr>
            <p:spPr>
              <a:xfrm>
                <a:off x="282804" y="561393"/>
                <a:ext cx="15743" cy="67147"/>
              </a:xfrm>
              <a:custGeom>
                <a:avLst/>
                <a:gdLst/>
                <a:ahLst/>
                <a:cxnLst/>
                <a:rect l="0" t="0" r="r" b="b"/>
                <a:pathLst>
                  <a:path w="15744" h="67147">
                    <a:moveTo>
                      <a:pt x="15744" y="65282"/>
                    </a:moveTo>
                    <a:lnTo>
                      <a:pt x="9327" y="65282"/>
                    </a:lnTo>
                    <a:cubicBezTo>
                      <a:pt x="6866" y="65282"/>
                      <a:pt x="5671" y="64016"/>
                      <a:pt x="5671" y="61404"/>
                    </a:cubicBezTo>
                    <a:lnTo>
                      <a:pt x="5671" y="5147"/>
                    </a:lnTo>
                    <a:cubicBezTo>
                      <a:pt x="5671" y="2838"/>
                      <a:pt x="6640" y="1865"/>
                      <a:pt x="9029" y="1865"/>
                    </a:cubicBezTo>
                    <a:lnTo>
                      <a:pt x="15744" y="1865"/>
                    </a:lnTo>
                    <a:lnTo>
                      <a:pt x="15744" y="0"/>
                    </a:lnTo>
                    <a:lnTo>
                      <a:pt x="0" y="0"/>
                    </a:lnTo>
                    <a:lnTo>
                      <a:pt x="0" y="67147"/>
                    </a:lnTo>
                    <a:lnTo>
                      <a:pt x="15744" y="67147"/>
                    </a:lnTo>
                    <a:lnTo>
                      <a:pt x="15744" y="6528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" name="left_vector_outline_4"/>
              <p:cNvSpPr/>
              <p:nvPr/>
            </p:nvSpPr>
            <p:spPr>
              <a:xfrm>
                <a:off x="306977" y="565422"/>
                <a:ext cx="46033" cy="50061"/>
              </a:xfrm>
              <a:custGeom>
                <a:avLst/>
                <a:gdLst/>
                <a:ahLst/>
                <a:cxnLst/>
                <a:rect l="0" t="0" r="r" b="b"/>
                <a:pathLst>
                  <a:path w="46034" h="50062">
                    <a:moveTo>
                      <a:pt x="46034" y="1195"/>
                    </a:moveTo>
                    <a:lnTo>
                      <a:pt x="45958" y="0"/>
                    </a:lnTo>
                    <a:lnTo>
                      <a:pt x="20967" y="0"/>
                    </a:lnTo>
                    <a:lnTo>
                      <a:pt x="21038" y="1195"/>
                    </a:lnTo>
                    <a:cubicBezTo>
                      <a:pt x="27234" y="1643"/>
                      <a:pt x="28650" y="2238"/>
                      <a:pt x="28801" y="4254"/>
                    </a:cubicBezTo>
                    <a:cubicBezTo>
                      <a:pt x="28801" y="4477"/>
                      <a:pt x="28873" y="4628"/>
                      <a:pt x="28873" y="4850"/>
                    </a:cubicBezTo>
                    <a:cubicBezTo>
                      <a:pt x="28873" y="5894"/>
                      <a:pt x="28650" y="7239"/>
                      <a:pt x="28055" y="9029"/>
                    </a:cubicBezTo>
                    <a:lnTo>
                      <a:pt x="17161" y="43720"/>
                    </a:lnTo>
                    <a:cubicBezTo>
                      <a:pt x="16415" y="46633"/>
                      <a:pt x="15145" y="47752"/>
                      <a:pt x="12906" y="47752"/>
                    </a:cubicBezTo>
                    <a:cubicBezTo>
                      <a:pt x="10668" y="47752"/>
                      <a:pt x="9477" y="46855"/>
                      <a:pt x="9327" y="44768"/>
                    </a:cubicBezTo>
                    <a:cubicBezTo>
                      <a:pt x="9327" y="44394"/>
                      <a:pt x="9624" y="44021"/>
                      <a:pt x="9624" y="43648"/>
                    </a:cubicBezTo>
                    <a:lnTo>
                      <a:pt x="9624" y="42974"/>
                    </a:lnTo>
                    <a:cubicBezTo>
                      <a:pt x="9477" y="41112"/>
                      <a:pt x="6866" y="39469"/>
                      <a:pt x="4104" y="39469"/>
                    </a:cubicBezTo>
                    <a:cubicBezTo>
                      <a:pt x="1492" y="39469"/>
                      <a:pt x="0" y="40962"/>
                      <a:pt x="0" y="43124"/>
                    </a:cubicBezTo>
                    <a:cubicBezTo>
                      <a:pt x="0" y="47450"/>
                      <a:pt x="4850" y="50062"/>
                      <a:pt x="11716" y="50062"/>
                    </a:cubicBezTo>
                    <a:cubicBezTo>
                      <a:pt x="16637" y="50062"/>
                      <a:pt x="20967" y="48570"/>
                      <a:pt x="23801" y="45811"/>
                    </a:cubicBezTo>
                    <a:cubicBezTo>
                      <a:pt x="26261" y="43422"/>
                      <a:pt x="28055" y="40065"/>
                      <a:pt x="29694" y="34397"/>
                    </a:cubicBezTo>
                    <a:lnTo>
                      <a:pt x="38350" y="6715"/>
                    </a:lnTo>
                    <a:cubicBezTo>
                      <a:pt x="39616" y="2238"/>
                      <a:pt x="40513" y="1794"/>
                      <a:pt x="46034" y="119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left_vector_outline_5"/>
              <p:cNvSpPr/>
              <p:nvPr/>
            </p:nvSpPr>
            <p:spPr>
              <a:xfrm>
                <a:off x="351847" y="602301"/>
                <a:ext cx="26697" cy="23618"/>
              </a:xfrm>
              <a:custGeom>
                <a:avLst/>
                <a:gdLst/>
                <a:ahLst/>
                <a:cxnLst/>
                <a:rect l="0" t="0" r="r" b="b"/>
                <a:pathLst>
                  <a:path w="26698" h="23618">
                    <a:moveTo>
                      <a:pt x="23459" y="18026"/>
                    </a:moveTo>
                    <a:lnTo>
                      <a:pt x="22308" y="17506"/>
                    </a:lnTo>
                    <a:cubicBezTo>
                      <a:pt x="18756" y="20586"/>
                      <a:pt x="16196" y="21737"/>
                      <a:pt x="12799" y="21737"/>
                    </a:cubicBezTo>
                    <a:cubicBezTo>
                      <a:pt x="8882" y="21737"/>
                      <a:pt x="6374" y="19542"/>
                      <a:pt x="6112" y="15780"/>
                    </a:cubicBezTo>
                    <a:cubicBezTo>
                      <a:pt x="6112" y="15518"/>
                      <a:pt x="6112" y="15204"/>
                      <a:pt x="6112" y="14942"/>
                    </a:cubicBezTo>
                    <a:cubicBezTo>
                      <a:pt x="6112" y="10763"/>
                      <a:pt x="8203" y="6481"/>
                      <a:pt x="11545" y="3608"/>
                    </a:cubicBezTo>
                    <a:cubicBezTo>
                      <a:pt x="13375" y="2040"/>
                      <a:pt x="16038" y="1099"/>
                      <a:pt x="18756" y="1099"/>
                    </a:cubicBezTo>
                    <a:cubicBezTo>
                      <a:pt x="20376" y="1099"/>
                      <a:pt x="21368" y="1516"/>
                      <a:pt x="21419" y="2143"/>
                    </a:cubicBezTo>
                    <a:cubicBezTo>
                      <a:pt x="21419" y="2405"/>
                      <a:pt x="21368" y="2667"/>
                      <a:pt x="21106" y="3135"/>
                    </a:cubicBezTo>
                    <a:cubicBezTo>
                      <a:pt x="20689" y="3711"/>
                      <a:pt x="20534" y="4024"/>
                      <a:pt x="20534" y="4441"/>
                    </a:cubicBezTo>
                    <a:cubicBezTo>
                      <a:pt x="20534" y="5854"/>
                      <a:pt x="21733" y="6636"/>
                      <a:pt x="23459" y="6636"/>
                    </a:cubicBezTo>
                    <a:cubicBezTo>
                      <a:pt x="25392" y="6636"/>
                      <a:pt x="26698" y="5695"/>
                      <a:pt x="26698" y="4390"/>
                    </a:cubicBezTo>
                    <a:cubicBezTo>
                      <a:pt x="26698" y="1778"/>
                      <a:pt x="23356" y="0"/>
                      <a:pt x="19070" y="0"/>
                    </a:cubicBezTo>
                    <a:cubicBezTo>
                      <a:pt x="8934" y="0"/>
                      <a:pt x="0" y="7160"/>
                      <a:pt x="0" y="15050"/>
                    </a:cubicBezTo>
                    <a:cubicBezTo>
                      <a:pt x="0" y="15311"/>
                      <a:pt x="0" y="15518"/>
                      <a:pt x="0" y="15780"/>
                    </a:cubicBezTo>
                    <a:cubicBezTo>
                      <a:pt x="365" y="20745"/>
                      <a:pt x="4389" y="23618"/>
                      <a:pt x="10815" y="23618"/>
                    </a:cubicBezTo>
                    <a:cubicBezTo>
                      <a:pt x="16038" y="23618"/>
                      <a:pt x="19487" y="22050"/>
                      <a:pt x="23459" y="1802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" name="left_vector_outline_6"/>
              <p:cNvSpPr/>
              <p:nvPr/>
            </p:nvSpPr>
            <p:spPr>
              <a:xfrm>
                <a:off x="388451" y="590022"/>
                <a:ext cx="14787" cy="35321"/>
              </a:xfrm>
              <a:custGeom>
                <a:avLst/>
                <a:gdLst/>
                <a:ahLst/>
                <a:cxnLst/>
                <a:rect l="0" t="0" r="r" b="b"/>
                <a:pathLst>
                  <a:path w="14788" h="35322">
                    <a:moveTo>
                      <a:pt x="14788" y="35322"/>
                    </a:moveTo>
                    <a:lnTo>
                      <a:pt x="14788" y="34540"/>
                    </a:lnTo>
                    <a:cubicBezTo>
                      <a:pt x="10660" y="34484"/>
                      <a:pt x="9823" y="33965"/>
                      <a:pt x="9823" y="31456"/>
                    </a:cubicBezTo>
                    <a:lnTo>
                      <a:pt x="9823" y="107"/>
                    </a:lnTo>
                    <a:lnTo>
                      <a:pt x="9406" y="0"/>
                    </a:lnTo>
                    <a:lnTo>
                      <a:pt x="0" y="4754"/>
                    </a:lnTo>
                    <a:lnTo>
                      <a:pt x="0" y="5489"/>
                    </a:lnTo>
                    <a:cubicBezTo>
                      <a:pt x="627" y="5227"/>
                      <a:pt x="1203" y="5016"/>
                      <a:pt x="1413" y="4913"/>
                    </a:cubicBezTo>
                    <a:cubicBezTo>
                      <a:pt x="2353" y="4548"/>
                      <a:pt x="3242" y="4338"/>
                      <a:pt x="3762" y="4338"/>
                    </a:cubicBezTo>
                    <a:cubicBezTo>
                      <a:pt x="4862" y="4338"/>
                      <a:pt x="5330" y="5124"/>
                      <a:pt x="5330" y="6794"/>
                    </a:cubicBezTo>
                    <a:lnTo>
                      <a:pt x="5330" y="30464"/>
                    </a:lnTo>
                    <a:cubicBezTo>
                      <a:pt x="5330" y="32187"/>
                      <a:pt x="4913" y="33389"/>
                      <a:pt x="4076" y="33857"/>
                    </a:cubicBezTo>
                    <a:cubicBezTo>
                      <a:pt x="3294" y="34330"/>
                      <a:pt x="2560" y="34484"/>
                      <a:pt x="365" y="34540"/>
                    </a:cubicBezTo>
                    <a:lnTo>
                      <a:pt x="365" y="35322"/>
                    </a:lnTo>
                    <a:lnTo>
                      <a:pt x="14788" y="3532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" name="left_vector_outline_7"/>
              <p:cNvSpPr/>
              <p:nvPr/>
            </p:nvSpPr>
            <p:spPr>
              <a:xfrm>
                <a:off x="421374" y="606534"/>
                <a:ext cx="12759" cy="18426"/>
              </a:xfrm>
              <a:custGeom>
                <a:avLst/>
                <a:gdLst/>
                <a:ahLst/>
                <a:cxnLst/>
                <a:rect l="0" t="0" r="r" b="b"/>
                <a:pathLst>
                  <a:path w="12759" h="18427">
                    <a:moveTo>
                      <a:pt x="12759" y="7160"/>
                    </a:moveTo>
                    <a:cubicBezTo>
                      <a:pt x="12759" y="968"/>
                      <a:pt x="7537" y="0"/>
                      <a:pt x="5374" y="0"/>
                    </a:cubicBezTo>
                    <a:cubicBezTo>
                      <a:pt x="3060" y="0"/>
                      <a:pt x="0" y="1417"/>
                      <a:pt x="0" y="4624"/>
                    </a:cubicBezTo>
                    <a:cubicBezTo>
                      <a:pt x="0" y="7608"/>
                      <a:pt x="3135" y="8354"/>
                      <a:pt x="5445" y="8354"/>
                    </a:cubicBezTo>
                    <a:cubicBezTo>
                      <a:pt x="6044" y="8354"/>
                      <a:pt x="6493" y="8279"/>
                      <a:pt x="6715" y="8203"/>
                    </a:cubicBezTo>
                    <a:cubicBezTo>
                      <a:pt x="7013" y="8132"/>
                      <a:pt x="7461" y="8057"/>
                      <a:pt x="7612" y="8057"/>
                    </a:cubicBezTo>
                    <a:cubicBezTo>
                      <a:pt x="8207" y="8057"/>
                      <a:pt x="8803" y="8430"/>
                      <a:pt x="8803" y="9100"/>
                    </a:cubicBezTo>
                    <a:cubicBezTo>
                      <a:pt x="8803" y="10517"/>
                      <a:pt x="7386" y="13652"/>
                      <a:pt x="1568" y="16784"/>
                    </a:cubicBezTo>
                    <a:lnTo>
                      <a:pt x="2314" y="18427"/>
                    </a:lnTo>
                    <a:cubicBezTo>
                      <a:pt x="5147" y="17681"/>
                      <a:pt x="12759" y="12458"/>
                      <a:pt x="12759" y="716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" name="left_vector_outline_8"/>
              <p:cNvSpPr/>
              <p:nvPr/>
            </p:nvSpPr>
            <p:spPr>
              <a:xfrm>
                <a:off x="461335" y="606681"/>
                <a:ext cx="11267" cy="8282"/>
              </a:xfrm>
              <a:custGeom>
                <a:avLst/>
                <a:gdLst/>
                <a:ahLst/>
                <a:cxnLst/>
                <a:rect l="0" t="0" r="r" b="b"/>
                <a:pathLst>
                  <a:path w="11267" h="8283">
                    <a:moveTo>
                      <a:pt x="11267" y="4254"/>
                    </a:moveTo>
                    <a:cubicBezTo>
                      <a:pt x="11267" y="1941"/>
                      <a:pt x="8656" y="0"/>
                      <a:pt x="5596" y="0"/>
                    </a:cubicBezTo>
                    <a:cubicBezTo>
                      <a:pt x="2536" y="0"/>
                      <a:pt x="0" y="1865"/>
                      <a:pt x="0" y="4254"/>
                    </a:cubicBezTo>
                    <a:cubicBezTo>
                      <a:pt x="0" y="7088"/>
                      <a:pt x="3433" y="8283"/>
                      <a:pt x="5596" y="8283"/>
                    </a:cubicBezTo>
                    <a:cubicBezTo>
                      <a:pt x="7759" y="8283"/>
                      <a:pt x="11267" y="7013"/>
                      <a:pt x="11267" y="425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" name="left_vector_outline_9"/>
              <p:cNvSpPr/>
              <p:nvPr/>
            </p:nvSpPr>
            <p:spPr>
              <a:xfrm>
                <a:off x="499204" y="606681"/>
                <a:ext cx="11267" cy="8282"/>
              </a:xfrm>
              <a:custGeom>
                <a:avLst/>
                <a:gdLst/>
                <a:ahLst/>
                <a:cxnLst/>
                <a:rect l="0" t="0" r="r" b="b"/>
                <a:pathLst>
                  <a:path w="11267" h="8283">
                    <a:moveTo>
                      <a:pt x="11267" y="4254"/>
                    </a:moveTo>
                    <a:cubicBezTo>
                      <a:pt x="11267" y="1941"/>
                      <a:pt x="8656" y="0"/>
                      <a:pt x="5596" y="0"/>
                    </a:cubicBezTo>
                    <a:cubicBezTo>
                      <a:pt x="2536" y="0"/>
                      <a:pt x="0" y="1865"/>
                      <a:pt x="0" y="4254"/>
                    </a:cubicBezTo>
                    <a:cubicBezTo>
                      <a:pt x="0" y="7088"/>
                      <a:pt x="3433" y="8283"/>
                      <a:pt x="5596" y="8283"/>
                    </a:cubicBezTo>
                    <a:cubicBezTo>
                      <a:pt x="7759" y="8283"/>
                      <a:pt x="11267" y="7013"/>
                      <a:pt x="11267" y="425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" name="left_vector_outline_10"/>
              <p:cNvSpPr/>
              <p:nvPr/>
            </p:nvSpPr>
            <p:spPr>
              <a:xfrm>
                <a:off x="537147" y="606681"/>
                <a:ext cx="11266" cy="8282"/>
              </a:xfrm>
              <a:custGeom>
                <a:avLst/>
                <a:gdLst/>
                <a:ahLst/>
                <a:cxnLst/>
                <a:rect l="0" t="0" r="r" b="b"/>
                <a:pathLst>
                  <a:path w="11267" h="8283">
                    <a:moveTo>
                      <a:pt x="11267" y="4254"/>
                    </a:moveTo>
                    <a:cubicBezTo>
                      <a:pt x="11267" y="1941"/>
                      <a:pt x="8656" y="0"/>
                      <a:pt x="5596" y="0"/>
                    </a:cubicBezTo>
                    <a:cubicBezTo>
                      <a:pt x="2536" y="0"/>
                      <a:pt x="0" y="1865"/>
                      <a:pt x="0" y="4254"/>
                    </a:cubicBezTo>
                    <a:cubicBezTo>
                      <a:pt x="0" y="7088"/>
                      <a:pt x="3433" y="8283"/>
                      <a:pt x="5596" y="8283"/>
                    </a:cubicBezTo>
                    <a:cubicBezTo>
                      <a:pt x="7759" y="8283"/>
                      <a:pt x="11267" y="7013"/>
                      <a:pt x="11267" y="425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" name="left_vector_outline_11"/>
              <p:cNvSpPr/>
              <p:nvPr/>
            </p:nvSpPr>
            <p:spPr>
              <a:xfrm>
                <a:off x="574195" y="606534"/>
                <a:ext cx="12759" cy="18426"/>
              </a:xfrm>
              <a:custGeom>
                <a:avLst/>
                <a:gdLst/>
                <a:ahLst/>
                <a:cxnLst/>
                <a:rect l="0" t="0" r="r" b="b"/>
                <a:pathLst>
                  <a:path w="12760" h="18427">
                    <a:moveTo>
                      <a:pt x="12760" y="7160"/>
                    </a:moveTo>
                    <a:cubicBezTo>
                      <a:pt x="12760" y="968"/>
                      <a:pt x="7536" y="0"/>
                      <a:pt x="5373" y="0"/>
                    </a:cubicBezTo>
                    <a:cubicBezTo>
                      <a:pt x="3059" y="0"/>
                      <a:pt x="0" y="1417"/>
                      <a:pt x="0" y="4624"/>
                    </a:cubicBezTo>
                    <a:cubicBezTo>
                      <a:pt x="0" y="7608"/>
                      <a:pt x="3134" y="8354"/>
                      <a:pt x="5444" y="8354"/>
                    </a:cubicBezTo>
                    <a:cubicBezTo>
                      <a:pt x="6044" y="8354"/>
                      <a:pt x="6492" y="8279"/>
                      <a:pt x="6714" y="8203"/>
                    </a:cubicBezTo>
                    <a:cubicBezTo>
                      <a:pt x="7013" y="8132"/>
                      <a:pt x="7461" y="8057"/>
                      <a:pt x="7611" y="8057"/>
                    </a:cubicBezTo>
                    <a:cubicBezTo>
                      <a:pt x="8207" y="8057"/>
                      <a:pt x="8802" y="8430"/>
                      <a:pt x="8802" y="9100"/>
                    </a:cubicBezTo>
                    <a:cubicBezTo>
                      <a:pt x="8802" y="10517"/>
                      <a:pt x="7385" y="13652"/>
                      <a:pt x="1567" y="16784"/>
                    </a:cubicBezTo>
                    <a:lnTo>
                      <a:pt x="2314" y="18427"/>
                    </a:lnTo>
                    <a:cubicBezTo>
                      <a:pt x="5147" y="17681"/>
                      <a:pt x="12760" y="12458"/>
                      <a:pt x="12760" y="716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" name="left_vector_outline_12"/>
              <p:cNvSpPr/>
              <p:nvPr/>
            </p:nvSpPr>
            <p:spPr>
              <a:xfrm>
                <a:off x="610574" y="565422"/>
                <a:ext cx="46033" cy="50061"/>
              </a:xfrm>
              <a:custGeom>
                <a:avLst/>
                <a:gdLst/>
                <a:ahLst/>
                <a:cxnLst/>
                <a:rect l="0" t="0" r="r" b="b"/>
                <a:pathLst>
                  <a:path w="46034" h="50062">
                    <a:moveTo>
                      <a:pt x="46034" y="1195"/>
                    </a:moveTo>
                    <a:lnTo>
                      <a:pt x="45959" y="0"/>
                    </a:lnTo>
                    <a:lnTo>
                      <a:pt x="20966" y="0"/>
                    </a:lnTo>
                    <a:lnTo>
                      <a:pt x="21039" y="1195"/>
                    </a:lnTo>
                    <a:cubicBezTo>
                      <a:pt x="27234" y="1643"/>
                      <a:pt x="28650" y="2238"/>
                      <a:pt x="28801" y="4254"/>
                    </a:cubicBezTo>
                    <a:cubicBezTo>
                      <a:pt x="28801" y="4477"/>
                      <a:pt x="28872" y="4628"/>
                      <a:pt x="28872" y="4850"/>
                    </a:cubicBezTo>
                    <a:cubicBezTo>
                      <a:pt x="28872" y="5894"/>
                      <a:pt x="28650" y="7239"/>
                      <a:pt x="28056" y="9029"/>
                    </a:cubicBezTo>
                    <a:lnTo>
                      <a:pt x="17162" y="43720"/>
                    </a:lnTo>
                    <a:cubicBezTo>
                      <a:pt x="16415" y="46633"/>
                      <a:pt x="15145" y="47752"/>
                      <a:pt x="12907" y="47752"/>
                    </a:cubicBezTo>
                    <a:cubicBezTo>
                      <a:pt x="10668" y="47752"/>
                      <a:pt x="9478" y="46855"/>
                      <a:pt x="9327" y="44768"/>
                    </a:cubicBezTo>
                    <a:cubicBezTo>
                      <a:pt x="9327" y="44394"/>
                      <a:pt x="9624" y="44021"/>
                      <a:pt x="9624" y="43648"/>
                    </a:cubicBezTo>
                    <a:lnTo>
                      <a:pt x="9624" y="42974"/>
                    </a:lnTo>
                    <a:cubicBezTo>
                      <a:pt x="9478" y="41112"/>
                      <a:pt x="6866" y="39469"/>
                      <a:pt x="4103" y="39469"/>
                    </a:cubicBezTo>
                    <a:cubicBezTo>
                      <a:pt x="1492" y="39469"/>
                      <a:pt x="0" y="40962"/>
                      <a:pt x="0" y="43124"/>
                    </a:cubicBezTo>
                    <a:cubicBezTo>
                      <a:pt x="0" y="47450"/>
                      <a:pt x="4850" y="50062"/>
                      <a:pt x="11716" y="50062"/>
                    </a:cubicBezTo>
                    <a:cubicBezTo>
                      <a:pt x="16637" y="50062"/>
                      <a:pt x="20966" y="48570"/>
                      <a:pt x="23801" y="45811"/>
                    </a:cubicBezTo>
                    <a:cubicBezTo>
                      <a:pt x="26261" y="43422"/>
                      <a:pt x="28056" y="40065"/>
                      <a:pt x="29694" y="34397"/>
                    </a:cubicBezTo>
                    <a:lnTo>
                      <a:pt x="38350" y="6715"/>
                    </a:lnTo>
                    <a:cubicBezTo>
                      <a:pt x="39616" y="2238"/>
                      <a:pt x="40513" y="1794"/>
                      <a:pt x="46034" y="119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" name="left_vector_outline_13"/>
              <p:cNvSpPr/>
              <p:nvPr/>
            </p:nvSpPr>
            <p:spPr>
              <a:xfrm>
                <a:off x="655669" y="602301"/>
                <a:ext cx="26697" cy="23618"/>
              </a:xfrm>
              <a:custGeom>
                <a:avLst/>
                <a:gdLst/>
                <a:ahLst/>
                <a:cxnLst/>
                <a:rect l="0" t="0" r="r" b="b"/>
                <a:pathLst>
                  <a:path w="26698" h="23618">
                    <a:moveTo>
                      <a:pt x="23459" y="18026"/>
                    </a:moveTo>
                    <a:lnTo>
                      <a:pt x="22308" y="17506"/>
                    </a:lnTo>
                    <a:cubicBezTo>
                      <a:pt x="18756" y="20586"/>
                      <a:pt x="16197" y="21737"/>
                      <a:pt x="12799" y="21737"/>
                    </a:cubicBezTo>
                    <a:cubicBezTo>
                      <a:pt x="8882" y="21737"/>
                      <a:pt x="6374" y="19542"/>
                      <a:pt x="6112" y="15780"/>
                    </a:cubicBezTo>
                    <a:cubicBezTo>
                      <a:pt x="6112" y="15518"/>
                      <a:pt x="6112" y="15204"/>
                      <a:pt x="6112" y="14942"/>
                    </a:cubicBezTo>
                    <a:cubicBezTo>
                      <a:pt x="6112" y="10763"/>
                      <a:pt x="8203" y="6481"/>
                      <a:pt x="11545" y="3608"/>
                    </a:cubicBezTo>
                    <a:cubicBezTo>
                      <a:pt x="13375" y="2040"/>
                      <a:pt x="16038" y="1099"/>
                      <a:pt x="18756" y="1099"/>
                    </a:cubicBezTo>
                    <a:cubicBezTo>
                      <a:pt x="20376" y="1099"/>
                      <a:pt x="21368" y="1516"/>
                      <a:pt x="21419" y="2143"/>
                    </a:cubicBezTo>
                    <a:cubicBezTo>
                      <a:pt x="21419" y="2405"/>
                      <a:pt x="21368" y="2667"/>
                      <a:pt x="21106" y="3135"/>
                    </a:cubicBezTo>
                    <a:cubicBezTo>
                      <a:pt x="20689" y="3711"/>
                      <a:pt x="20534" y="4024"/>
                      <a:pt x="20534" y="4441"/>
                    </a:cubicBezTo>
                    <a:cubicBezTo>
                      <a:pt x="20534" y="5854"/>
                      <a:pt x="21733" y="6636"/>
                      <a:pt x="23459" y="6636"/>
                    </a:cubicBezTo>
                    <a:cubicBezTo>
                      <a:pt x="25392" y="6636"/>
                      <a:pt x="26698" y="5695"/>
                      <a:pt x="26698" y="4390"/>
                    </a:cubicBezTo>
                    <a:cubicBezTo>
                      <a:pt x="26698" y="1778"/>
                      <a:pt x="23356" y="0"/>
                      <a:pt x="19070" y="0"/>
                    </a:cubicBezTo>
                    <a:cubicBezTo>
                      <a:pt x="8934" y="0"/>
                      <a:pt x="0" y="7160"/>
                      <a:pt x="0" y="15050"/>
                    </a:cubicBezTo>
                    <a:cubicBezTo>
                      <a:pt x="0" y="15311"/>
                      <a:pt x="0" y="15518"/>
                      <a:pt x="0" y="15780"/>
                    </a:cubicBezTo>
                    <a:cubicBezTo>
                      <a:pt x="365" y="20745"/>
                      <a:pt x="4389" y="23618"/>
                      <a:pt x="10815" y="23618"/>
                    </a:cubicBezTo>
                    <a:cubicBezTo>
                      <a:pt x="16038" y="23618"/>
                      <a:pt x="19487" y="22050"/>
                      <a:pt x="23459" y="1802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" name="left_vector_outline_14"/>
              <p:cNvSpPr/>
              <p:nvPr/>
            </p:nvSpPr>
            <p:spPr>
              <a:xfrm>
                <a:off x="688678" y="591224"/>
                <a:ext cx="48692" cy="34901"/>
              </a:xfrm>
              <a:custGeom>
                <a:avLst/>
                <a:gdLst/>
                <a:ahLst/>
                <a:cxnLst/>
                <a:rect l="0" t="0" r="r" b="b"/>
                <a:pathLst>
                  <a:path w="48693" h="34901">
                    <a:moveTo>
                      <a:pt x="48693" y="837"/>
                    </a:moveTo>
                    <a:lnTo>
                      <a:pt x="48641" y="0"/>
                    </a:lnTo>
                    <a:lnTo>
                      <a:pt x="35528" y="0"/>
                    </a:lnTo>
                    <a:lnTo>
                      <a:pt x="35580" y="837"/>
                    </a:lnTo>
                    <a:cubicBezTo>
                      <a:pt x="39552" y="1099"/>
                      <a:pt x="40334" y="1619"/>
                      <a:pt x="40438" y="3500"/>
                    </a:cubicBezTo>
                    <a:cubicBezTo>
                      <a:pt x="40438" y="3608"/>
                      <a:pt x="40438" y="3711"/>
                      <a:pt x="40438" y="3814"/>
                    </a:cubicBezTo>
                    <a:cubicBezTo>
                      <a:pt x="40438" y="4338"/>
                      <a:pt x="40334" y="4913"/>
                      <a:pt x="40021" y="5802"/>
                    </a:cubicBezTo>
                    <a:lnTo>
                      <a:pt x="39918" y="6219"/>
                    </a:lnTo>
                    <a:lnTo>
                      <a:pt x="33544" y="26075"/>
                    </a:lnTo>
                    <a:lnTo>
                      <a:pt x="17712" y="0"/>
                    </a:lnTo>
                    <a:lnTo>
                      <a:pt x="6322" y="0"/>
                    </a:lnTo>
                    <a:lnTo>
                      <a:pt x="6374" y="837"/>
                    </a:lnTo>
                    <a:cubicBezTo>
                      <a:pt x="9664" y="1048"/>
                      <a:pt x="11231" y="1726"/>
                      <a:pt x="12486" y="3762"/>
                    </a:cubicBezTo>
                    <a:lnTo>
                      <a:pt x="6529" y="25551"/>
                    </a:lnTo>
                    <a:cubicBezTo>
                      <a:pt x="4334" y="32238"/>
                      <a:pt x="3865" y="32865"/>
                      <a:pt x="0" y="33282"/>
                    </a:cubicBezTo>
                    <a:lnTo>
                      <a:pt x="52" y="34119"/>
                    </a:lnTo>
                    <a:lnTo>
                      <a:pt x="13740" y="34119"/>
                    </a:lnTo>
                    <a:lnTo>
                      <a:pt x="13688" y="33282"/>
                    </a:lnTo>
                    <a:cubicBezTo>
                      <a:pt x="10029" y="33076"/>
                      <a:pt x="8723" y="32500"/>
                      <a:pt x="8723" y="30829"/>
                    </a:cubicBezTo>
                    <a:cubicBezTo>
                      <a:pt x="8723" y="30202"/>
                      <a:pt x="8934" y="29206"/>
                      <a:pt x="9140" y="28214"/>
                    </a:cubicBezTo>
                    <a:lnTo>
                      <a:pt x="15256" y="6167"/>
                    </a:lnTo>
                    <a:lnTo>
                      <a:pt x="32968" y="34901"/>
                    </a:lnTo>
                    <a:lnTo>
                      <a:pt x="34064" y="34901"/>
                    </a:lnTo>
                    <a:lnTo>
                      <a:pt x="42216" y="8620"/>
                    </a:lnTo>
                    <a:cubicBezTo>
                      <a:pt x="44307" y="1881"/>
                      <a:pt x="44462" y="1568"/>
                      <a:pt x="48693" y="837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" name="left_vector_outline_15"/>
              <p:cNvSpPr/>
              <p:nvPr/>
            </p:nvSpPr>
            <p:spPr>
              <a:xfrm>
                <a:off x="754212" y="561393"/>
                <a:ext cx="15744" cy="67147"/>
              </a:xfrm>
              <a:custGeom>
                <a:avLst/>
                <a:gdLst/>
                <a:ahLst/>
                <a:cxnLst/>
                <a:rect l="0" t="0" r="r" b="b"/>
                <a:pathLst>
                  <a:path w="15744" h="67147">
                    <a:moveTo>
                      <a:pt x="0" y="65282"/>
                    </a:moveTo>
                    <a:lnTo>
                      <a:pt x="0" y="67147"/>
                    </a:lnTo>
                    <a:lnTo>
                      <a:pt x="15744" y="67147"/>
                    </a:lnTo>
                    <a:lnTo>
                      <a:pt x="15744" y="0"/>
                    </a:lnTo>
                    <a:lnTo>
                      <a:pt x="0" y="0"/>
                    </a:lnTo>
                    <a:lnTo>
                      <a:pt x="0" y="1865"/>
                    </a:lnTo>
                    <a:lnTo>
                      <a:pt x="6417" y="1865"/>
                    </a:lnTo>
                    <a:cubicBezTo>
                      <a:pt x="8878" y="1865"/>
                      <a:pt x="10073" y="3135"/>
                      <a:pt x="10073" y="5747"/>
                    </a:cubicBezTo>
                    <a:lnTo>
                      <a:pt x="10073" y="62000"/>
                    </a:lnTo>
                    <a:cubicBezTo>
                      <a:pt x="10073" y="64314"/>
                      <a:pt x="9029" y="65282"/>
                      <a:pt x="6715" y="65282"/>
                    </a:cubicBezTo>
                    <a:lnTo>
                      <a:pt x="0" y="6528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" name="left_vector_outline_16"/>
              <p:cNvSpPr/>
              <p:nvPr/>
            </p:nvSpPr>
            <p:spPr>
              <a:xfrm>
                <a:off x="784239" y="558315"/>
                <a:ext cx="30722" cy="28737"/>
              </a:xfrm>
              <a:custGeom>
                <a:avLst/>
                <a:gdLst/>
                <a:ahLst/>
                <a:cxnLst/>
                <a:rect l="0" t="0" r="r" b="b"/>
                <a:pathLst>
                  <a:path w="30722" h="28738">
                    <a:moveTo>
                      <a:pt x="30722" y="2925"/>
                    </a:moveTo>
                    <a:lnTo>
                      <a:pt x="30722" y="0"/>
                    </a:lnTo>
                    <a:lnTo>
                      <a:pt x="0" y="0"/>
                    </a:lnTo>
                    <a:lnTo>
                      <a:pt x="0" y="2925"/>
                    </a:lnTo>
                    <a:lnTo>
                      <a:pt x="13899" y="2925"/>
                    </a:lnTo>
                    <a:lnTo>
                      <a:pt x="13899" y="28738"/>
                    </a:lnTo>
                    <a:lnTo>
                      <a:pt x="16823" y="28738"/>
                    </a:lnTo>
                    <a:lnTo>
                      <a:pt x="16823" y="2925"/>
                    </a:lnTo>
                    <a:lnTo>
                      <a:pt x="30722" y="2925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" name="left_vector_outline_17"/>
              <p:cNvSpPr/>
              <p:nvPr/>
            </p:nvSpPr>
            <p:spPr>
              <a:xfrm>
                <a:off x="830797" y="606534"/>
                <a:ext cx="12759" cy="18426"/>
              </a:xfrm>
              <a:custGeom>
                <a:avLst/>
                <a:gdLst/>
                <a:ahLst/>
                <a:cxnLst/>
                <a:rect l="0" t="0" r="r" b="b"/>
                <a:pathLst>
                  <a:path w="12760" h="18427">
                    <a:moveTo>
                      <a:pt x="12760" y="7160"/>
                    </a:moveTo>
                    <a:cubicBezTo>
                      <a:pt x="12760" y="968"/>
                      <a:pt x="7537" y="0"/>
                      <a:pt x="5374" y="0"/>
                    </a:cubicBezTo>
                    <a:cubicBezTo>
                      <a:pt x="3060" y="0"/>
                      <a:pt x="0" y="1417"/>
                      <a:pt x="0" y="4624"/>
                    </a:cubicBezTo>
                    <a:cubicBezTo>
                      <a:pt x="0" y="7608"/>
                      <a:pt x="3135" y="8354"/>
                      <a:pt x="5445" y="8354"/>
                    </a:cubicBezTo>
                    <a:cubicBezTo>
                      <a:pt x="6044" y="8354"/>
                      <a:pt x="6493" y="8279"/>
                      <a:pt x="6715" y="8203"/>
                    </a:cubicBezTo>
                    <a:cubicBezTo>
                      <a:pt x="7013" y="8132"/>
                      <a:pt x="7461" y="8057"/>
                      <a:pt x="7612" y="8057"/>
                    </a:cubicBezTo>
                    <a:cubicBezTo>
                      <a:pt x="8207" y="8057"/>
                      <a:pt x="8803" y="8430"/>
                      <a:pt x="8803" y="9100"/>
                    </a:cubicBezTo>
                    <a:cubicBezTo>
                      <a:pt x="8803" y="10517"/>
                      <a:pt x="7386" y="13652"/>
                      <a:pt x="1568" y="16784"/>
                    </a:cubicBezTo>
                    <a:lnTo>
                      <a:pt x="2314" y="18427"/>
                    </a:lnTo>
                    <a:cubicBezTo>
                      <a:pt x="5147" y="17681"/>
                      <a:pt x="12760" y="12458"/>
                      <a:pt x="12760" y="716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" name="left_vector_outline_18"/>
              <p:cNvSpPr/>
              <p:nvPr/>
            </p:nvSpPr>
            <p:spPr>
              <a:xfrm>
                <a:off x="939559" y="565275"/>
                <a:ext cx="45736" cy="49688"/>
              </a:xfrm>
              <a:custGeom>
                <a:avLst/>
                <a:gdLst/>
                <a:ahLst/>
                <a:cxnLst/>
                <a:rect l="0" t="0" r="r" b="b"/>
                <a:pathLst>
                  <a:path w="45736" h="49689">
                    <a:moveTo>
                      <a:pt x="45736" y="43422"/>
                    </a:moveTo>
                    <a:lnTo>
                      <a:pt x="45660" y="43271"/>
                    </a:lnTo>
                    <a:cubicBezTo>
                      <a:pt x="44395" y="43271"/>
                      <a:pt x="42903" y="45807"/>
                      <a:pt x="39020" y="45807"/>
                    </a:cubicBezTo>
                    <a:cubicBezTo>
                      <a:pt x="34842" y="45807"/>
                      <a:pt x="33350" y="43120"/>
                      <a:pt x="33277" y="39092"/>
                    </a:cubicBezTo>
                    <a:cubicBezTo>
                      <a:pt x="33202" y="31933"/>
                      <a:pt x="37754" y="20368"/>
                      <a:pt x="37679" y="11712"/>
                    </a:cubicBezTo>
                    <a:cubicBezTo>
                      <a:pt x="37604" y="4997"/>
                      <a:pt x="34917" y="0"/>
                      <a:pt x="25666" y="0"/>
                    </a:cubicBezTo>
                    <a:lnTo>
                      <a:pt x="24697" y="0"/>
                    </a:lnTo>
                    <a:cubicBezTo>
                      <a:pt x="22979" y="0"/>
                      <a:pt x="18951" y="1119"/>
                      <a:pt x="17684" y="2012"/>
                    </a:cubicBezTo>
                    <a:cubicBezTo>
                      <a:pt x="17609" y="2088"/>
                      <a:pt x="18355" y="2758"/>
                      <a:pt x="18431" y="2758"/>
                    </a:cubicBezTo>
                    <a:cubicBezTo>
                      <a:pt x="18805" y="2461"/>
                      <a:pt x="20816" y="1790"/>
                      <a:pt x="22757" y="1790"/>
                    </a:cubicBezTo>
                    <a:cubicBezTo>
                      <a:pt x="28575" y="1790"/>
                      <a:pt x="29547" y="6787"/>
                      <a:pt x="29622" y="10890"/>
                    </a:cubicBezTo>
                    <a:cubicBezTo>
                      <a:pt x="29622" y="13057"/>
                      <a:pt x="29396" y="14994"/>
                      <a:pt x="29473" y="15669"/>
                    </a:cubicBezTo>
                    <a:cubicBezTo>
                      <a:pt x="29547" y="15891"/>
                      <a:pt x="29473" y="16042"/>
                      <a:pt x="29396" y="16339"/>
                    </a:cubicBezTo>
                    <a:cubicBezTo>
                      <a:pt x="27758" y="23277"/>
                      <a:pt x="2016" y="42823"/>
                      <a:pt x="0" y="48867"/>
                    </a:cubicBezTo>
                    <a:lnTo>
                      <a:pt x="8581" y="48867"/>
                    </a:lnTo>
                    <a:cubicBezTo>
                      <a:pt x="8581" y="48121"/>
                      <a:pt x="8656" y="47375"/>
                      <a:pt x="8807" y="46553"/>
                    </a:cubicBezTo>
                    <a:cubicBezTo>
                      <a:pt x="11192" y="37005"/>
                      <a:pt x="28429" y="22531"/>
                      <a:pt x="28429" y="22455"/>
                    </a:cubicBezTo>
                    <a:lnTo>
                      <a:pt x="28503" y="22455"/>
                    </a:lnTo>
                    <a:cubicBezTo>
                      <a:pt x="28203" y="24547"/>
                      <a:pt x="25293" y="32079"/>
                      <a:pt x="25368" y="38719"/>
                    </a:cubicBezTo>
                    <a:cubicBezTo>
                      <a:pt x="25444" y="44541"/>
                      <a:pt x="27531" y="49689"/>
                      <a:pt x="34842" y="49689"/>
                    </a:cubicBezTo>
                    <a:cubicBezTo>
                      <a:pt x="38945" y="49689"/>
                      <a:pt x="45585" y="44315"/>
                      <a:pt x="45736" y="4342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" name="left_vector_outline_19"/>
              <p:cNvSpPr/>
              <p:nvPr/>
            </p:nvSpPr>
            <p:spPr>
              <a:xfrm>
                <a:off x="1010977" y="585345"/>
                <a:ext cx="38199" cy="19323"/>
              </a:xfrm>
              <a:custGeom>
                <a:avLst/>
                <a:gdLst/>
                <a:ahLst/>
                <a:cxnLst/>
                <a:rect l="0" t="0" r="r" b="b"/>
                <a:pathLst>
                  <a:path w="38199" h="19324">
                    <a:moveTo>
                      <a:pt x="38199" y="4175"/>
                    </a:moveTo>
                    <a:lnTo>
                      <a:pt x="38199" y="0"/>
                    </a:lnTo>
                    <a:lnTo>
                      <a:pt x="0" y="0"/>
                    </a:lnTo>
                    <a:lnTo>
                      <a:pt x="0" y="4175"/>
                    </a:lnTo>
                    <a:lnTo>
                      <a:pt x="38199" y="4175"/>
                    </a:lnTo>
                    <a:close/>
                    <a:moveTo>
                      <a:pt x="38199" y="19324"/>
                    </a:moveTo>
                    <a:lnTo>
                      <a:pt x="38199" y="15145"/>
                    </a:lnTo>
                    <a:lnTo>
                      <a:pt x="0" y="15145"/>
                    </a:lnTo>
                    <a:lnTo>
                      <a:pt x="0" y="19324"/>
                    </a:lnTo>
                    <a:lnTo>
                      <a:pt x="38199" y="1932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" name="left_vector_outline_20"/>
              <p:cNvSpPr/>
              <p:nvPr/>
            </p:nvSpPr>
            <p:spPr>
              <a:xfrm>
                <a:off x="1087819" y="561393"/>
                <a:ext cx="15744" cy="67147"/>
              </a:xfrm>
              <a:custGeom>
                <a:avLst/>
                <a:gdLst/>
                <a:ahLst/>
                <a:cxnLst/>
                <a:rect l="0" t="0" r="r" b="b"/>
                <a:pathLst>
                  <a:path w="15744" h="67147">
                    <a:moveTo>
                      <a:pt x="15744" y="65282"/>
                    </a:moveTo>
                    <a:lnTo>
                      <a:pt x="9327" y="65282"/>
                    </a:lnTo>
                    <a:cubicBezTo>
                      <a:pt x="6866" y="65282"/>
                      <a:pt x="5671" y="64016"/>
                      <a:pt x="5671" y="61404"/>
                    </a:cubicBezTo>
                    <a:lnTo>
                      <a:pt x="5671" y="5147"/>
                    </a:lnTo>
                    <a:cubicBezTo>
                      <a:pt x="5671" y="2838"/>
                      <a:pt x="6640" y="1865"/>
                      <a:pt x="9029" y="1865"/>
                    </a:cubicBezTo>
                    <a:lnTo>
                      <a:pt x="15744" y="1865"/>
                    </a:lnTo>
                    <a:lnTo>
                      <a:pt x="15744" y="0"/>
                    </a:lnTo>
                    <a:lnTo>
                      <a:pt x="0" y="0"/>
                    </a:lnTo>
                    <a:lnTo>
                      <a:pt x="0" y="67147"/>
                    </a:lnTo>
                    <a:lnTo>
                      <a:pt x="15744" y="67147"/>
                    </a:lnTo>
                    <a:lnTo>
                      <a:pt x="15744" y="6528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" name="left_vector_outline_21"/>
              <p:cNvSpPr/>
              <p:nvPr/>
            </p:nvSpPr>
            <p:spPr>
              <a:xfrm>
                <a:off x="1109671" y="565275"/>
                <a:ext cx="45735" cy="49688"/>
              </a:xfrm>
              <a:custGeom>
                <a:avLst/>
                <a:gdLst/>
                <a:ahLst/>
                <a:cxnLst/>
                <a:rect l="0" t="0" r="r" b="b"/>
                <a:pathLst>
                  <a:path w="45736" h="49689">
                    <a:moveTo>
                      <a:pt x="45736" y="43422"/>
                    </a:moveTo>
                    <a:lnTo>
                      <a:pt x="45660" y="43271"/>
                    </a:lnTo>
                    <a:cubicBezTo>
                      <a:pt x="44394" y="43271"/>
                      <a:pt x="42902" y="45807"/>
                      <a:pt x="39021" y="45807"/>
                    </a:cubicBezTo>
                    <a:cubicBezTo>
                      <a:pt x="34842" y="45807"/>
                      <a:pt x="33349" y="43120"/>
                      <a:pt x="33278" y="39092"/>
                    </a:cubicBezTo>
                    <a:cubicBezTo>
                      <a:pt x="33203" y="31933"/>
                      <a:pt x="37755" y="20368"/>
                      <a:pt x="37679" y="11712"/>
                    </a:cubicBezTo>
                    <a:cubicBezTo>
                      <a:pt x="37604" y="4997"/>
                      <a:pt x="34917" y="0"/>
                      <a:pt x="25666" y="0"/>
                    </a:cubicBezTo>
                    <a:lnTo>
                      <a:pt x="24698" y="0"/>
                    </a:lnTo>
                    <a:cubicBezTo>
                      <a:pt x="22979" y="0"/>
                      <a:pt x="18951" y="1119"/>
                      <a:pt x="17685" y="2012"/>
                    </a:cubicBezTo>
                    <a:cubicBezTo>
                      <a:pt x="17609" y="2088"/>
                      <a:pt x="18355" y="2758"/>
                      <a:pt x="18431" y="2758"/>
                    </a:cubicBezTo>
                    <a:cubicBezTo>
                      <a:pt x="18804" y="2461"/>
                      <a:pt x="20816" y="1790"/>
                      <a:pt x="22757" y="1790"/>
                    </a:cubicBezTo>
                    <a:cubicBezTo>
                      <a:pt x="28575" y="1790"/>
                      <a:pt x="29547" y="6787"/>
                      <a:pt x="29623" y="10890"/>
                    </a:cubicBezTo>
                    <a:cubicBezTo>
                      <a:pt x="29623" y="13057"/>
                      <a:pt x="29397" y="14994"/>
                      <a:pt x="29472" y="15669"/>
                    </a:cubicBezTo>
                    <a:cubicBezTo>
                      <a:pt x="29547" y="15891"/>
                      <a:pt x="29472" y="16042"/>
                      <a:pt x="29397" y="16339"/>
                    </a:cubicBezTo>
                    <a:cubicBezTo>
                      <a:pt x="27757" y="23277"/>
                      <a:pt x="2016" y="42823"/>
                      <a:pt x="0" y="48867"/>
                    </a:cubicBezTo>
                    <a:lnTo>
                      <a:pt x="8580" y="48867"/>
                    </a:lnTo>
                    <a:cubicBezTo>
                      <a:pt x="8580" y="48121"/>
                      <a:pt x="8656" y="47375"/>
                      <a:pt x="8807" y="46553"/>
                    </a:cubicBezTo>
                    <a:cubicBezTo>
                      <a:pt x="11192" y="37005"/>
                      <a:pt x="28428" y="22531"/>
                      <a:pt x="28428" y="22455"/>
                    </a:cubicBezTo>
                    <a:lnTo>
                      <a:pt x="28504" y="22455"/>
                    </a:lnTo>
                    <a:cubicBezTo>
                      <a:pt x="28202" y="24547"/>
                      <a:pt x="25293" y="32079"/>
                      <a:pt x="25368" y="38719"/>
                    </a:cubicBezTo>
                    <a:cubicBezTo>
                      <a:pt x="25444" y="44541"/>
                      <a:pt x="27531" y="49689"/>
                      <a:pt x="34842" y="49689"/>
                    </a:cubicBezTo>
                    <a:cubicBezTo>
                      <a:pt x="38945" y="49689"/>
                      <a:pt x="45585" y="44315"/>
                      <a:pt x="45736" y="4342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" name="left_vector_outline_22"/>
              <p:cNvSpPr/>
              <p:nvPr/>
            </p:nvSpPr>
            <p:spPr>
              <a:xfrm>
                <a:off x="1161525" y="590009"/>
                <a:ext cx="14787" cy="35321"/>
              </a:xfrm>
              <a:custGeom>
                <a:avLst/>
                <a:gdLst/>
                <a:ahLst/>
                <a:cxnLst/>
                <a:rect l="0" t="0" r="r" b="b"/>
                <a:pathLst>
                  <a:path w="14788" h="35322">
                    <a:moveTo>
                      <a:pt x="14788" y="35322"/>
                    </a:moveTo>
                    <a:lnTo>
                      <a:pt x="14788" y="34540"/>
                    </a:lnTo>
                    <a:cubicBezTo>
                      <a:pt x="10660" y="34484"/>
                      <a:pt x="9823" y="33965"/>
                      <a:pt x="9823" y="31456"/>
                    </a:cubicBezTo>
                    <a:lnTo>
                      <a:pt x="9823" y="107"/>
                    </a:lnTo>
                    <a:lnTo>
                      <a:pt x="9406" y="0"/>
                    </a:lnTo>
                    <a:lnTo>
                      <a:pt x="0" y="4754"/>
                    </a:lnTo>
                    <a:lnTo>
                      <a:pt x="0" y="5489"/>
                    </a:lnTo>
                    <a:cubicBezTo>
                      <a:pt x="627" y="5227"/>
                      <a:pt x="1203" y="5016"/>
                      <a:pt x="1413" y="4913"/>
                    </a:cubicBezTo>
                    <a:cubicBezTo>
                      <a:pt x="2353" y="4548"/>
                      <a:pt x="3242" y="4338"/>
                      <a:pt x="3762" y="4338"/>
                    </a:cubicBezTo>
                    <a:cubicBezTo>
                      <a:pt x="4862" y="4338"/>
                      <a:pt x="5330" y="5124"/>
                      <a:pt x="5330" y="6795"/>
                    </a:cubicBezTo>
                    <a:lnTo>
                      <a:pt x="5330" y="30464"/>
                    </a:lnTo>
                    <a:cubicBezTo>
                      <a:pt x="5330" y="32187"/>
                      <a:pt x="4913" y="33389"/>
                      <a:pt x="4076" y="33857"/>
                    </a:cubicBezTo>
                    <a:cubicBezTo>
                      <a:pt x="3294" y="34330"/>
                      <a:pt x="2560" y="34484"/>
                      <a:pt x="365" y="34540"/>
                    </a:cubicBezTo>
                    <a:lnTo>
                      <a:pt x="365" y="35322"/>
                    </a:lnTo>
                    <a:lnTo>
                      <a:pt x="14788" y="3532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" name="left_vector_outline_23"/>
              <p:cNvSpPr/>
              <p:nvPr/>
            </p:nvSpPr>
            <p:spPr>
              <a:xfrm>
                <a:off x="1194448" y="606534"/>
                <a:ext cx="12759" cy="18426"/>
              </a:xfrm>
              <a:custGeom>
                <a:avLst/>
                <a:gdLst/>
                <a:ahLst/>
                <a:cxnLst/>
                <a:rect l="0" t="0" r="r" b="b"/>
                <a:pathLst>
                  <a:path w="12759" h="18427">
                    <a:moveTo>
                      <a:pt x="12759" y="7160"/>
                    </a:moveTo>
                    <a:cubicBezTo>
                      <a:pt x="12759" y="968"/>
                      <a:pt x="7537" y="0"/>
                      <a:pt x="5374" y="0"/>
                    </a:cubicBezTo>
                    <a:cubicBezTo>
                      <a:pt x="3060" y="0"/>
                      <a:pt x="0" y="1417"/>
                      <a:pt x="0" y="4624"/>
                    </a:cubicBezTo>
                    <a:cubicBezTo>
                      <a:pt x="0" y="7608"/>
                      <a:pt x="3135" y="8354"/>
                      <a:pt x="5445" y="8354"/>
                    </a:cubicBezTo>
                    <a:cubicBezTo>
                      <a:pt x="6044" y="8354"/>
                      <a:pt x="6493" y="8279"/>
                      <a:pt x="6715" y="8203"/>
                    </a:cubicBezTo>
                    <a:cubicBezTo>
                      <a:pt x="7013" y="8132"/>
                      <a:pt x="7461" y="8057"/>
                      <a:pt x="7612" y="8057"/>
                    </a:cubicBezTo>
                    <a:cubicBezTo>
                      <a:pt x="8207" y="8057"/>
                      <a:pt x="8803" y="8430"/>
                      <a:pt x="8803" y="9100"/>
                    </a:cubicBezTo>
                    <a:cubicBezTo>
                      <a:pt x="8803" y="10517"/>
                      <a:pt x="7386" y="13652"/>
                      <a:pt x="1568" y="16784"/>
                    </a:cubicBezTo>
                    <a:lnTo>
                      <a:pt x="2314" y="18427"/>
                    </a:lnTo>
                    <a:cubicBezTo>
                      <a:pt x="5147" y="17681"/>
                      <a:pt x="12759" y="12458"/>
                      <a:pt x="12759" y="716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" name="left_vector_outline_24"/>
              <p:cNvSpPr/>
              <p:nvPr/>
            </p:nvSpPr>
            <p:spPr>
              <a:xfrm>
                <a:off x="1234410" y="606681"/>
                <a:ext cx="11267" cy="8282"/>
              </a:xfrm>
              <a:custGeom>
                <a:avLst/>
                <a:gdLst/>
                <a:ahLst/>
                <a:cxnLst/>
                <a:rect l="0" t="0" r="r" b="b"/>
                <a:pathLst>
                  <a:path w="11267" h="8283">
                    <a:moveTo>
                      <a:pt x="11267" y="4254"/>
                    </a:moveTo>
                    <a:cubicBezTo>
                      <a:pt x="11267" y="1941"/>
                      <a:pt x="8656" y="0"/>
                      <a:pt x="5596" y="0"/>
                    </a:cubicBezTo>
                    <a:cubicBezTo>
                      <a:pt x="2536" y="0"/>
                      <a:pt x="0" y="1865"/>
                      <a:pt x="0" y="4254"/>
                    </a:cubicBezTo>
                    <a:cubicBezTo>
                      <a:pt x="0" y="7088"/>
                      <a:pt x="3433" y="8283"/>
                      <a:pt x="5596" y="8283"/>
                    </a:cubicBezTo>
                    <a:cubicBezTo>
                      <a:pt x="7759" y="8283"/>
                      <a:pt x="11267" y="7013"/>
                      <a:pt x="11267" y="425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" name="left_vector_outline_25"/>
              <p:cNvSpPr/>
              <p:nvPr/>
            </p:nvSpPr>
            <p:spPr>
              <a:xfrm>
                <a:off x="1272278" y="606681"/>
                <a:ext cx="11267" cy="8282"/>
              </a:xfrm>
              <a:custGeom>
                <a:avLst/>
                <a:gdLst/>
                <a:ahLst/>
                <a:cxnLst/>
                <a:rect l="0" t="0" r="r" b="b"/>
                <a:pathLst>
                  <a:path w="11267" h="8283">
                    <a:moveTo>
                      <a:pt x="11267" y="4254"/>
                    </a:moveTo>
                    <a:cubicBezTo>
                      <a:pt x="11267" y="1941"/>
                      <a:pt x="8656" y="0"/>
                      <a:pt x="5596" y="0"/>
                    </a:cubicBezTo>
                    <a:cubicBezTo>
                      <a:pt x="2536" y="0"/>
                      <a:pt x="0" y="1865"/>
                      <a:pt x="0" y="4254"/>
                    </a:cubicBezTo>
                    <a:cubicBezTo>
                      <a:pt x="0" y="7088"/>
                      <a:pt x="3433" y="8283"/>
                      <a:pt x="5596" y="8283"/>
                    </a:cubicBezTo>
                    <a:cubicBezTo>
                      <a:pt x="7759" y="8283"/>
                      <a:pt x="11267" y="7013"/>
                      <a:pt x="11267" y="425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" name="left_vector_outline_26"/>
              <p:cNvSpPr/>
              <p:nvPr/>
            </p:nvSpPr>
            <p:spPr>
              <a:xfrm>
                <a:off x="1310222" y="606681"/>
                <a:ext cx="11266" cy="8282"/>
              </a:xfrm>
              <a:custGeom>
                <a:avLst/>
                <a:gdLst/>
                <a:ahLst/>
                <a:cxnLst/>
                <a:rect l="0" t="0" r="r" b="b"/>
                <a:pathLst>
                  <a:path w="11267" h="8283">
                    <a:moveTo>
                      <a:pt x="11267" y="4254"/>
                    </a:moveTo>
                    <a:cubicBezTo>
                      <a:pt x="11267" y="1941"/>
                      <a:pt x="8656" y="0"/>
                      <a:pt x="5596" y="0"/>
                    </a:cubicBezTo>
                    <a:cubicBezTo>
                      <a:pt x="2536" y="0"/>
                      <a:pt x="0" y="1865"/>
                      <a:pt x="0" y="4254"/>
                    </a:cubicBezTo>
                    <a:cubicBezTo>
                      <a:pt x="0" y="7088"/>
                      <a:pt x="3433" y="8283"/>
                      <a:pt x="5596" y="8283"/>
                    </a:cubicBezTo>
                    <a:cubicBezTo>
                      <a:pt x="7759" y="8283"/>
                      <a:pt x="11267" y="7013"/>
                      <a:pt x="11267" y="425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" name="left_vector_outline_27"/>
              <p:cNvSpPr/>
              <p:nvPr/>
            </p:nvSpPr>
            <p:spPr>
              <a:xfrm>
                <a:off x="1347269" y="606534"/>
                <a:ext cx="12758" cy="18426"/>
              </a:xfrm>
              <a:custGeom>
                <a:avLst/>
                <a:gdLst/>
                <a:ahLst/>
                <a:cxnLst/>
                <a:rect l="0" t="0" r="r" b="b"/>
                <a:pathLst>
                  <a:path w="12758" h="18427">
                    <a:moveTo>
                      <a:pt x="12758" y="7160"/>
                    </a:moveTo>
                    <a:cubicBezTo>
                      <a:pt x="12758" y="968"/>
                      <a:pt x="7536" y="0"/>
                      <a:pt x="5373" y="0"/>
                    </a:cubicBezTo>
                    <a:cubicBezTo>
                      <a:pt x="3059" y="0"/>
                      <a:pt x="0" y="1417"/>
                      <a:pt x="0" y="4624"/>
                    </a:cubicBezTo>
                    <a:cubicBezTo>
                      <a:pt x="0" y="7608"/>
                      <a:pt x="3134" y="8354"/>
                      <a:pt x="5444" y="8354"/>
                    </a:cubicBezTo>
                    <a:cubicBezTo>
                      <a:pt x="6044" y="8354"/>
                      <a:pt x="6492" y="8279"/>
                      <a:pt x="6714" y="8203"/>
                    </a:cubicBezTo>
                    <a:cubicBezTo>
                      <a:pt x="7012" y="8132"/>
                      <a:pt x="7461" y="8057"/>
                      <a:pt x="7611" y="8057"/>
                    </a:cubicBezTo>
                    <a:cubicBezTo>
                      <a:pt x="8207" y="8057"/>
                      <a:pt x="8802" y="8430"/>
                      <a:pt x="8802" y="9100"/>
                    </a:cubicBezTo>
                    <a:cubicBezTo>
                      <a:pt x="8802" y="10517"/>
                      <a:pt x="7385" y="13652"/>
                      <a:pt x="1567" y="16784"/>
                    </a:cubicBezTo>
                    <a:lnTo>
                      <a:pt x="2313" y="18427"/>
                    </a:lnTo>
                    <a:cubicBezTo>
                      <a:pt x="5147" y="17681"/>
                      <a:pt x="12758" y="12458"/>
                      <a:pt x="12758" y="716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" name="left_vector_outline_28"/>
              <p:cNvSpPr/>
              <p:nvPr/>
            </p:nvSpPr>
            <p:spPr>
              <a:xfrm>
                <a:off x="1381333" y="565275"/>
                <a:ext cx="45736" cy="49688"/>
              </a:xfrm>
              <a:custGeom>
                <a:avLst/>
                <a:gdLst/>
                <a:ahLst/>
                <a:cxnLst/>
                <a:rect l="0" t="0" r="r" b="b"/>
                <a:pathLst>
                  <a:path w="45737" h="49689">
                    <a:moveTo>
                      <a:pt x="45737" y="43422"/>
                    </a:moveTo>
                    <a:lnTo>
                      <a:pt x="45660" y="43271"/>
                    </a:lnTo>
                    <a:cubicBezTo>
                      <a:pt x="44394" y="43271"/>
                      <a:pt x="42902" y="45807"/>
                      <a:pt x="39021" y="45807"/>
                    </a:cubicBezTo>
                    <a:cubicBezTo>
                      <a:pt x="34842" y="45807"/>
                      <a:pt x="33350" y="43120"/>
                      <a:pt x="33278" y="39092"/>
                    </a:cubicBezTo>
                    <a:cubicBezTo>
                      <a:pt x="33203" y="31933"/>
                      <a:pt x="37755" y="20368"/>
                      <a:pt x="37680" y="11712"/>
                    </a:cubicBezTo>
                    <a:cubicBezTo>
                      <a:pt x="37605" y="4997"/>
                      <a:pt x="34917" y="0"/>
                      <a:pt x="25667" y="0"/>
                    </a:cubicBezTo>
                    <a:lnTo>
                      <a:pt x="24698" y="0"/>
                    </a:lnTo>
                    <a:cubicBezTo>
                      <a:pt x="22979" y="0"/>
                      <a:pt x="18951" y="1119"/>
                      <a:pt x="17685" y="2012"/>
                    </a:cubicBezTo>
                    <a:cubicBezTo>
                      <a:pt x="17610" y="2088"/>
                      <a:pt x="18355" y="2758"/>
                      <a:pt x="18432" y="2758"/>
                    </a:cubicBezTo>
                    <a:cubicBezTo>
                      <a:pt x="18804" y="2461"/>
                      <a:pt x="20817" y="1790"/>
                      <a:pt x="22757" y="1790"/>
                    </a:cubicBezTo>
                    <a:cubicBezTo>
                      <a:pt x="28575" y="1790"/>
                      <a:pt x="29548" y="6787"/>
                      <a:pt x="29623" y="10890"/>
                    </a:cubicBezTo>
                    <a:cubicBezTo>
                      <a:pt x="29623" y="13057"/>
                      <a:pt x="29397" y="14994"/>
                      <a:pt x="29472" y="15669"/>
                    </a:cubicBezTo>
                    <a:cubicBezTo>
                      <a:pt x="29548" y="15891"/>
                      <a:pt x="29472" y="16042"/>
                      <a:pt x="29397" y="16339"/>
                    </a:cubicBezTo>
                    <a:cubicBezTo>
                      <a:pt x="27757" y="23277"/>
                      <a:pt x="2017" y="42823"/>
                      <a:pt x="0" y="48867"/>
                    </a:cubicBezTo>
                    <a:lnTo>
                      <a:pt x="8580" y="48867"/>
                    </a:lnTo>
                    <a:cubicBezTo>
                      <a:pt x="8580" y="48121"/>
                      <a:pt x="8656" y="47375"/>
                      <a:pt x="8807" y="46553"/>
                    </a:cubicBezTo>
                    <a:cubicBezTo>
                      <a:pt x="11193" y="37005"/>
                      <a:pt x="28429" y="22531"/>
                      <a:pt x="28429" y="22455"/>
                    </a:cubicBezTo>
                    <a:lnTo>
                      <a:pt x="28504" y="22455"/>
                    </a:lnTo>
                    <a:cubicBezTo>
                      <a:pt x="28202" y="24547"/>
                      <a:pt x="25293" y="32079"/>
                      <a:pt x="25368" y="38719"/>
                    </a:cubicBezTo>
                    <a:cubicBezTo>
                      <a:pt x="25444" y="44541"/>
                      <a:pt x="27531" y="49689"/>
                      <a:pt x="34842" y="49689"/>
                    </a:cubicBezTo>
                    <a:cubicBezTo>
                      <a:pt x="38946" y="49689"/>
                      <a:pt x="45585" y="44315"/>
                      <a:pt x="45737" y="4342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" name="left_vector_outline_29"/>
              <p:cNvSpPr/>
              <p:nvPr/>
            </p:nvSpPr>
            <p:spPr>
              <a:xfrm>
                <a:off x="1429845" y="591212"/>
                <a:ext cx="48692" cy="34901"/>
              </a:xfrm>
              <a:custGeom>
                <a:avLst/>
                <a:gdLst/>
                <a:ahLst/>
                <a:cxnLst/>
                <a:rect l="0" t="0" r="r" b="b"/>
                <a:pathLst>
                  <a:path w="48693" h="34901">
                    <a:moveTo>
                      <a:pt x="48693" y="837"/>
                    </a:moveTo>
                    <a:lnTo>
                      <a:pt x="48641" y="0"/>
                    </a:lnTo>
                    <a:lnTo>
                      <a:pt x="35528" y="0"/>
                    </a:lnTo>
                    <a:lnTo>
                      <a:pt x="35580" y="837"/>
                    </a:lnTo>
                    <a:cubicBezTo>
                      <a:pt x="39553" y="1099"/>
                      <a:pt x="40334" y="1619"/>
                      <a:pt x="40438" y="3500"/>
                    </a:cubicBezTo>
                    <a:cubicBezTo>
                      <a:pt x="40438" y="3608"/>
                      <a:pt x="40438" y="3711"/>
                      <a:pt x="40438" y="3814"/>
                    </a:cubicBezTo>
                    <a:cubicBezTo>
                      <a:pt x="40438" y="4338"/>
                      <a:pt x="40334" y="4913"/>
                      <a:pt x="40021" y="5802"/>
                    </a:cubicBezTo>
                    <a:lnTo>
                      <a:pt x="39918" y="6219"/>
                    </a:lnTo>
                    <a:lnTo>
                      <a:pt x="33544" y="26075"/>
                    </a:lnTo>
                    <a:lnTo>
                      <a:pt x="17713" y="0"/>
                    </a:lnTo>
                    <a:lnTo>
                      <a:pt x="6322" y="0"/>
                    </a:lnTo>
                    <a:lnTo>
                      <a:pt x="6374" y="837"/>
                    </a:lnTo>
                    <a:cubicBezTo>
                      <a:pt x="9664" y="1048"/>
                      <a:pt x="11232" y="1726"/>
                      <a:pt x="12486" y="3762"/>
                    </a:cubicBezTo>
                    <a:lnTo>
                      <a:pt x="6529" y="25551"/>
                    </a:lnTo>
                    <a:cubicBezTo>
                      <a:pt x="4334" y="32238"/>
                      <a:pt x="3866" y="32865"/>
                      <a:pt x="0" y="33282"/>
                    </a:cubicBezTo>
                    <a:lnTo>
                      <a:pt x="52" y="34119"/>
                    </a:lnTo>
                    <a:lnTo>
                      <a:pt x="13740" y="34119"/>
                    </a:lnTo>
                    <a:lnTo>
                      <a:pt x="13688" y="33282"/>
                    </a:lnTo>
                    <a:cubicBezTo>
                      <a:pt x="10029" y="33076"/>
                      <a:pt x="8723" y="32500"/>
                      <a:pt x="8723" y="30829"/>
                    </a:cubicBezTo>
                    <a:cubicBezTo>
                      <a:pt x="8723" y="30202"/>
                      <a:pt x="8934" y="29206"/>
                      <a:pt x="9140" y="28214"/>
                    </a:cubicBezTo>
                    <a:lnTo>
                      <a:pt x="15256" y="6167"/>
                    </a:lnTo>
                    <a:lnTo>
                      <a:pt x="32968" y="34901"/>
                    </a:lnTo>
                    <a:lnTo>
                      <a:pt x="34064" y="34901"/>
                    </a:lnTo>
                    <a:lnTo>
                      <a:pt x="42216" y="8620"/>
                    </a:lnTo>
                    <a:cubicBezTo>
                      <a:pt x="44307" y="1881"/>
                      <a:pt x="44462" y="1568"/>
                      <a:pt x="48693" y="837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" name="left_vector_outline_30"/>
              <p:cNvSpPr/>
              <p:nvPr/>
            </p:nvSpPr>
            <p:spPr>
              <a:xfrm>
                <a:off x="1495321" y="561393"/>
                <a:ext cx="15744" cy="67147"/>
              </a:xfrm>
              <a:custGeom>
                <a:avLst/>
                <a:gdLst/>
                <a:ahLst/>
                <a:cxnLst/>
                <a:rect l="0" t="0" r="r" b="b"/>
                <a:pathLst>
                  <a:path w="15744" h="67147">
                    <a:moveTo>
                      <a:pt x="0" y="65282"/>
                    </a:moveTo>
                    <a:lnTo>
                      <a:pt x="0" y="67147"/>
                    </a:lnTo>
                    <a:lnTo>
                      <a:pt x="15744" y="67147"/>
                    </a:lnTo>
                    <a:lnTo>
                      <a:pt x="15744" y="0"/>
                    </a:lnTo>
                    <a:lnTo>
                      <a:pt x="0" y="0"/>
                    </a:lnTo>
                    <a:lnTo>
                      <a:pt x="0" y="1865"/>
                    </a:lnTo>
                    <a:lnTo>
                      <a:pt x="6417" y="1865"/>
                    </a:lnTo>
                    <a:cubicBezTo>
                      <a:pt x="8878" y="1865"/>
                      <a:pt x="10073" y="3135"/>
                      <a:pt x="10073" y="5747"/>
                    </a:cubicBezTo>
                    <a:lnTo>
                      <a:pt x="10073" y="62000"/>
                    </a:lnTo>
                    <a:cubicBezTo>
                      <a:pt x="10073" y="64314"/>
                      <a:pt x="9029" y="65282"/>
                      <a:pt x="6715" y="65282"/>
                    </a:cubicBezTo>
                    <a:lnTo>
                      <a:pt x="0" y="6528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" name="left_vector_outline_31"/>
              <p:cNvSpPr/>
              <p:nvPr/>
            </p:nvSpPr>
            <p:spPr>
              <a:xfrm>
                <a:off x="1525360" y="558315"/>
                <a:ext cx="30722" cy="28737"/>
              </a:xfrm>
              <a:custGeom>
                <a:avLst/>
                <a:gdLst/>
                <a:ahLst/>
                <a:cxnLst/>
                <a:rect l="0" t="0" r="r" b="b"/>
                <a:pathLst>
                  <a:path w="30722" h="28738">
                    <a:moveTo>
                      <a:pt x="30722" y="2925"/>
                    </a:moveTo>
                    <a:lnTo>
                      <a:pt x="30722" y="0"/>
                    </a:lnTo>
                    <a:lnTo>
                      <a:pt x="0" y="0"/>
                    </a:lnTo>
                    <a:lnTo>
                      <a:pt x="0" y="2925"/>
                    </a:lnTo>
                    <a:lnTo>
                      <a:pt x="13899" y="2925"/>
                    </a:lnTo>
                    <a:lnTo>
                      <a:pt x="13899" y="28738"/>
                    </a:lnTo>
                    <a:lnTo>
                      <a:pt x="16823" y="28738"/>
                    </a:lnTo>
                    <a:lnTo>
                      <a:pt x="16823" y="2925"/>
                    </a:lnTo>
                    <a:lnTo>
                      <a:pt x="30722" y="2925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61" name="left_J"/>
            <p:cNvGrpSpPr/>
            <p:nvPr/>
          </p:nvGrpSpPr>
          <p:grpSpPr>
            <a:xfrm>
              <a:off x="53502" y="711536"/>
              <a:ext cx="66963" cy="60498"/>
              <a:chOff x="69812" y="724233"/>
              <a:chExt cx="74441" cy="60498"/>
            </a:xfrm>
          </p:grpSpPr>
          <p:sp>
            <p:nvSpPr>
              <p:cNvPr id="62" name="left_J_outline_0"/>
              <p:cNvSpPr/>
              <p:nvPr/>
            </p:nvSpPr>
            <p:spPr>
              <a:xfrm>
                <a:off x="69812" y="724233"/>
                <a:ext cx="46033" cy="50061"/>
              </a:xfrm>
              <a:custGeom>
                <a:avLst/>
                <a:gdLst/>
                <a:ahLst/>
                <a:cxnLst/>
                <a:rect l="0" t="0" r="r" b="b"/>
                <a:pathLst>
                  <a:path w="46033" h="50062">
                    <a:moveTo>
                      <a:pt x="46033" y="1195"/>
                    </a:moveTo>
                    <a:lnTo>
                      <a:pt x="45958" y="0"/>
                    </a:lnTo>
                    <a:lnTo>
                      <a:pt x="20967" y="0"/>
                    </a:lnTo>
                    <a:lnTo>
                      <a:pt x="21038" y="1195"/>
                    </a:lnTo>
                    <a:cubicBezTo>
                      <a:pt x="27234" y="1643"/>
                      <a:pt x="28650" y="2238"/>
                      <a:pt x="28801" y="4254"/>
                    </a:cubicBezTo>
                    <a:cubicBezTo>
                      <a:pt x="28801" y="4477"/>
                      <a:pt x="28873" y="4627"/>
                      <a:pt x="28873" y="4850"/>
                    </a:cubicBezTo>
                    <a:cubicBezTo>
                      <a:pt x="28873" y="5894"/>
                      <a:pt x="28650" y="7239"/>
                      <a:pt x="28055" y="9029"/>
                    </a:cubicBezTo>
                    <a:lnTo>
                      <a:pt x="17161" y="43720"/>
                    </a:lnTo>
                    <a:cubicBezTo>
                      <a:pt x="16415" y="46633"/>
                      <a:pt x="15145" y="47752"/>
                      <a:pt x="12906" y="47752"/>
                    </a:cubicBezTo>
                    <a:cubicBezTo>
                      <a:pt x="10668" y="47752"/>
                      <a:pt x="9477" y="46855"/>
                      <a:pt x="9327" y="44767"/>
                    </a:cubicBezTo>
                    <a:cubicBezTo>
                      <a:pt x="9327" y="44394"/>
                      <a:pt x="9624" y="44021"/>
                      <a:pt x="9624" y="43648"/>
                    </a:cubicBezTo>
                    <a:lnTo>
                      <a:pt x="9624" y="42974"/>
                    </a:lnTo>
                    <a:cubicBezTo>
                      <a:pt x="9477" y="41112"/>
                      <a:pt x="6866" y="39469"/>
                      <a:pt x="4104" y="39469"/>
                    </a:cubicBezTo>
                    <a:cubicBezTo>
                      <a:pt x="1492" y="39469"/>
                      <a:pt x="0" y="40961"/>
                      <a:pt x="0" y="43124"/>
                    </a:cubicBezTo>
                    <a:cubicBezTo>
                      <a:pt x="0" y="47450"/>
                      <a:pt x="4850" y="50062"/>
                      <a:pt x="11716" y="50062"/>
                    </a:cubicBezTo>
                    <a:cubicBezTo>
                      <a:pt x="16637" y="50062"/>
                      <a:pt x="20967" y="48570"/>
                      <a:pt x="23801" y="45811"/>
                    </a:cubicBezTo>
                    <a:cubicBezTo>
                      <a:pt x="26261" y="43422"/>
                      <a:pt x="28055" y="40064"/>
                      <a:pt x="29694" y="34397"/>
                    </a:cubicBezTo>
                    <a:lnTo>
                      <a:pt x="38350" y="6715"/>
                    </a:lnTo>
                    <a:cubicBezTo>
                      <a:pt x="39616" y="2238"/>
                      <a:pt x="40513" y="1794"/>
                      <a:pt x="46033" y="119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" name="left_J_outline_1"/>
              <p:cNvSpPr/>
              <p:nvPr/>
            </p:nvSpPr>
            <p:spPr>
              <a:xfrm>
                <a:off x="115464" y="761113"/>
                <a:ext cx="28789" cy="23618"/>
              </a:xfrm>
              <a:custGeom>
                <a:avLst/>
                <a:gdLst/>
                <a:ahLst/>
                <a:cxnLst/>
                <a:rect l="0" t="0" r="r" b="b"/>
                <a:pathLst>
                  <a:path w="28789" h="23618">
                    <a:moveTo>
                      <a:pt x="28789" y="0"/>
                    </a:moveTo>
                    <a:lnTo>
                      <a:pt x="10136" y="0"/>
                    </a:lnTo>
                    <a:cubicBezTo>
                      <a:pt x="4493" y="0"/>
                      <a:pt x="627" y="5747"/>
                      <a:pt x="0" y="6739"/>
                    </a:cubicBezTo>
                    <a:lnTo>
                      <a:pt x="1044" y="6739"/>
                    </a:lnTo>
                    <a:cubicBezTo>
                      <a:pt x="1357" y="6374"/>
                      <a:pt x="3917" y="3814"/>
                      <a:pt x="7156" y="3814"/>
                    </a:cubicBezTo>
                    <a:lnTo>
                      <a:pt x="14160" y="3814"/>
                    </a:lnTo>
                    <a:lnTo>
                      <a:pt x="9612" y="15101"/>
                    </a:lnTo>
                    <a:cubicBezTo>
                      <a:pt x="8934" y="16824"/>
                      <a:pt x="8465" y="18340"/>
                      <a:pt x="8465" y="19439"/>
                    </a:cubicBezTo>
                    <a:cubicBezTo>
                      <a:pt x="8517" y="21685"/>
                      <a:pt x="10033" y="23618"/>
                      <a:pt x="13271" y="23618"/>
                    </a:cubicBezTo>
                    <a:cubicBezTo>
                      <a:pt x="14839" y="23618"/>
                      <a:pt x="16824" y="23304"/>
                      <a:pt x="16824" y="21372"/>
                    </a:cubicBezTo>
                    <a:cubicBezTo>
                      <a:pt x="16772" y="18443"/>
                      <a:pt x="13688" y="18705"/>
                      <a:pt x="13637" y="16196"/>
                    </a:cubicBezTo>
                    <a:cubicBezTo>
                      <a:pt x="13637" y="15677"/>
                      <a:pt x="13847" y="15101"/>
                      <a:pt x="14105" y="14315"/>
                    </a:cubicBezTo>
                    <a:lnTo>
                      <a:pt x="17975" y="3814"/>
                    </a:lnTo>
                    <a:lnTo>
                      <a:pt x="27535" y="3814"/>
                    </a:lnTo>
                    <a:lnTo>
                      <a:pt x="28789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64" name="left_b"/>
            <p:cNvGrpSpPr/>
            <p:nvPr/>
          </p:nvGrpSpPr>
          <p:grpSpPr>
            <a:xfrm>
              <a:off x="50827" y="921191"/>
              <a:ext cx="73697" cy="67234"/>
              <a:chOff x="67076" y="933197"/>
              <a:chExt cx="77758" cy="67234"/>
            </a:xfrm>
          </p:grpSpPr>
          <p:sp>
            <p:nvSpPr>
              <p:cNvPr id="65" name="left_b_outline_0"/>
              <p:cNvSpPr/>
              <p:nvPr/>
            </p:nvSpPr>
            <p:spPr>
              <a:xfrm>
                <a:off x="67076" y="933197"/>
                <a:ext cx="40790" cy="55499"/>
              </a:xfrm>
              <a:custGeom>
                <a:avLst/>
                <a:gdLst/>
                <a:ahLst/>
                <a:cxnLst/>
                <a:rect l="0" t="0" r="r" b="b"/>
                <a:pathLst>
                  <a:path w="40791" h="55499">
                    <a:moveTo>
                      <a:pt x="40783" y="28948"/>
                    </a:moveTo>
                    <a:cubicBezTo>
                      <a:pt x="40620" y="23352"/>
                      <a:pt x="35901" y="19352"/>
                      <a:pt x="29746" y="19352"/>
                    </a:cubicBezTo>
                    <a:cubicBezTo>
                      <a:pt x="23348" y="19352"/>
                      <a:pt x="18550" y="22634"/>
                      <a:pt x="12394" y="31429"/>
                    </a:cubicBezTo>
                    <a:lnTo>
                      <a:pt x="21030" y="401"/>
                    </a:lnTo>
                    <a:lnTo>
                      <a:pt x="20391" y="0"/>
                    </a:lnTo>
                    <a:cubicBezTo>
                      <a:pt x="15752" y="722"/>
                      <a:pt x="12553" y="1203"/>
                      <a:pt x="6398" y="1842"/>
                    </a:cubicBezTo>
                    <a:lnTo>
                      <a:pt x="6477" y="3199"/>
                    </a:lnTo>
                    <a:cubicBezTo>
                      <a:pt x="11835" y="3362"/>
                      <a:pt x="12394" y="3600"/>
                      <a:pt x="12474" y="5358"/>
                    </a:cubicBezTo>
                    <a:cubicBezTo>
                      <a:pt x="12474" y="6080"/>
                      <a:pt x="12232" y="6957"/>
                      <a:pt x="11672" y="8799"/>
                    </a:cubicBezTo>
                    <a:lnTo>
                      <a:pt x="11275" y="10319"/>
                    </a:lnTo>
                    <a:lnTo>
                      <a:pt x="11112" y="10878"/>
                    </a:lnTo>
                    <a:lnTo>
                      <a:pt x="0" y="50939"/>
                    </a:lnTo>
                    <a:lnTo>
                      <a:pt x="79" y="51260"/>
                    </a:lnTo>
                    <a:cubicBezTo>
                      <a:pt x="79" y="53098"/>
                      <a:pt x="7195" y="55499"/>
                      <a:pt x="12394" y="55499"/>
                    </a:cubicBezTo>
                    <a:cubicBezTo>
                      <a:pt x="26309" y="55499"/>
                      <a:pt x="41180" y="41585"/>
                      <a:pt x="40783" y="28948"/>
                    </a:cubicBezTo>
                    <a:close/>
                    <a:moveTo>
                      <a:pt x="32945" y="30151"/>
                    </a:moveTo>
                    <a:cubicBezTo>
                      <a:pt x="33103" y="35425"/>
                      <a:pt x="28627" y="43982"/>
                      <a:pt x="23428" y="48939"/>
                    </a:cubicBezTo>
                    <a:cubicBezTo>
                      <a:pt x="20070" y="51979"/>
                      <a:pt x="16232" y="53658"/>
                      <a:pt x="12315" y="53658"/>
                    </a:cubicBezTo>
                    <a:cubicBezTo>
                      <a:pt x="9513" y="53658"/>
                      <a:pt x="8076" y="52780"/>
                      <a:pt x="7997" y="50939"/>
                    </a:cubicBezTo>
                    <a:cubicBezTo>
                      <a:pt x="7834" y="46141"/>
                      <a:pt x="10315" y="38465"/>
                      <a:pt x="13994" y="32468"/>
                    </a:cubicBezTo>
                    <a:cubicBezTo>
                      <a:pt x="17752" y="26309"/>
                      <a:pt x="21828" y="23273"/>
                      <a:pt x="26225" y="23273"/>
                    </a:cubicBezTo>
                    <a:cubicBezTo>
                      <a:pt x="30226" y="23273"/>
                      <a:pt x="32786" y="25912"/>
                      <a:pt x="32945" y="30151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" name="left_b_outline_1"/>
              <p:cNvSpPr/>
              <p:nvPr/>
            </p:nvSpPr>
            <p:spPr>
              <a:xfrm>
                <a:off x="114573" y="961613"/>
                <a:ext cx="30261" cy="38818"/>
              </a:xfrm>
              <a:custGeom>
                <a:avLst/>
                <a:gdLst/>
                <a:ahLst/>
                <a:cxnLst/>
                <a:rect l="0" t="0" r="r" b="b"/>
                <a:pathLst>
                  <a:path w="30262" h="38818">
                    <a:moveTo>
                      <a:pt x="29198" y="32722"/>
                    </a:moveTo>
                    <a:lnTo>
                      <a:pt x="28079" y="32107"/>
                    </a:lnTo>
                    <a:cubicBezTo>
                      <a:pt x="27857" y="32611"/>
                      <a:pt x="27353" y="33111"/>
                      <a:pt x="27071" y="33560"/>
                    </a:cubicBezTo>
                    <a:cubicBezTo>
                      <a:pt x="25952" y="35294"/>
                      <a:pt x="25114" y="35909"/>
                      <a:pt x="24051" y="35909"/>
                    </a:cubicBezTo>
                    <a:cubicBezTo>
                      <a:pt x="22598" y="35909"/>
                      <a:pt x="20919" y="34119"/>
                      <a:pt x="17732" y="28694"/>
                    </a:cubicBezTo>
                    <a:lnTo>
                      <a:pt x="14823" y="23773"/>
                    </a:lnTo>
                    <a:cubicBezTo>
                      <a:pt x="24777" y="16443"/>
                      <a:pt x="26904" y="15323"/>
                      <a:pt x="30262" y="15157"/>
                    </a:cubicBezTo>
                    <a:lnTo>
                      <a:pt x="30206" y="14264"/>
                    </a:lnTo>
                    <a:lnTo>
                      <a:pt x="17732" y="14264"/>
                    </a:lnTo>
                    <a:lnTo>
                      <a:pt x="17788" y="15157"/>
                    </a:lnTo>
                    <a:lnTo>
                      <a:pt x="19074" y="15157"/>
                    </a:lnTo>
                    <a:cubicBezTo>
                      <a:pt x="20919" y="15157"/>
                      <a:pt x="21872" y="15550"/>
                      <a:pt x="21872" y="16220"/>
                    </a:cubicBezTo>
                    <a:cubicBezTo>
                      <a:pt x="21872" y="17339"/>
                      <a:pt x="18570" y="20022"/>
                      <a:pt x="11970" y="23995"/>
                    </a:cubicBezTo>
                    <a:lnTo>
                      <a:pt x="9005" y="25841"/>
                    </a:lnTo>
                    <a:lnTo>
                      <a:pt x="15883" y="278"/>
                    </a:lnTo>
                    <a:lnTo>
                      <a:pt x="15046" y="0"/>
                    </a:lnTo>
                    <a:cubicBezTo>
                      <a:pt x="10851" y="726"/>
                      <a:pt x="8223" y="1119"/>
                      <a:pt x="3969" y="1508"/>
                    </a:cubicBezTo>
                    <a:lnTo>
                      <a:pt x="4024" y="2405"/>
                    </a:lnTo>
                    <a:lnTo>
                      <a:pt x="5314" y="2405"/>
                    </a:lnTo>
                    <a:cubicBezTo>
                      <a:pt x="7886" y="2405"/>
                      <a:pt x="9116" y="2794"/>
                      <a:pt x="9283" y="3802"/>
                    </a:cubicBezTo>
                    <a:cubicBezTo>
                      <a:pt x="9227" y="4755"/>
                      <a:pt x="8779" y="6207"/>
                      <a:pt x="7941" y="8838"/>
                    </a:cubicBezTo>
                    <a:lnTo>
                      <a:pt x="7437" y="10684"/>
                    </a:lnTo>
                    <a:lnTo>
                      <a:pt x="7271" y="11184"/>
                    </a:lnTo>
                    <a:lnTo>
                      <a:pt x="0" y="38203"/>
                    </a:lnTo>
                    <a:lnTo>
                      <a:pt x="5703" y="38203"/>
                    </a:lnTo>
                    <a:lnTo>
                      <a:pt x="8390" y="28134"/>
                    </a:lnTo>
                    <a:lnTo>
                      <a:pt x="11299" y="26345"/>
                    </a:lnTo>
                    <a:cubicBezTo>
                      <a:pt x="12585" y="28805"/>
                      <a:pt x="14768" y="32274"/>
                      <a:pt x="16109" y="34230"/>
                    </a:cubicBezTo>
                    <a:cubicBezTo>
                      <a:pt x="18625" y="37755"/>
                      <a:pt x="19800" y="38818"/>
                      <a:pt x="21872" y="38818"/>
                    </a:cubicBezTo>
                    <a:cubicBezTo>
                      <a:pt x="24610" y="38818"/>
                      <a:pt x="26345" y="37421"/>
                      <a:pt x="29198" y="32722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67" name="left_annotation"/>
            <p:cNvGrpSpPr/>
            <p:nvPr/>
          </p:nvGrpSpPr>
          <p:grpSpPr>
            <a:xfrm>
              <a:off x="112354" y="1457932"/>
              <a:ext cx="1142781" cy="59947"/>
              <a:chOff x="127067" y="1470960"/>
              <a:chExt cx="1199589" cy="60015"/>
            </a:xfrm>
          </p:grpSpPr>
          <p:sp>
            <p:nvSpPr>
              <p:cNvPr id="68" name="left_annotation_outline_0"/>
              <p:cNvSpPr/>
              <p:nvPr/>
            </p:nvSpPr>
            <p:spPr>
              <a:xfrm>
                <a:off x="127067" y="1470960"/>
                <a:ext cx="66889" cy="45493"/>
              </a:xfrm>
              <a:custGeom>
                <a:avLst/>
                <a:gdLst/>
                <a:ahLst/>
                <a:cxnLst/>
                <a:rect l="0" t="0" r="r" b="b"/>
                <a:pathLst>
                  <a:path w="66889" h="45494">
                    <a:moveTo>
                      <a:pt x="32639" y="45494"/>
                    </a:moveTo>
                    <a:lnTo>
                      <a:pt x="32639" y="44494"/>
                    </a:lnTo>
                    <a:cubicBezTo>
                      <a:pt x="28912" y="44160"/>
                      <a:pt x="28178" y="43295"/>
                      <a:pt x="28178" y="39033"/>
                    </a:cubicBezTo>
                    <a:lnTo>
                      <a:pt x="28178" y="21582"/>
                    </a:lnTo>
                    <a:lnTo>
                      <a:pt x="28313" y="15053"/>
                    </a:lnTo>
                    <a:lnTo>
                      <a:pt x="28043" y="14851"/>
                    </a:lnTo>
                    <a:cubicBezTo>
                      <a:pt x="25114" y="15319"/>
                      <a:pt x="23181" y="15518"/>
                      <a:pt x="20518" y="15518"/>
                    </a:cubicBezTo>
                    <a:lnTo>
                      <a:pt x="10061" y="15518"/>
                    </a:lnTo>
                    <a:lnTo>
                      <a:pt x="10061" y="12652"/>
                    </a:lnTo>
                    <a:lnTo>
                      <a:pt x="10061" y="12255"/>
                    </a:lnTo>
                    <a:cubicBezTo>
                      <a:pt x="9926" y="9259"/>
                      <a:pt x="10327" y="6727"/>
                      <a:pt x="11192" y="5128"/>
                    </a:cubicBezTo>
                    <a:cubicBezTo>
                      <a:pt x="12323" y="3064"/>
                      <a:pt x="14724" y="1663"/>
                      <a:pt x="17121" y="1663"/>
                    </a:cubicBezTo>
                    <a:cubicBezTo>
                      <a:pt x="18986" y="1663"/>
                      <a:pt x="20253" y="2528"/>
                      <a:pt x="21848" y="4794"/>
                    </a:cubicBezTo>
                    <a:cubicBezTo>
                      <a:pt x="23114" y="6659"/>
                      <a:pt x="23983" y="7259"/>
                      <a:pt x="25114" y="7259"/>
                    </a:cubicBezTo>
                    <a:cubicBezTo>
                      <a:pt x="26511" y="7259"/>
                      <a:pt x="27511" y="6191"/>
                      <a:pt x="27511" y="4659"/>
                    </a:cubicBezTo>
                    <a:cubicBezTo>
                      <a:pt x="27511" y="1798"/>
                      <a:pt x="24182" y="0"/>
                      <a:pt x="19054" y="0"/>
                    </a:cubicBezTo>
                    <a:cubicBezTo>
                      <a:pt x="13990" y="0"/>
                      <a:pt x="10124" y="1663"/>
                      <a:pt x="7727" y="4993"/>
                    </a:cubicBezTo>
                    <a:cubicBezTo>
                      <a:pt x="5731" y="7791"/>
                      <a:pt x="4997" y="10188"/>
                      <a:pt x="4596" y="15518"/>
                    </a:cubicBezTo>
                    <a:lnTo>
                      <a:pt x="0" y="15518"/>
                    </a:lnTo>
                    <a:lnTo>
                      <a:pt x="0" y="17716"/>
                    </a:lnTo>
                    <a:lnTo>
                      <a:pt x="4532" y="17716"/>
                    </a:lnTo>
                    <a:lnTo>
                      <a:pt x="4532" y="39231"/>
                    </a:lnTo>
                    <a:cubicBezTo>
                      <a:pt x="4532" y="43494"/>
                      <a:pt x="3798" y="44363"/>
                      <a:pt x="67" y="44494"/>
                    </a:cubicBezTo>
                    <a:lnTo>
                      <a:pt x="67" y="45494"/>
                    </a:lnTo>
                    <a:lnTo>
                      <a:pt x="14724" y="45494"/>
                    </a:lnTo>
                    <a:lnTo>
                      <a:pt x="14724" y="44494"/>
                    </a:lnTo>
                    <a:cubicBezTo>
                      <a:pt x="10993" y="44228"/>
                      <a:pt x="10124" y="43295"/>
                      <a:pt x="10124" y="39632"/>
                    </a:cubicBezTo>
                    <a:lnTo>
                      <a:pt x="10124" y="17716"/>
                    </a:lnTo>
                    <a:lnTo>
                      <a:pt x="15855" y="17716"/>
                    </a:lnTo>
                    <a:cubicBezTo>
                      <a:pt x="22249" y="17716"/>
                      <a:pt x="22582" y="17915"/>
                      <a:pt x="22582" y="21447"/>
                    </a:cubicBezTo>
                    <a:lnTo>
                      <a:pt x="22582" y="39033"/>
                    </a:lnTo>
                    <a:cubicBezTo>
                      <a:pt x="22582" y="43561"/>
                      <a:pt x="22118" y="44160"/>
                      <a:pt x="17986" y="44494"/>
                    </a:cubicBezTo>
                    <a:lnTo>
                      <a:pt x="17986" y="45494"/>
                    </a:lnTo>
                    <a:lnTo>
                      <a:pt x="32639" y="45494"/>
                    </a:lnTo>
                    <a:close/>
                    <a:moveTo>
                      <a:pt x="66889" y="45494"/>
                    </a:moveTo>
                    <a:lnTo>
                      <a:pt x="66889" y="44494"/>
                    </a:lnTo>
                    <a:cubicBezTo>
                      <a:pt x="64822" y="44494"/>
                      <a:pt x="63492" y="43430"/>
                      <a:pt x="61424" y="40497"/>
                    </a:cubicBezTo>
                    <a:lnTo>
                      <a:pt x="52899" y="27444"/>
                    </a:lnTo>
                    <a:lnTo>
                      <a:pt x="58428" y="19447"/>
                    </a:lnTo>
                    <a:cubicBezTo>
                      <a:pt x="59694" y="17649"/>
                      <a:pt x="61690" y="16585"/>
                      <a:pt x="63821" y="16518"/>
                    </a:cubicBezTo>
                    <a:lnTo>
                      <a:pt x="63821" y="15518"/>
                    </a:lnTo>
                    <a:lnTo>
                      <a:pt x="53300" y="15518"/>
                    </a:lnTo>
                    <a:lnTo>
                      <a:pt x="53300" y="16518"/>
                    </a:lnTo>
                    <a:cubicBezTo>
                      <a:pt x="55297" y="16653"/>
                      <a:pt x="55963" y="17050"/>
                      <a:pt x="55963" y="17982"/>
                    </a:cubicBezTo>
                    <a:cubicBezTo>
                      <a:pt x="55963" y="18784"/>
                      <a:pt x="55166" y="20248"/>
                      <a:pt x="53499" y="22312"/>
                    </a:cubicBezTo>
                    <a:cubicBezTo>
                      <a:pt x="53165" y="22713"/>
                      <a:pt x="52368" y="23912"/>
                      <a:pt x="51498" y="25245"/>
                    </a:cubicBezTo>
                    <a:lnTo>
                      <a:pt x="50566" y="23912"/>
                    </a:lnTo>
                    <a:cubicBezTo>
                      <a:pt x="48704" y="21114"/>
                      <a:pt x="47502" y="18848"/>
                      <a:pt x="47502" y="17982"/>
                    </a:cubicBezTo>
                    <a:cubicBezTo>
                      <a:pt x="47502" y="17050"/>
                      <a:pt x="48371" y="16585"/>
                      <a:pt x="50367" y="16518"/>
                    </a:cubicBezTo>
                    <a:lnTo>
                      <a:pt x="50367" y="15518"/>
                    </a:lnTo>
                    <a:lnTo>
                      <a:pt x="36580" y="15518"/>
                    </a:lnTo>
                    <a:lnTo>
                      <a:pt x="36580" y="16518"/>
                    </a:lnTo>
                    <a:lnTo>
                      <a:pt x="37179" y="16518"/>
                    </a:lnTo>
                    <a:cubicBezTo>
                      <a:pt x="39176" y="16518"/>
                      <a:pt x="40243" y="17383"/>
                      <a:pt x="42307" y="20514"/>
                    </a:cubicBezTo>
                    <a:lnTo>
                      <a:pt x="48570" y="30107"/>
                    </a:lnTo>
                    <a:lnTo>
                      <a:pt x="40977" y="41096"/>
                    </a:lnTo>
                    <a:cubicBezTo>
                      <a:pt x="38977" y="43827"/>
                      <a:pt x="38310" y="44295"/>
                      <a:pt x="36112" y="44494"/>
                    </a:cubicBezTo>
                    <a:lnTo>
                      <a:pt x="36112" y="45494"/>
                    </a:lnTo>
                    <a:lnTo>
                      <a:pt x="45772" y="45494"/>
                    </a:lnTo>
                    <a:lnTo>
                      <a:pt x="45772" y="44494"/>
                    </a:lnTo>
                    <a:cubicBezTo>
                      <a:pt x="43906" y="44494"/>
                      <a:pt x="43109" y="44160"/>
                      <a:pt x="43109" y="43295"/>
                    </a:cubicBezTo>
                    <a:cubicBezTo>
                      <a:pt x="43109" y="42894"/>
                      <a:pt x="43573" y="41898"/>
                      <a:pt x="44438" y="40565"/>
                    </a:cubicBezTo>
                    <a:lnTo>
                      <a:pt x="49701" y="32373"/>
                    </a:lnTo>
                    <a:lnTo>
                      <a:pt x="55765" y="41696"/>
                    </a:lnTo>
                    <a:cubicBezTo>
                      <a:pt x="56031" y="42097"/>
                      <a:pt x="56162" y="42497"/>
                      <a:pt x="56162" y="42894"/>
                    </a:cubicBezTo>
                    <a:cubicBezTo>
                      <a:pt x="56162" y="44097"/>
                      <a:pt x="55697" y="44363"/>
                      <a:pt x="53499" y="44494"/>
                    </a:cubicBezTo>
                    <a:lnTo>
                      <a:pt x="53499" y="45494"/>
                    </a:lnTo>
                    <a:lnTo>
                      <a:pt x="66889" y="45494"/>
                    </a:ln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" name="left_annotation_outline_1"/>
              <p:cNvSpPr/>
              <p:nvPr/>
            </p:nvSpPr>
            <p:spPr>
              <a:xfrm>
                <a:off x="194967" y="1470960"/>
                <a:ext cx="80210" cy="46160"/>
              </a:xfrm>
              <a:custGeom>
                <a:avLst/>
                <a:gdLst/>
                <a:ahLst/>
                <a:cxnLst/>
                <a:rect l="0" t="0" r="r" b="b"/>
                <a:pathLst>
                  <a:path w="80211" h="46161">
                    <a:moveTo>
                      <a:pt x="26575" y="35036"/>
                    </a:moveTo>
                    <a:lnTo>
                      <a:pt x="25511" y="34568"/>
                    </a:lnTo>
                    <a:cubicBezTo>
                      <a:pt x="22312" y="39632"/>
                      <a:pt x="19451" y="41565"/>
                      <a:pt x="15184" y="41565"/>
                    </a:cubicBezTo>
                    <a:cubicBezTo>
                      <a:pt x="11521" y="41565"/>
                      <a:pt x="8723" y="39830"/>
                      <a:pt x="6795" y="36235"/>
                    </a:cubicBezTo>
                    <a:cubicBezTo>
                      <a:pt x="5461" y="33635"/>
                      <a:pt x="4929" y="31306"/>
                      <a:pt x="4794" y="27043"/>
                    </a:cubicBezTo>
                    <a:lnTo>
                      <a:pt x="25313" y="27043"/>
                    </a:lnTo>
                    <a:cubicBezTo>
                      <a:pt x="24777" y="22713"/>
                      <a:pt x="24110" y="20780"/>
                      <a:pt x="22447" y="18649"/>
                    </a:cubicBezTo>
                    <a:cubicBezTo>
                      <a:pt x="20447" y="16252"/>
                      <a:pt x="17383" y="14851"/>
                      <a:pt x="13918" y="14851"/>
                    </a:cubicBezTo>
                    <a:cubicBezTo>
                      <a:pt x="5659" y="14851"/>
                      <a:pt x="0" y="21515"/>
                      <a:pt x="0" y="31238"/>
                    </a:cubicBezTo>
                    <a:cubicBezTo>
                      <a:pt x="0" y="40430"/>
                      <a:pt x="4794" y="46161"/>
                      <a:pt x="12454" y="46161"/>
                    </a:cubicBezTo>
                    <a:cubicBezTo>
                      <a:pt x="18848" y="46161"/>
                      <a:pt x="23777" y="42231"/>
                      <a:pt x="26575" y="35036"/>
                    </a:cubicBezTo>
                    <a:close/>
                    <a:moveTo>
                      <a:pt x="18518" y="24912"/>
                    </a:moveTo>
                    <a:lnTo>
                      <a:pt x="4929" y="24912"/>
                    </a:lnTo>
                    <a:cubicBezTo>
                      <a:pt x="5659" y="19649"/>
                      <a:pt x="7926" y="17252"/>
                      <a:pt x="11990" y="17252"/>
                    </a:cubicBezTo>
                    <a:cubicBezTo>
                      <a:pt x="16054" y="17252"/>
                      <a:pt x="17649" y="19117"/>
                      <a:pt x="18518" y="24912"/>
                    </a:cubicBezTo>
                    <a:close/>
                    <a:moveTo>
                      <a:pt x="60621" y="42696"/>
                    </a:moveTo>
                    <a:lnTo>
                      <a:pt x="60621" y="41632"/>
                    </a:lnTo>
                    <a:cubicBezTo>
                      <a:pt x="59423" y="41696"/>
                      <a:pt x="59288" y="41696"/>
                      <a:pt x="59089" y="41696"/>
                    </a:cubicBezTo>
                    <a:cubicBezTo>
                      <a:pt x="56693" y="41696"/>
                      <a:pt x="56157" y="40965"/>
                      <a:pt x="56157" y="37902"/>
                    </a:cubicBezTo>
                    <a:lnTo>
                      <a:pt x="56157" y="131"/>
                    </a:lnTo>
                    <a:lnTo>
                      <a:pt x="55823" y="0"/>
                    </a:lnTo>
                    <a:cubicBezTo>
                      <a:pt x="52629" y="1131"/>
                      <a:pt x="50295" y="1798"/>
                      <a:pt x="46033" y="2929"/>
                    </a:cubicBezTo>
                    <a:lnTo>
                      <a:pt x="46033" y="3997"/>
                    </a:lnTo>
                    <a:cubicBezTo>
                      <a:pt x="46568" y="3929"/>
                      <a:pt x="46965" y="3929"/>
                      <a:pt x="47497" y="3929"/>
                    </a:cubicBezTo>
                    <a:cubicBezTo>
                      <a:pt x="49965" y="3929"/>
                      <a:pt x="50565" y="4596"/>
                      <a:pt x="50565" y="7326"/>
                    </a:cubicBezTo>
                    <a:lnTo>
                      <a:pt x="50565" y="17716"/>
                    </a:lnTo>
                    <a:cubicBezTo>
                      <a:pt x="48033" y="15585"/>
                      <a:pt x="46235" y="14851"/>
                      <a:pt x="43568" y="14851"/>
                    </a:cubicBezTo>
                    <a:cubicBezTo>
                      <a:pt x="35908" y="14851"/>
                      <a:pt x="29713" y="22380"/>
                      <a:pt x="29713" y="31837"/>
                    </a:cubicBezTo>
                    <a:cubicBezTo>
                      <a:pt x="29713" y="40366"/>
                      <a:pt x="34710" y="46161"/>
                      <a:pt x="42036" y="46161"/>
                    </a:cubicBezTo>
                    <a:cubicBezTo>
                      <a:pt x="45767" y="46161"/>
                      <a:pt x="48299" y="44827"/>
                      <a:pt x="50565" y="41696"/>
                    </a:cubicBezTo>
                    <a:lnTo>
                      <a:pt x="50565" y="45958"/>
                    </a:lnTo>
                    <a:lnTo>
                      <a:pt x="50831" y="46161"/>
                    </a:lnTo>
                    <a:lnTo>
                      <a:pt x="60621" y="42696"/>
                    </a:lnTo>
                    <a:close/>
                    <a:moveTo>
                      <a:pt x="50565" y="38699"/>
                    </a:moveTo>
                    <a:cubicBezTo>
                      <a:pt x="50565" y="39168"/>
                      <a:pt x="50097" y="39965"/>
                      <a:pt x="49430" y="40700"/>
                    </a:cubicBezTo>
                    <a:cubicBezTo>
                      <a:pt x="48231" y="42029"/>
                      <a:pt x="46568" y="42696"/>
                      <a:pt x="44636" y="42696"/>
                    </a:cubicBezTo>
                    <a:cubicBezTo>
                      <a:pt x="39107" y="42696"/>
                      <a:pt x="35444" y="37366"/>
                      <a:pt x="35444" y="29174"/>
                    </a:cubicBezTo>
                    <a:cubicBezTo>
                      <a:pt x="35444" y="21645"/>
                      <a:pt x="38706" y="16716"/>
                      <a:pt x="43770" y="16716"/>
                    </a:cubicBezTo>
                    <a:cubicBezTo>
                      <a:pt x="47298" y="16716"/>
                      <a:pt x="50565" y="19848"/>
                      <a:pt x="50565" y="23380"/>
                    </a:cubicBezTo>
                    <a:lnTo>
                      <a:pt x="50565" y="38699"/>
                    </a:lnTo>
                    <a:close/>
                    <a:moveTo>
                      <a:pt x="80211" y="32572"/>
                    </a:moveTo>
                    <a:lnTo>
                      <a:pt x="80211" y="28376"/>
                    </a:lnTo>
                    <a:lnTo>
                      <a:pt x="63828" y="28376"/>
                    </a:lnTo>
                    <a:lnTo>
                      <a:pt x="63828" y="32572"/>
                    </a:lnTo>
                    <a:lnTo>
                      <a:pt x="80211" y="32572"/>
                    </a:ln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" name="left_annotation_outline_2"/>
              <p:cNvSpPr/>
              <p:nvPr/>
            </p:nvSpPr>
            <p:spPr>
              <a:xfrm>
                <a:off x="279643" y="1472821"/>
                <a:ext cx="40834" cy="44366"/>
              </a:xfrm>
              <a:custGeom>
                <a:avLst/>
                <a:gdLst/>
                <a:ahLst/>
                <a:cxnLst/>
                <a:rect l="0" t="0" r="r" b="b"/>
                <a:pathLst>
                  <a:path w="40834" h="44367">
                    <a:moveTo>
                      <a:pt x="40834" y="38771"/>
                    </a:moveTo>
                    <a:lnTo>
                      <a:pt x="40767" y="38636"/>
                    </a:lnTo>
                    <a:cubicBezTo>
                      <a:pt x="39636" y="38636"/>
                      <a:pt x="38302" y="40902"/>
                      <a:pt x="34838" y="40902"/>
                    </a:cubicBezTo>
                    <a:cubicBezTo>
                      <a:pt x="31107" y="40902"/>
                      <a:pt x="29777" y="38505"/>
                      <a:pt x="29710" y="34905"/>
                    </a:cubicBezTo>
                    <a:cubicBezTo>
                      <a:pt x="29643" y="28512"/>
                      <a:pt x="33707" y="18189"/>
                      <a:pt x="33639" y="10462"/>
                    </a:cubicBezTo>
                    <a:cubicBezTo>
                      <a:pt x="33572" y="4465"/>
                      <a:pt x="31175" y="0"/>
                      <a:pt x="22916" y="0"/>
                    </a:cubicBezTo>
                    <a:lnTo>
                      <a:pt x="22050" y="0"/>
                    </a:lnTo>
                    <a:cubicBezTo>
                      <a:pt x="20518" y="0"/>
                      <a:pt x="16919" y="1000"/>
                      <a:pt x="15788" y="1802"/>
                    </a:cubicBezTo>
                    <a:cubicBezTo>
                      <a:pt x="15720" y="1865"/>
                      <a:pt x="16387" y="2465"/>
                      <a:pt x="16454" y="2465"/>
                    </a:cubicBezTo>
                    <a:cubicBezTo>
                      <a:pt x="16788" y="2199"/>
                      <a:pt x="18586" y="1599"/>
                      <a:pt x="20316" y="1599"/>
                    </a:cubicBezTo>
                    <a:cubicBezTo>
                      <a:pt x="25511" y="1599"/>
                      <a:pt x="26380" y="6064"/>
                      <a:pt x="26444" y="9727"/>
                    </a:cubicBezTo>
                    <a:cubicBezTo>
                      <a:pt x="26444" y="11660"/>
                      <a:pt x="26245" y="13391"/>
                      <a:pt x="26313" y="13990"/>
                    </a:cubicBezTo>
                    <a:cubicBezTo>
                      <a:pt x="26380" y="14188"/>
                      <a:pt x="26313" y="14323"/>
                      <a:pt x="26245" y="14589"/>
                    </a:cubicBezTo>
                    <a:cubicBezTo>
                      <a:pt x="24781" y="20784"/>
                      <a:pt x="1798" y="38235"/>
                      <a:pt x="0" y="43632"/>
                    </a:cubicBezTo>
                    <a:lnTo>
                      <a:pt x="7660" y="43632"/>
                    </a:lnTo>
                    <a:cubicBezTo>
                      <a:pt x="7660" y="42966"/>
                      <a:pt x="7727" y="42299"/>
                      <a:pt x="7862" y="41569"/>
                    </a:cubicBezTo>
                    <a:cubicBezTo>
                      <a:pt x="9993" y="33040"/>
                      <a:pt x="25380" y="20118"/>
                      <a:pt x="25380" y="20050"/>
                    </a:cubicBezTo>
                    <a:lnTo>
                      <a:pt x="25448" y="20050"/>
                    </a:lnTo>
                    <a:cubicBezTo>
                      <a:pt x="25178" y="21916"/>
                      <a:pt x="22582" y="28647"/>
                      <a:pt x="22650" y="34572"/>
                    </a:cubicBezTo>
                    <a:cubicBezTo>
                      <a:pt x="22713" y="39771"/>
                      <a:pt x="24578" y="44367"/>
                      <a:pt x="31107" y="44367"/>
                    </a:cubicBezTo>
                    <a:cubicBezTo>
                      <a:pt x="34770" y="44367"/>
                      <a:pt x="40700" y="39568"/>
                      <a:pt x="40834" y="38771"/>
                    </a:cubicBez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" name="left_annotation_outline_3"/>
              <p:cNvSpPr/>
              <p:nvPr/>
            </p:nvSpPr>
            <p:spPr>
              <a:xfrm>
                <a:off x="337744" y="1470960"/>
                <a:ext cx="194141" cy="60015"/>
              </a:xfrm>
              <a:custGeom>
                <a:avLst/>
                <a:gdLst/>
                <a:ahLst/>
                <a:cxnLst/>
                <a:rect l="0" t="0" r="r" b="b"/>
                <a:pathLst>
                  <a:path w="194141" h="60015">
                    <a:moveTo>
                      <a:pt x="30972" y="29039"/>
                    </a:moveTo>
                    <a:cubicBezTo>
                      <a:pt x="30972" y="20780"/>
                      <a:pt x="26313" y="14851"/>
                      <a:pt x="19852" y="14851"/>
                    </a:cubicBezTo>
                    <a:cubicBezTo>
                      <a:pt x="16121" y="14851"/>
                      <a:pt x="13188" y="16518"/>
                      <a:pt x="10259" y="20114"/>
                    </a:cubicBezTo>
                    <a:lnTo>
                      <a:pt x="10259" y="14986"/>
                    </a:lnTo>
                    <a:lnTo>
                      <a:pt x="9858" y="14851"/>
                    </a:lnTo>
                    <a:cubicBezTo>
                      <a:pt x="6263" y="16252"/>
                      <a:pt x="3929" y="17117"/>
                      <a:pt x="266" y="18248"/>
                    </a:cubicBezTo>
                    <a:lnTo>
                      <a:pt x="266" y="19316"/>
                    </a:lnTo>
                    <a:cubicBezTo>
                      <a:pt x="865" y="19248"/>
                      <a:pt x="1334" y="19248"/>
                      <a:pt x="1933" y="19248"/>
                    </a:cubicBezTo>
                    <a:cubicBezTo>
                      <a:pt x="4195" y="19248"/>
                      <a:pt x="4663" y="19915"/>
                      <a:pt x="4663" y="23047"/>
                    </a:cubicBezTo>
                    <a:lnTo>
                      <a:pt x="4663" y="54221"/>
                    </a:lnTo>
                    <a:cubicBezTo>
                      <a:pt x="4663" y="57682"/>
                      <a:pt x="3929" y="58416"/>
                      <a:pt x="0" y="58817"/>
                    </a:cubicBezTo>
                    <a:lnTo>
                      <a:pt x="0" y="59948"/>
                    </a:lnTo>
                    <a:lnTo>
                      <a:pt x="16121" y="59948"/>
                    </a:lnTo>
                    <a:lnTo>
                      <a:pt x="16121" y="58749"/>
                    </a:lnTo>
                    <a:cubicBezTo>
                      <a:pt x="11124" y="58682"/>
                      <a:pt x="10259" y="57952"/>
                      <a:pt x="10259" y="53753"/>
                    </a:cubicBezTo>
                    <a:lnTo>
                      <a:pt x="10259" y="43295"/>
                    </a:lnTo>
                    <a:cubicBezTo>
                      <a:pt x="12589" y="45494"/>
                      <a:pt x="14188" y="46161"/>
                      <a:pt x="16986" y="46161"/>
                    </a:cubicBezTo>
                    <a:cubicBezTo>
                      <a:pt x="24844" y="46161"/>
                      <a:pt x="30972" y="38699"/>
                      <a:pt x="30972" y="29039"/>
                    </a:cubicBezTo>
                    <a:close/>
                    <a:moveTo>
                      <a:pt x="25245" y="31639"/>
                    </a:moveTo>
                    <a:cubicBezTo>
                      <a:pt x="25245" y="39033"/>
                      <a:pt x="21983" y="44029"/>
                      <a:pt x="17185" y="44029"/>
                    </a:cubicBezTo>
                    <a:cubicBezTo>
                      <a:pt x="14053" y="44029"/>
                      <a:pt x="10259" y="41632"/>
                      <a:pt x="10259" y="39632"/>
                    </a:cubicBezTo>
                    <a:lnTo>
                      <a:pt x="10259" y="23245"/>
                    </a:lnTo>
                    <a:cubicBezTo>
                      <a:pt x="10259" y="21249"/>
                      <a:pt x="13990" y="18848"/>
                      <a:pt x="17054" y="18848"/>
                    </a:cubicBezTo>
                    <a:cubicBezTo>
                      <a:pt x="21983" y="18848"/>
                      <a:pt x="25245" y="23912"/>
                      <a:pt x="25245" y="31639"/>
                    </a:cubicBezTo>
                    <a:close/>
                    <a:moveTo>
                      <a:pt x="61222" y="35036"/>
                    </a:moveTo>
                    <a:lnTo>
                      <a:pt x="60158" y="34568"/>
                    </a:lnTo>
                    <a:cubicBezTo>
                      <a:pt x="56959" y="39632"/>
                      <a:pt x="54098" y="41565"/>
                      <a:pt x="49832" y="41565"/>
                    </a:cubicBezTo>
                    <a:cubicBezTo>
                      <a:pt x="46169" y="41565"/>
                      <a:pt x="43370" y="39830"/>
                      <a:pt x="41442" y="36235"/>
                    </a:cubicBezTo>
                    <a:cubicBezTo>
                      <a:pt x="40108" y="33635"/>
                      <a:pt x="39576" y="31306"/>
                      <a:pt x="39441" y="27043"/>
                    </a:cubicBezTo>
                    <a:lnTo>
                      <a:pt x="59960" y="27043"/>
                    </a:lnTo>
                    <a:cubicBezTo>
                      <a:pt x="59424" y="22713"/>
                      <a:pt x="58757" y="20780"/>
                      <a:pt x="57094" y="18649"/>
                    </a:cubicBezTo>
                    <a:cubicBezTo>
                      <a:pt x="55094" y="16252"/>
                      <a:pt x="52030" y="14851"/>
                      <a:pt x="48566" y="14851"/>
                    </a:cubicBezTo>
                    <a:cubicBezTo>
                      <a:pt x="40307" y="14851"/>
                      <a:pt x="34647" y="21515"/>
                      <a:pt x="34647" y="31238"/>
                    </a:cubicBezTo>
                    <a:cubicBezTo>
                      <a:pt x="34647" y="40430"/>
                      <a:pt x="39441" y="46161"/>
                      <a:pt x="47101" y="46161"/>
                    </a:cubicBezTo>
                    <a:cubicBezTo>
                      <a:pt x="53495" y="46161"/>
                      <a:pt x="58424" y="42231"/>
                      <a:pt x="61222" y="35036"/>
                    </a:cubicBezTo>
                    <a:close/>
                    <a:moveTo>
                      <a:pt x="53165" y="24912"/>
                    </a:moveTo>
                    <a:lnTo>
                      <a:pt x="39576" y="24912"/>
                    </a:lnTo>
                    <a:cubicBezTo>
                      <a:pt x="40307" y="19649"/>
                      <a:pt x="42573" y="17252"/>
                      <a:pt x="46637" y="17252"/>
                    </a:cubicBezTo>
                    <a:cubicBezTo>
                      <a:pt x="50701" y="17252"/>
                      <a:pt x="52296" y="19117"/>
                      <a:pt x="53165" y="24912"/>
                    </a:cubicBezTo>
                    <a:close/>
                    <a:moveTo>
                      <a:pt x="94868" y="45494"/>
                    </a:moveTo>
                    <a:lnTo>
                      <a:pt x="94868" y="44494"/>
                    </a:lnTo>
                    <a:cubicBezTo>
                      <a:pt x="91606" y="44160"/>
                      <a:pt x="90804" y="43363"/>
                      <a:pt x="90804" y="40096"/>
                    </a:cubicBezTo>
                    <a:lnTo>
                      <a:pt x="90804" y="24844"/>
                    </a:lnTo>
                    <a:cubicBezTo>
                      <a:pt x="90804" y="18582"/>
                      <a:pt x="87875" y="14851"/>
                      <a:pt x="82946" y="14851"/>
                    </a:cubicBezTo>
                    <a:cubicBezTo>
                      <a:pt x="79882" y="14851"/>
                      <a:pt x="77818" y="15986"/>
                      <a:pt x="73286" y="20248"/>
                    </a:cubicBezTo>
                    <a:lnTo>
                      <a:pt x="73286" y="14986"/>
                    </a:lnTo>
                    <a:lnTo>
                      <a:pt x="72822" y="14851"/>
                    </a:lnTo>
                    <a:cubicBezTo>
                      <a:pt x="69555" y="16050"/>
                      <a:pt x="67293" y="16784"/>
                      <a:pt x="63630" y="17852"/>
                    </a:cubicBezTo>
                    <a:lnTo>
                      <a:pt x="63630" y="18983"/>
                    </a:lnTo>
                    <a:cubicBezTo>
                      <a:pt x="64027" y="18784"/>
                      <a:pt x="64694" y="18717"/>
                      <a:pt x="65428" y="18717"/>
                    </a:cubicBezTo>
                    <a:cubicBezTo>
                      <a:pt x="67293" y="18717"/>
                      <a:pt x="67892" y="19717"/>
                      <a:pt x="67892" y="22979"/>
                    </a:cubicBezTo>
                    <a:lnTo>
                      <a:pt x="67892" y="39497"/>
                    </a:lnTo>
                    <a:cubicBezTo>
                      <a:pt x="67892" y="43295"/>
                      <a:pt x="67158" y="44228"/>
                      <a:pt x="63761" y="44494"/>
                    </a:cubicBezTo>
                    <a:lnTo>
                      <a:pt x="63761" y="45494"/>
                    </a:lnTo>
                    <a:lnTo>
                      <a:pt x="77882" y="45494"/>
                    </a:lnTo>
                    <a:lnTo>
                      <a:pt x="77882" y="44494"/>
                    </a:lnTo>
                    <a:cubicBezTo>
                      <a:pt x="74484" y="44228"/>
                      <a:pt x="73488" y="43430"/>
                      <a:pt x="73488" y="41029"/>
                    </a:cubicBezTo>
                    <a:lnTo>
                      <a:pt x="73488" y="22312"/>
                    </a:lnTo>
                    <a:cubicBezTo>
                      <a:pt x="76683" y="19316"/>
                      <a:pt x="78148" y="18514"/>
                      <a:pt x="80346" y="18514"/>
                    </a:cubicBezTo>
                    <a:cubicBezTo>
                      <a:pt x="83613" y="18514"/>
                      <a:pt x="85212" y="20582"/>
                      <a:pt x="85212" y="24979"/>
                    </a:cubicBezTo>
                    <a:lnTo>
                      <a:pt x="85212" y="38898"/>
                    </a:lnTo>
                    <a:cubicBezTo>
                      <a:pt x="85212" y="43097"/>
                      <a:pt x="84343" y="44228"/>
                      <a:pt x="81013" y="44494"/>
                    </a:cubicBezTo>
                    <a:lnTo>
                      <a:pt x="81013" y="45494"/>
                    </a:lnTo>
                    <a:lnTo>
                      <a:pt x="94868" y="45494"/>
                    </a:lnTo>
                    <a:close/>
                    <a:moveTo>
                      <a:pt x="125320" y="42831"/>
                    </a:moveTo>
                    <a:lnTo>
                      <a:pt x="125320" y="41096"/>
                    </a:lnTo>
                    <a:cubicBezTo>
                      <a:pt x="124185" y="42029"/>
                      <a:pt x="123387" y="42362"/>
                      <a:pt x="122387" y="42362"/>
                    </a:cubicBezTo>
                    <a:cubicBezTo>
                      <a:pt x="120855" y="42362"/>
                      <a:pt x="120391" y="41430"/>
                      <a:pt x="120391" y="38501"/>
                    </a:cubicBezTo>
                    <a:lnTo>
                      <a:pt x="120391" y="25511"/>
                    </a:lnTo>
                    <a:cubicBezTo>
                      <a:pt x="120391" y="22114"/>
                      <a:pt x="120058" y="20248"/>
                      <a:pt x="119125" y="18717"/>
                    </a:cubicBezTo>
                    <a:cubicBezTo>
                      <a:pt x="117724" y="16184"/>
                      <a:pt x="114859" y="14851"/>
                      <a:pt x="110799" y="14851"/>
                    </a:cubicBezTo>
                    <a:cubicBezTo>
                      <a:pt x="107401" y="14851"/>
                      <a:pt x="104202" y="15784"/>
                      <a:pt x="102337" y="17316"/>
                    </a:cubicBezTo>
                    <a:cubicBezTo>
                      <a:pt x="100670" y="18717"/>
                      <a:pt x="99607" y="20649"/>
                      <a:pt x="99607" y="22312"/>
                    </a:cubicBezTo>
                    <a:cubicBezTo>
                      <a:pt x="99607" y="23844"/>
                      <a:pt x="100873" y="25178"/>
                      <a:pt x="102472" y="25178"/>
                    </a:cubicBezTo>
                    <a:cubicBezTo>
                      <a:pt x="104068" y="25178"/>
                      <a:pt x="105469" y="23844"/>
                      <a:pt x="105469" y="22380"/>
                    </a:cubicBezTo>
                    <a:cubicBezTo>
                      <a:pt x="105469" y="22114"/>
                      <a:pt x="105401" y="21780"/>
                      <a:pt x="105334" y="21312"/>
                    </a:cubicBezTo>
                    <a:cubicBezTo>
                      <a:pt x="105203" y="20713"/>
                      <a:pt x="105135" y="20181"/>
                      <a:pt x="105135" y="19717"/>
                    </a:cubicBezTo>
                    <a:cubicBezTo>
                      <a:pt x="105135" y="17915"/>
                      <a:pt x="107266" y="16450"/>
                      <a:pt x="109929" y="16450"/>
                    </a:cubicBezTo>
                    <a:cubicBezTo>
                      <a:pt x="113196" y="16450"/>
                      <a:pt x="114994" y="18383"/>
                      <a:pt x="114994" y="21979"/>
                    </a:cubicBezTo>
                    <a:lnTo>
                      <a:pt x="114994" y="26043"/>
                    </a:lnTo>
                    <a:cubicBezTo>
                      <a:pt x="104734" y="30174"/>
                      <a:pt x="103603" y="30706"/>
                      <a:pt x="100738" y="33238"/>
                    </a:cubicBezTo>
                    <a:cubicBezTo>
                      <a:pt x="99273" y="34568"/>
                      <a:pt x="98341" y="36834"/>
                      <a:pt x="98341" y="39033"/>
                    </a:cubicBezTo>
                    <a:cubicBezTo>
                      <a:pt x="98341" y="43228"/>
                      <a:pt x="101206" y="46161"/>
                      <a:pt x="105334" y="46161"/>
                    </a:cubicBezTo>
                    <a:cubicBezTo>
                      <a:pt x="108266" y="46161"/>
                      <a:pt x="110997" y="44760"/>
                      <a:pt x="115061" y="41299"/>
                    </a:cubicBezTo>
                    <a:cubicBezTo>
                      <a:pt x="115394" y="44827"/>
                      <a:pt x="116593" y="46161"/>
                      <a:pt x="119323" y="46161"/>
                    </a:cubicBezTo>
                    <a:cubicBezTo>
                      <a:pt x="121590" y="46161"/>
                      <a:pt x="122987" y="45359"/>
                      <a:pt x="125320" y="42831"/>
                    </a:cubicBezTo>
                    <a:close/>
                    <a:moveTo>
                      <a:pt x="114994" y="37302"/>
                    </a:moveTo>
                    <a:cubicBezTo>
                      <a:pt x="114994" y="39366"/>
                      <a:pt x="114660" y="39965"/>
                      <a:pt x="113263" y="40830"/>
                    </a:cubicBezTo>
                    <a:cubicBezTo>
                      <a:pt x="111664" y="41763"/>
                      <a:pt x="109798" y="42295"/>
                      <a:pt x="108398" y="42295"/>
                    </a:cubicBezTo>
                    <a:cubicBezTo>
                      <a:pt x="106068" y="42295"/>
                      <a:pt x="104202" y="40033"/>
                      <a:pt x="104202" y="37167"/>
                    </a:cubicBezTo>
                    <a:lnTo>
                      <a:pt x="104202" y="36901"/>
                    </a:lnTo>
                    <a:cubicBezTo>
                      <a:pt x="104202" y="32972"/>
                      <a:pt x="106933" y="30571"/>
                      <a:pt x="114994" y="27642"/>
                    </a:cubicBezTo>
                    <a:lnTo>
                      <a:pt x="114994" y="37302"/>
                    </a:lnTo>
                    <a:close/>
                    <a:moveTo>
                      <a:pt x="142575" y="45494"/>
                    </a:moveTo>
                    <a:lnTo>
                      <a:pt x="142575" y="44494"/>
                    </a:lnTo>
                    <a:cubicBezTo>
                      <a:pt x="138313" y="44228"/>
                      <a:pt x="137583" y="43561"/>
                      <a:pt x="137583" y="39898"/>
                    </a:cubicBezTo>
                    <a:lnTo>
                      <a:pt x="137583" y="131"/>
                    </a:lnTo>
                    <a:lnTo>
                      <a:pt x="137316" y="0"/>
                    </a:lnTo>
                    <a:cubicBezTo>
                      <a:pt x="133852" y="1131"/>
                      <a:pt x="131319" y="1798"/>
                      <a:pt x="126725" y="2929"/>
                    </a:cubicBezTo>
                    <a:lnTo>
                      <a:pt x="126725" y="3997"/>
                    </a:lnTo>
                    <a:lnTo>
                      <a:pt x="127125" y="3997"/>
                    </a:lnTo>
                    <a:cubicBezTo>
                      <a:pt x="127855" y="3929"/>
                      <a:pt x="128658" y="3862"/>
                      <a:pt x="129188" y="3862"/>
                    </a:cubicBezTo>
                    <a:cubicBezTo>
                      <a:pt x="131319" y="3862"/>
                      <a:pt x="131986" y="4794"/>
                      <a:pt x="131986" y="7926"/>
                    </a:cubicBezTo>
                    <a:lnTo>
                      <a:pt x="131986" y="39699"/>
                    </a:lnTo>
                    <a:cubicBezTo>
                      <a:pt x="131986" y="43295"/>
                      <a:pt x="131054" y="44160"/>
                      <a:pt x="126855" y="44494"/>
                    </a:cubicBezTo>
                    <a:lnTo>
                      <a:pt x="126855" y="45494"/>
                    </a:lnTo>
                    <a:lnTo>
                      <a:pt x="142575" y="45494"/>
                    </a:lnTo>
                    <a:close/>
                    <a:moveTo>
                      <a:pt x="162567" y="41096"/>
                    </a:moveTo>
                    <a:lnTo>
                      <a:pt x="161700" y="40366"/>
                    </a:lnTo>
                    <a:cubicBezTo>
                      <a:pt x="160232" y="42097"/>
                      <a:pt x="159169" y="42696"/>
                      <a:pt x="157704" y="42696"/>
                    </a:cubicBezTo>
                    <a:cubicBezTo>
                      <a:pt x="155236" y="42696"/>
                      <a:pt x="154239" y="40965"/>
                      <a:pt x="154239" y="36703"/>
                    </a:cubicBezTo>
                    <a:lnTo>
                      <a:pt x="154239" y="17649"/>
                    </a:lnTo>
                    <a:lnTo>
                      <a:pt x="160966" y="17649"/>
                    </a:lnTo>
                    <a:lnTo>
                      <a:pt x="160966" y="15518"/>
                    </a:lnTo>
                    <a:lnTo>
                      <a:pt x="154239" y="15518"/>
                    </a:lnTo>
                    <a:lnTo>
                      <a:pt x="154239" y="7791"/>
                    </a:lnTo>
                    <a:cubicBezTo>
                      <a:pt x="154239" y="7124"/>
                      <a:pt x="154105" y="6925"/>
                      <a:pt x="153772" y="6925"/>
                    </a:cubicBezTo>
                    <a:cubicBezTo>
                      <a:pt x="153374" y="7592"/>
                      <a:pt x="152906" y="8191"/>
                      <a:pt x="152442" y="8791"/>
                    </a:cubicBezTo>
                    <a:cubicBezTo>
                      <a:pt x="149977" y="12454"/>
                      <a:pt x="147711" y="14919"/>
                      <a:pt x="145980" y="15919"/>
                    </a:cubicBezTo>
                    <a:cubicBezTo>
                      <a:pt x="145246" y="16383"/>
                      <a:pt x="144845" y="16784"/>
                      <a:pt x="144845" y="17185"/>
                    </a:cubicBezTo>
                    <a:cubicBezTo>
                      <a:pt x="144845" y="17383"/>
                      <a:pt x="144914" y="17518"/>
                      <a:pt x="145112" y="17649"/>
                    </a:cubicBezTo>
                    <a:lnTo>
                      <a:pt x="148644" y="17649"/>
                    </a:lnTo>
                    <a:lnTo>
                      <a:pt x="148644" y="37699"/>
                    </a:lnTo>
                    <a:cubicBezTo>
                      <a:pt x="148644" y="43295"/>
                      <a:pt x="150640" y="46161"/>
                      <a:pt x="154506" y="46161"/>
                    </a:cubicBezTo>
                    <a:cubicBezTo>
                      <a:pt x="157836" y="46161"/>
                      <a:pt x="160367" y="44561"/>
                      <a:pt x="162567" y="41096"/>
                    </a:cubicBezTo>
                    <a:close/>
                    <a:moveTo>
                      <a:pt x="194141" y="16518"/>
                    </a:moveTo>
                    <a:lnTo>
                      <a:pt x="194141" y="15518"/>
                    </a:lnTo>
                    <a:lnTo>
                      <a:pt x="185152" y="15518"/>
                    </a:lnTo>
                    <a:lnTo>
                      <a:pt x="185152" y="16518"/>
                    </a:lnTo>
                    <a:cubicBezTo>
                      <a:pt x="187283" y="16518"/>
                      <a:pt x="188348" y="17117"/>
                      <a:pt x="188348" y="18185"/>
                    </a:cubicBezTo>
                    <a:cubicBezTo>
                      <a:pt x="188348" y="18451"/>
                      <a:pt x="188279" y="18848"/>
                      <a:pt x="188081" y="19316"/>
                    </a:cubicBezTo>
                    <a:lnTo>
                      <a:pt x="181620" y="37699"/>
                    </a:lnTo>
                    <a:lnTo>
                      <a:pt x="173960" y="20848"/>
                    </a:lnTo>
                    <a:cubicBezTo>
                      <a:pt x="173560" y="19915"/>
                      <a:pt x="173293" y="19050"/>
                      <a:pt x="173293" y="18316"/>
                    </a:cubicBezTo>
                    <a:cubicBezTo>
                      <a:pt x="173293" y="17117"/>
                      <a:pt x="174294" y="16653"/>
                      <a:pt x="177155" y="16518"/>
                    </a:cubicBezTo>
                    <a:lnTo>
                      <a:pt x="177155" y="15518"/>
                    </a:lnTo>
                    <a:lnTo>
                      <a:pt x="163435" y="15518"/>
                    </a:lnTo>
                    <a:lnTo>
                      <a:pt x="163435" y="16450"/>
                    </a:lnTo>
                    <a:cubicBezTo>
                      <a:pt x="165165" y="16716"/>
                      <a:pt x="166300" y="17451"/>
                      <a:pt x="166832" y="18582"/>
                    </a:cubicBezTo>
                    <a:lnTo>
                      <a:pt x="177822" y="41763"/>
                    </a:lnTo>
                    <a:cubicBezTo>
                      <a:pt x="178290" y="42894"/>
                      <a:pt x="178556" y="43696"/>
                      <a:pt x="178556" y="44228"/>
                    </a:cubicBezTo>
                    <a:cubicBezTo>
                      <a:pt x="178556" y="45228"/>
                      <a:pt x="177024" y="49423"/>
                      <a:pt x="175893" y="51423"/>
                    </a:cubicBezTo>
                    <a:cubicBezTo>
                      <a:pt x="174960" y="53153"/>
                      <a:pt x="173492" y="54420"/>
                      <a:pt x="172559" y="54420"/>
                    </a:cubicBezTo>
                    <a:cubicBezTo>
                      <a:pt x="172163" y="54420"/>
                      <a:pt x="171563" y="54285"/>
                      <a:pt x="170896" y="53955"/>
                    </a:cubicBezTo>
                    <a:cubicBezTo>
                      <a:pt x="169630" y="53487"/>
                      <a:pt x="168499" y="53221"/>
                      <a:pt x="167365" y="53221"/>
                    </a:cubicBezTo>
                    <a:cubicBezTo>
                      <a:pt x="165832" y="53221"/>
                      <a:pt x="164503" y="54554"/>
                      <a:pt x="164503" y="56150"/>
                    </a:cubicBezTo>
                    <a:cubicBezTo>
                      <a:pt x="164503" y="58348"/>
                      <a:pt x="166634" y="60015"/>
                      <a:pt x="169432" y="60015"/>
                    </a:cubicBezTo>
                    <a:cubicBezTo>
                      <a:pt x="173892" y="60015"/>
                      <a:pt x="177092" y="56285"/>
                      <a:pt x="180687" y="46692"/>
                    </a:cubicBezTo>
                    <a:lnTo>
                      <a:pt x="190946" y="19514"/>
                    </a:lnTo>
                    <a:cubicBezTo>
                      <a:pt x="191812" y="17383"/>
                      <a:pt x="192546" y="16716"/>
                      <a:pt x="194141" y="16518"/>
                    </a:cubicBez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" name="left_annotation_outline_4"/>
              <p:cNvSpPr/>
              <p:nvPr/>
            </p:nvSpPr>
            <p:spPr>
              <a:xfrm>
                <a:off x="537150" y="1485879"/>
                <a:ext cx="7392" cy="31309"/>
              </a:xfrm>
              <a:custGeom>
                <a:avLst/>
                <a:gdLst/>
                <a:ahLst/>
                <a:cxnLst/>
                <a:rect l="0" t="0" r="r" b="b"/>
                <a:pathLst>
                  <a:path w="7393" h="31309">
                    <a:moveTo>
                      <a:pt x="7393" y="3798"/>
                    </a:moveTo>
                    <a:cubicBezTo>
                      <a:pt x="7393" y="1734"/>
                      <a:pt x="5659" y="0"/>
                      <a:pt x="3663" y="0"/>
                    </a:cubicBezTo>
                    <a:cubicBezTo>
                      <a:pt x="1662" y="0"/>
                      <a:pt x="0" y="1734"/>
                      <a:pt x="0" y="3798"/>
                    </a:cubicBezTo>
                    <a:cubicBezTo>
                      <a:pt x="0" y="5731"/>
                      <a:pt x="1662" y="7394"/>
                      <a:pt x="3595" y="7394"/>
                    </a:cubicBezTo>
                    <a:cubicBezTo>
                      <a:pt x="5659" y="7394"/>
                      <a:pt x="7393" y="5731"/>
                      <a:pt x="7393" y="3798"/>
                    </a:cubicBezTo>
                    <a:close/>
                    <a:moveTo>
                      <a:pt x="7393" y="27710"/>
                    </a:moveTo>
                    <a:cubicBezTo>
                      <a:pt x="7393" y="25646"/>
                      <a:pt x="5659" y="23916"/>
                      <a:pt x="3663" y="23916"/>
                    </a:cubicBezTo>
                    <a:cubicBezTo>
                      <a:pt x="1662" y="23916"/>
                      <a:pt x="0" y="25646"/>
                      <a:pt x="0" y="27710"/>
                    </a:cubicBezTo>
                    <a:cubicBezTo>
                      <a:pt x="0" y="29643"/>
                      <a:pt x="1662" y="31309"/>
                      <a:pt x="3595" y="31309"/>
                    </a:cubicBezTo>
                    <a:cubicBezTo>
                      <a:pt x="5659" y="31309"/>
                      <a:pt x="7393" y="29643"/>
                      <a:pt x="7393" y="27710"/>
                    </a:cubicBez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" name="left_annotation_outline_5"/>
              <p:cNvSpPr/>
              <p:nvPr/>
            </p:nvSpPr>
            <p:spPr>
              <a:xfrm>
                <a:off x="577706" y="1485811"/>
                <a:ext cx="135911" cy="31309"/>
              </a:xfrm>
              <a:custGeom>
                <a:avLst/>
                <a:gdLst/>
                <a:ahLst/>
                <a:cxnLst/>
                <a:rect l="0" t="0" r="r" b="b"/>
                <a:pathLst>
                  <a:path w="135912" h="31310">
                    <a:moveTo>
                      <a:pt x="19784" y="22781"/>
                    </a:moveTo>
                    <a:cubicBezTo>
                      <a:pt x="19784" y="19451"/>
                      <a:pt x="18252" y="17252"/>
                      <a:pt x="14188" y="14855"/>
                    </a:cubicBezTo>
                    <a:lnTo>
                      <a:pt x="6993" y="10593"/>
                    </a:lnTo>
                    <a:cubicBezTo>
                      <a:pt x="5127" y="9525"/>
                      <a:pt x="4131" y="7862"/>
                      <a:pt x="4131" y="6064"/>
                    </a:cubicBezTo>
                    <a:cubicBezTo>
                      <a:pt x="4131" y="3334"/>
                      <a:pt x="6195" y="1532"/>
                      <a:pt x="9260" y="1532"/>
                    </a:cubicBezTo>
                    <a:cubicBezTo>
                      <a:pt x="13057" y="1532"/>
                      <a:pt x="15053" y="3731"/>
                      <a:pt x="16585" y="9727"/>
                    </a:cubicBezTo>
                    <a:lnTo>
                      <a:pt x="17586" y="9727"/>
                    </a:lnTo>
                    <a:lnTo>
                      <a:pt x="17319" y="667"/>
                    </a:lnTo>
                    <a:lnTo>
                      <a:pt x="16585" y="667"/>
                    </a:lnTo>
                    <a:lnTo>
                      <a:pt x="16454" y="802"/>
                    </a:lnTo>
                    <a:cubicBezTo>
                      <a:pt x="15855" y="1266"/>
                      <a:pt x="15787" y="1334"/>
                      <a:pt x="15522" y="1334"/>
                    </a:cubicBezTo>
                    <a:cubicBezTo>
                      <a:pt x="15121" y="1334"/>
                      <a:pt x="14454" y="1199"/>
                      <a:pt x="13720" y="869"/>
                    </a:cubicBezTo>
                    <a:cubicBezTo>
                      <a:pt x="12323" y="334"/>
                      <a:pt x="10791" y="68"/>
                      <a:pt x="9191" y="68"/>
                    </a:cubicBezTo>
                    <a:cubicBezTo>
                      <a:pt x="3730" y="68"/>
                      <a:pt x="0" y="3397"/>
                      <a:pt x="0" y="8263"/>
                    </a:cubicBezTo>
                    <a:cubicBezTo>
                      <a:pt x="0" y="11990"/>
                      <a:pt x="2131" y="14589"/>
                      <a:pt x="7794" y="17852"/>
                    </a:cubicBezTo>
                    <a:lnTo>
                      <a:pt x="11656" y="20050"/>
                    </a:lnTo>
                    <a:cubicBezTo>
                      <a:pt x="13990" y="21384"/>
                      <a:pt x="15121" y="22983"/>
                      <a:pt x="15121" y="25047"/>
                    </a:cubicBezTo>
                    <a:cubicBezTo>
                      <a:pt x="15121" y="27980"/>
                      <a:pt x="12990" y="29845"/>
                      <a:pt x="9592" y="29845"/>
                    </a:cubicBezTo>
                    <a:cubicBezTo>
                      <a:pt x="4996" y="29845"/>
                      <a:pt x="2663" y="27313"/>
                      <a:pt x="1132" y="20519"/>
                    </a:cubicBezTo>
                    <a:lnTo>
                      <a:pt x="67" y="20519"/>
                    </a:lnTo>
                    <a:lnTo>
                      <a:pt x="67" y="30909"/>
                    </a:lnTo>
                    <a:lnTo>
                      <a:pt x="932" y="30909"/>
                    </a:lnTo>
                    <a:cubicBezTo>
                      <a:pt x="1397" y="30242"/>
                      <a:pt x="1666" y="30111"/>
                      <a:pt x="2465" y="30111"/>
                    </a:cubicBezTo>
                    <a:cubicBezTo>
                      <a:pt x="3199" y="30111"/>
                      <a:pt x="3929" y="30242"/>
                      <a:pt x="5528" y="30643"/>
                    </a:cubicBezTo>
                    <a:cubicBezTo>
                      <a:pt x="7394" y="31044"/>
                      <a:pt x="9060" y="31310"/>
                      <a:pt x="10457" y="31310"/>
                    </a:cubicBezTo>
                    <a:cubicBezTo>
                      <a:pt x="15522" y="31310"/>
                      <a:pt x="19784" y="27444"/>
                      <a:pt x="19784" y="22781"/>
                    </a:cubicBezTo>
                    <a:close/>
                    <a:moveTo>
                      <a:pt x="53826" y="15058"/>
                    </a:moveTo>
                    <a:cubicBezTo>
                      <a:pt x="53826" y="6330"/>
                      <a:pt x="47699" y="0"/>
                      <a:pt x="39173" y="0"/>
                    </a:cubicBezTo>
                    <a:cubicBezTo>
                      <a:pt x="30513" y="0"/>
                      <a:pt x="24454" y="6398"/>
                      <a:pt x="24454" y="15589"/>
                    </a:cubicBezTo>
                    <a:cubicBezTo>
                      <a:pt x="24454" y="24583"/>
                      <a:pt x="30649" y="31310"/>
                      <a:pt x="39039" y="31310"/>
                    </a:cubicBezTo>
                    <a:cubicBezTo>
                      <a:pt x="47432" y="31310"/>
                      <a:pt x="53826" y="24249"/>
                      <a:pt x="53826" y="15058"/>
                    </a:cubicBezTo>
                    <a:close/>
                    <a:moveTo>
                      <a:pt x="47833" y="17387"/>
                    </a:moveTo>
                    <a:cubicBezTo>
                      <a:pt x="47833" y="24916"/>
                      <a:pt x="44837" y="29444"/>
                      <a:pt x="39840" y="29444"/>
                    </a:cubicBezTo>
                    <a:cubicBezTo>
                      <a:pt x="37240" y="29444"/>
                      <a:pt x="34776" y="27845"/>
                      <a:pt x="33379" y="25182"/>
                    </a:cubicBezTo>
                    <a:cubicBezTo>
                      <a:pt x="31514" y="21717"/>
                      <a:pt x="30446" y="17054"/>
                      <a:pt x="30446" y="12323"/>
                    </a:cubicBezTo>
                    <a:cubicBezTo>
                      <a:pt x="30446" y="5997"/>
                      <a:pt x="33578" y="1865"/>
                      <a:pt x="38308" y="1865"/>
                    </a:cubicBezTo>
                    <a:cubicBezTo>
                      <a:pt x="43904" y="1865"/>
                      <a:pt x="47833" y="8263"/>
                      <a:pt x="47833" y="17387"/>
                    </a:cubicBezTo>
                    <a:close/>
                    <a:moveTo>
                      <a:pt x="107460" y="30643"/>
                    </a:moveTo>
                    <a:lnTo>
                      <a:pt x="107460" y="29643"/>
                    </a:lnTo>
                    <a:lnTo>
                      <a:pt x="105725" y="29512"/>
                    </a:lnTo>
                    <a:cubicBezTo>
                      <a:pt x="103729" y="29377"/>
                      <a:pt x="102864" y="28178"/>
                      <a:pt x="102864" y="25579"/>
                    </a:cubicBezTo>
                    <a:lnTo>
                      <a:pt x="102864" y="11859"/>
                    </a:lnTo>
                    <a:cubicBezTo>
                      <a:pt x="102864" y="3997"/>
                      <a:pt x="100264" y="0"/>
                      <a:pt x="95137" y="0"/>
                    </a:cubicBezTo>
                    <a:cubicBezTo>
                      <a:pt x="91271" y="0"/>
                      <a:pt x="87874" y="1734"/>
                      <a:pt x="84278" y="5596"/>
                    </a:cubicBezTo>
                    <a:cubicBezTo>
                      <a:pt x="83080" y="1802"/>
                      <a:pt x="80814" y="0"/>
                      <a:pt x="77217" y="0"/>
                    </a:cubicBezTo>
                    <a:cubicBezTo>
                      <a:pt x="74285" y="0"/>
                      <a:pt x="72419" y="933"/>
                      <a:pt x="66891" y="5132"/>
                    </a:cubicBezTo>
                    <a:lnTo>
                      <a:pt x="66891" y="135"/>
                    </a:lnTo>
                    <a:lnTo>
                      <a:pt x="66427" y="0"/>
                    </a:lnTo>
                    <a:cubicBezTo>
                      <a:pt x="63030" y="1266"/>
                      <a:pt x="60763" y="2000"/>
                      <a:pt x="57100" y="3001"/>
                    </a:cubicBezTo>
                    <a:lnTo>
                      <a:pt x="57100" y="4132"/>
                    </a:lnTo>
                    <a:cubicBezTo>
                      <a:pt x="57965" y="3933"/>
                      <a:pt x="58497" y="3866"/>
                      <a:pt x="59232" y="3866"/>
                    </a:cubicBezTo>
                    <a:cubicBezTo>
                      <a:pt x="60961" y="3866"/>
                      <a:pt x="61561" y="4929"/>
                      <a:pt x="61561" y="8128"/>
                    </a:cubicBezTo>
                    <a:lnTo>
                      <a:pt x="61561" y="24979"/>
                    </a:lnTo>
                    <a:cubicBezTo>
                      <a:pt x="61561" y="28579"/>
                      <a:pt x="60629" y="29575"/>
                      <a:pt x="56902" y="29643"/>
                    </a:cubicBezTo>
                    <a:lnTo>
                      <a:pt x="56902" y="30643"/>
                    </a:lnTo>
                    <a:lnTo>
                      <a:pt x="71689" y="30643"/>
                    </a:lnTo>
                    <a:lnTo>
                      <a:pt x="71689" y="29643"/>
                    </a:lnTo>
                    <a:cubicBezTo>
                      <a:pt x="68157" y="29512"/>
                      <a:pt x="67158" y="28777"/>
                      <a:pt x="67158" y="26178"/>
                    </a:cubicBezTo>
                    <a:lnTo>
                      <a:pt x="67158" y="7394"/>
                    </a:lnTo>
                    <a:cubicBezTo>
                      <a:pt x="67158" y="7394"/>
                      <a:pt x="67692" y="6596"/>
                      <a:pt x="68157" y="6128"/>
                    </a:cubicBezTo>
                    <a:cubicBezTo>
                      <a:pt x="69825" y="4596"/>
                      <a:pt x="72686" y="3465"/>
                      <a:pt x="75019" y="3465"/>
                    </a:cubicBezTo>
                    <a:cubicBezTo>
                      <a:pt x="77948" y="3465"/>
                      <a:pt x="79417" y="5798"/>
                      <a:pt x="79417" y="10458"/>
                    </a:cubicBezTo>
                    <a:lnTo>
                      <a:pt x="79417" y="24916"/>
                    </a:lnTo>
                    <a:cubicBezTo>
                      <a:pt x="79417" y="28643"/>
                      <a:pt x="78683" y="29377"/>
                      <a:pt x="74884" y="29643"/>
                    </a:cubicBezTo>
                    <a:lnTo>
                      <a:pt x="74884" y="30643"/>
                    </a:lnTo>
                    <a:lnTo>
                      <a:pt x="89807" y="30643"/>
                    </a:lnTo>
                    <a:lnTo>
                      <a:pt x="89807" y="29643"/>
                    </a:lnTo>
                    <a:cubicBezTo>
                      <a:pt x="86008" y="29575"/>
                      <a:pt x="85009" y="28444"/>
                      <a:pt x="85009" y="24317"/>
                    </a:cubicBezTo>
                    <a:lnTo>
                      <a:pt x="85009" y="7529"/>
                    </a:lnTo>
                    <a:cubicBezTo>
                      <a:pt x="87009" y="4663"/>
                      <a:pt x="89207" y="3465"/>
                      <a:pt x="92272" y="3465"/>
                    </a:cubicBezTo>
                    <a:cubicBezTo>
                      <a:pt x="96069" y="3465"/>
                      <a:pt x="97268" y="5263"/>
                      <a:pt x="97268" y="10791"/>
                    </a:cubicBezTo>
                    <a:lnTo>
                      <a:pt x="97268" y="24848"/>
                    </a:lnTo>
                    <a:cubicBezTo>
                      <a:pt x="97268" y="28643"/>
                      <a:pt x="96732" y="29178"/>
                      <a:pt x="92870" y="29643"/>
                    </a:cubicBezTo>
                    <a:lnTo>
                      <a:pt x="92870" y="30643"/>
                    </a:lnTo>
                    <a:lnTo>
                      <a:pt x="107460" y="30643"/>
                    </a:lnTo>
                    <a:close/>
                    <a:moveTo>
                      <a:pt x="135912" y="20185"/>
                    </a:moveTo>
                    <a:lnTo>
                      <a:pt x="134849" y="19717"/>
                    </a:lnTo>
                    <a:cubicBezTo>
                      <a:pt x="131649" y="24781"/>
                      <a:pt x="128788" y="26714"/>
                      <a:pt x="124521" y="26714"/>
                    </a:cubicBezTo>
                    <a:cubicBezTo>
                      <a:pt x="120858" y="26714"/>
                      <a:pt x="118060" y="24979"/>
                      <a:pt x="116131" y="21384"/>
                    </a:cubicBezTo>
                    <a:cubicBezTo>
                      <a:pt x="114798" y="18784"/>
                      <a:pt x="114266" y="16455"/>
                      <a:pt x="114131" y="12192"/>
                    </a:cubicBezTo>
                    <a:lnTo>
                      <a:pt x="134649" y="12192"/>
                    </a:lnTo>
                    <a:cubicBezTo>
                      <a:pt x="134113" y="7862"/>
                      <a:pt x="133447" y="5929"/>
                      <a:pt x="131784" y="3798"/>
                    </a:cubicBezTo>
                    <a:cubicBezTo>
                      <a:pt x="129784" y="1401"/>
                      <a:pt x="126721" y="0"/>
                      <a:pt x="123255" y="0"/>
                    </a:cubicBezTo>
                    <a:cubicBezTo>
                      <a:pt x="114996" y="0"/>
                      <a:pt x="109337" y="6664"/>
                      <a:pt x="109337" y="16387"/>
                    </a:cubicBezTo>
                    <a:cubicBezTo>
                      <a:pt x="109337" y="25579"/>
                      <a:pt x="114131" y="31310"/>
                      <a:pt x="121790" y="31310"/>
                    </a:cubicBezTo>
                    <a:cubicBezTo>
                      <a:pt x="128185" y="31310"/>
                      <a:pt x="133114" y="27380"/>
                      <a:pt x="135912" y="20185"/>
                    </a:cubicBezTo>
                    <a:close/>
                    <a:moveTo>
                      <a:pt x="127855" y="10061"/>
                    </a:moveTo>
                    <a:lnTo>
                      <a:pt x="114266" y="10061"/>
                    </a:lnTo>
                    <a:cubicBezTo>
                      <a:pt x="114996" y="4798"/>
                      <a:pt x="117263" y="2401"/>
                      <a:pt x="121327" y="2401"/>
                    </a:cubicBezTo>
                    <a:cubicBezTo>
                      <a:pt x="125391" y="2401"/>
                      <a:pt x="126986" y="4266"/>
                      <a:pt x="127855" y="10061"/>
                    </a:cubicBez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" name="left_annotation_outline_6"/>
              <p:cNvSpPr/>
              <p:nvPr/>
            </p:nvSpPr>
            <p:spPr>
              <a:xfrm>
                <a:off x="734907" y="1470960"/>
                <a:ext cx="77613" cy="46160"/>
              </a:xfrm>
              <a:custGeom>
                <a:avLst/>
                <a:gdLst/>
                <a:ahLst/>
                <a:cxnLst/>
                <a:rect l="0" t="0" r="r" b="b"/>
                <a:pathLst>
                  <a:path w="77614" h="46161">
                    <a:moveTo>
                      <a:pt x="19784" y="37632"/>
                    </a:moveTo>
                    <a:cubicBezTo>
                      <a:pt x="19784" y="34302"/>
                      <a:pt x="18251" y="32103"/>
                      <a:pt x="14187" y="29706"/>
                    </a:cubicBezTo>
                    <a:lnTo>
                      <a:pt x="6993" y="25444"/>
                    </a:lnTo>
                    <a:cubicBezTo>
                      <a:pt x="5127" y="24376"/>
                      <a:pt x="4131" y="22713"/>
                      <a:pt x="4131" y="20915"/>
                    </a:cubicBezTo>
                    <a:cubicBezTo>
                      <a:pt x="4131" y="18185"/>
                      <a:pt x="6195" y="16383"/>
                      <a:pt x="9258" y="16383"/>
                    </a:cubicBezTo>
                    <a:cubicBezTo>
                      <a:pt x="13057" y="16383"/>
                      <a:pt x="15053" y="18582"/>
                      <a:pt x="16585" y="24578"/>
                    </a:cubicBezTo>
                    <a:lnTo>
                      <a:pt x="17584" y="24578"/>
                    </a:lnTo>
                    <a:lnTo>
                      <a:pt x="17319" y="15518"/>
                    </a:lnTo>
                    <a:lnTo>
                      <a:pt x="16585" y="15518"/>
                    </a:lnTo>
                    <a:lnTo>
                      <a:pt x="16454" y="15653"/>
                    </a:lnTo>
                    <a:cubicBezTo>
                      <a:pt x="15855" y="16117"/>
                      <a:pt x="15787" y="16184"/>
                      <a:pt x="15521" y="16184"/>
                    </a:cubicBezTo>
                    <a:cubicBezTo>
                      <a:pt x="15121" y="16184"/>
                      <a:pt x="14454" y="16050"/>
                      <a:pt x="13720" y="15720"/>
                    </a:cubicBezTo>
                    <a:cubicBezTo>
                      <a:pt x="12323" y="15185"/>
                      <a:pt x="10790" y="14919"/>
                      <a:pt x="9191" y="14919"/>
                    </a:cubicBezTo>
                    <a:cubicBezTo>
                      <a:pt x="3730" y="14919"/>
                      <a:pt x="0" y="18248"/>
                      <a:pt x="0" y="23114"/>
                    </a:cubicBezTo>
                    <a:cubicBezTo>
                      <a:pt x="0" y="26841"/>
                      <a:pt x="2131" y="29440"/>
                      <a:pt x="7794" y="32702"/>
                    </a:cubicBezTo>
                    <a:lnTo>
                      <a:pt x="11656" y="34901"/>
                    </a:lnTo>
                    <a:cubicBezTo>
                      <a:pt x="13989" y="36235"/>
                      <a:pt x="15121" y="37834"/>
                      <a:pt x="15121" y="39898"/>
                    </a:cubicBezTo>
                    <a:cubicBezTo>
                      <a:pt x="15121" y="42831"/>
                      <a:pt x="12990" y="44696"/>
                      <a:pt x="9592" y="44696"/>
                    </a:cubicBezTo>
                    <a:cubicBezTo>
                      <a:pt x="4996" y="44696"/>
                      <a:pt x="2662" y="42164"/>
                      <a:pt x="1130" y="35370"/>
                    </a:cubicBezTo>
                    <a:lnTo>
                      <a:pt x="67" y="35370"/>
                    </a:lnTo>
                    <a:lnTo>
                      <a:pt x="67" y="45760"/>
                    </a:lnTo>
                    <a:lnTo>
                      <a:pt x="932" y="45760"/>
                    </a:lnTo>
                    <a:cubicBezTo>
                      <a:pt x="1397" y="45093"/>
                      <a:pt x="1666" y="44962"/>
                      <a:pt x="2464" y="44962"/>
                    </a:cubicBezTo>
                    <a:cubicBezTo>
                      <a:pt x="3198" y="44962"/>
                      <a:pt x="3928" y="45093"/>
                      <a:pt x="5528" y="45494"/>
                    </a:cubicBezTo>
                    <a:cubicBezTo>
                      <a:pt x="7393" y="45895"/>
                      <a:pt x="9060" y="46161"/>
                      <a:pt x="10457" y="46161"/>
                    </a:cubicBezTo>
                    <a:cubicBezTo>
                      <a:pt x="15521" y="46161"/>
                      <a:pt x="19784" y="42295"/>
                      <a:pt x="19784" y="37632"/>
                    </a:cubicBezTo>
                    <a:close/>
                    <a:moveTo>
                      <a:pt x="51965" y="42831"/>
                    </a:moveTo>
                    <a:lnTo>
                      <a:pt x="51965" y="41096"/>
                    </a:lnTo>
                    <a:cubicBezTo>
                      <a:pt x="50829" y="42029"/>
                      <a:pt x="50032" y="42362"/>
                      <a:pt x="49031" y="42362"/>
                    </a:cubicBezTo>
                    <a:cubicBezTo>
                      <a:pt x="47499" y="42362"/>
                      <a:pt x="47036" y="41430"/>
                      <a:pt x="47036" y="38501"/>
                    </a:cubicBezTo>
                    <a:lnTo>
                      <a:pt x="47036" y="25511"/>
                    </a:lnTo>
                    <a:cubicBezTo>
                      <a:pt x="47036" y="22114"/>
                      <a:pt x="46702" y="20248"/>
                      <a:pt x="45770" y="18717"/>
                    </a:cubicBezTo>
                    <a:cubicBezTo>
                      <a:pt x="44369" y="16184"/>
                      <a:pt x="41502" y="14851"/>
                      <a:pt x="37442" y="14851"/>
                    </a:cubicBezTo>
                    <a:cubicBezTo>
                      <a:pt x="34045" y="14851"/>
                      <a:pt x="30847" y="15784"/>
                      <a:pt x="28981" y="17316"/>
                    </a:cubicBezTo>
                    <a:cubicBezTo>
                      <a:pt x="27314" y="18717"/>
                      <a:pt x="26251" y="20649"/>
                      <a:pt x="26251" y="22312"/>
                    </a:cubicBezTo>
                    <a:cubicBezTo>
                      <a:pt x="26251" y="23844"/>
                      <a:pt x="27517" y="25178"/>
                      <a:pt x="29116" y="25178"/>
                    </a:cubicBezTo>
                    <a:cubicBezTo>
                      <a:pt x="30711" y="25178"/>
                      <a:pt x="32113" y="23844"/>
                      <a:pt x="32113" y="22380"/>
                    </a:cubicBezTo>
                    <a:cubicBezTo>
                      <a:pt x="32113" y="22114"/>
                      <a:pt x="32045" y="21780"/>
                      <a:pt x="31977" y="21312"/>
                    </a:cubicBezTo>
                    <a:cubicBezTo>
                      <a:pt x="31847" y="20713"/>
                      <a:pt x="31779" y="20181"/>
                      <a:pt x="31779" y="19717"/>
                    </a:cubicBezTo>
                    <a:cubicBezTo>
                      <a:pt x="31779" y="17915"/>
                      <a:pt x="33910" y="16450"/>
                      <a:pt x="36573" y="16450"/>
                    </a:cubicBezTo>
                    <a:cubicBezTo>
                      <a:pt x="39840" y="16450"/>
                      <a:pt x="41638" y="18383"/>
                      <a:pt x="41638" y="21979"/>
                    </a:cubicBezTo>
                    <a:lnTo>
                      <a:pt x="41638" y="26043"/>
                    </a:lnTo>
                    <a:cubicBezTo>
                      <a:pt x="31378" y="30174"/>
                      <a:pt x="30248" y="30706"/>
                      <a:pt x="27382" y="33238"/>
                    </a:cubicBezTo>
                    <a:cubicBezTo>
                      <a:pt x="25917" y="34568"/>
                      <a:pt x="24985" y="36834"/>
                      <a:pt x="24985" y="39033"/>
                    </a:cubicBezTo>
                    <a:cubicBezTo>
                      <a:pt x="24985" y="43228"/>
                      <a:pt x="27850" y="46161"/>
                      <a:pt x="31977" y="46161"/>
                    </a:cubicBezTo>
                    <a:cubicBezTo>
                      <a:pt x="34911" y="46161"/>
                      <a:pt x="37642" y="44760"/>
                      <a:pt x="41706" y="41299"/>
                    </a:cubicBezTo>
                    <a:cubicBezTo>
                      <a:pt x="42038" y="44827"/>
                      <a:pt x="43237" y="46161"/>
                      <a:pt x="45968" y="46161"/>
                    </a:cubicBezTo>
                    <a:cubicBezTo>
                      <a:pt x="48233" y="46161"/>
                      <a:pt x="49630" y="45359"/>
                      <a:pt x="51965" y="42831"/>
                    </a:cubicBezTo>
                    <a:close/>
                    <a:moveTo>
                      <a:pt x="41638" y="37302"/>
                    </a:moveTo>
                    <a:cubicBezTo>
                      <a:pt x="41638" y="39366"/>
                      <a:pt x="41304" y="39965"/>
                      <a:pt x="39907" y="40830"/>
                    </a:cubicBezTo>
                    <a:cubicBezTo>
                      <a:pt x="38308" y="41763"/>
                      <a:pt x="36443" y="42295"/>
                      <a:pt x="35042" y="42295"/>
                    </a:cubicBezTo>
                    <a:cubicBezTo>
                      <a:pt x="32711" y="42295"/>
                      <a:pt x="30847" y="40033"/>
                      <a:pt x="30847" y="37167"/>
                    </a:cubicBezTo>
                    <a:lnTo>
                      <a:pt x="30847" y="36901"/>
                    </a:lnTo>
                    <a:cubicBezTo>
                      <a:pt x="30847" y="32972"/>
                      <a:pt x="33578" y="30571"/>
                      <a:pt x="41638" y="27642"/>
                    </a:cubicBezTo>
                    <a:lnTo>
                      <a:pt x="41638" y="37302"/>
                    </a:lnTo>
                    <a:close/>
                    <a:moveTo>
                      <a:pt x="77614" y="4128"/>
                    </a:moveTo>
                    <a:cubicBezTo>
                      <a:pt x="77614" y="1730"/>
                      <a:pt x="74685" y="0"/>
                      <a:pt x="70688" y="0"/>
                    </a:cubicBezTo>
                    <a:cubicBezTo>
                      <a:pt x="66490" y="0"/>
                      <a:pt x="63029" y="1798"/>
                      <a:pt x="61294" y="4794"/>
                    </a:cubicBezTo>
                    <a:cubicBezTo>
                      <a:pt x="59563" y="7791"/>
                      <a:pt x="59032" y="10188"/>
                      <a:pt x="58965" y="15518"/>
                    </a:cubicBezTo>
                    <a:lnTo>
                      <a:pt x="53499" y="15518"/>
                    </a:lnTo>
                    <a:lnTo>
                      <a:pt x="53499" y="17649"/>
                    </a:lnTo>
                    <a:lnTo>
                      <a:pt x="58965" y="17649"/>
                    </a:lnTo>
                    <a:lnTo>
                      <a:pt x="58965" y="38564"/>
                    </a:lnTo>
                    <a:cubicBezTo>
                      <a:pt x="58965" y="43430"/>
                      <a:pt x="58230" y="44228"/>
                      <a:pt x="53435" y="44494"/>
                    </a:cubicBezTo>
                    <a:lnTo>
                      <a:pt x="53435" y="45494"/>
                    </a:lnTo>
                    <a:lnTo>
                      <a:pt x="70756" y="45494"/>
                    </a:lnTo>
                    <a:lnTo>
                      <a:pt x="70756" y="44494"/>
                    </a:lnTo>
                    <a:cubicBezTo>
                      <a:pt x="65291" y="44295"/>
                      <a:pt x="64560" y="43561"/>
                      <a:pt x="64560" y="38564"/>
                    </a:cubicBezTo>
                    <a:lnTo>
                      <a:pt x="64560" y="17649"/>
                    </a:lnTo>
                    <a:lnTo>
                      <a:pt x="72685" y="17649"/>
                    </a:lnTo>
                    <a:lnTo>
                      <a:pt x="72685" y="15518"/>
                    </a:lnTo>
                    <a:lnTo>
                      <a:pt x="64493" y="15518"/>
                    </a:lnTo>
                    <a:lnTo>
                      <a:pt x="64493" y="7791"/>
                    </a:lnTo>
                    <a:cubicBezTo>
                      <a:pt x="64493" y="3862"/>
                      <a:pt x="65759" y="1861"/>
                      <a:pt x="68290" y="1861"/>
                    </a:cubicBezTo>
                    <a:cubicBezTo>
                      <a:pt x="69755" y="1861"/>
                      <a:pt x="70621" y="2528"/>
                      <a:pt x="71819" y="4461"/>
                    </a:cubicBezTo>
                    <a:cubicBezTo>
                      <a:pt x="72887" y="6259"/>
                      <a:pt x="73684" y="6858"/>
                      <a:pt x="74816" y="6858"/>
                    </a:cubicBezTo>
                    <a:cubicBezTo>
                      <a:pt x="76415" y="6858"/>
                      <a:pt x="77614" y="5660"/>
                      <a:pt x="77614" y="4128"/>
                    </a:cubicBez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" name="left_annotation_outline_7"/>
              <p:cNvSpPr/>
              <p:nvPr/>
            </p:nvSpPr>
            <p:spPr>
              <a:xfrm>
                <a:off x="808483" y="1477886"/>
                <a:ext cx="78075" cy="53089"/>
              </a:xfrm>
              <a:custGeom>
                <a:avLst/>
                <a:gdLst/>
                <a:ahLst/>
                <a:cxnLst/>
                <a:rect l="0" t="0" r="r" b="b"/>
                <a:pathLst>
                  <a:path w="78076" h="53090">
                    <a:moveTo>
                      <a:pt x="26575" y="28111"/>
                    </a:moveTo>
                    <a:lnTo>
                      <a:pt x="25510" y="27642"/>
                    </a:lnTo>
                    <a:cubicBezTo>
                      <a:pt x="22313" y="32707"/>
                      <a:pt x="19451" y="34639"/>
                      <a:pt x="15184" y="34639"/>
                    </a:cubicBezTo>
                    <a:cubicBezTo>
                      <a:pt x="11521" y="34639"/>
                      <a:pt x="8724" y="32905"/>
                      <a:pt x="6795" y="29309"/>
                    </a:cubicBezTo>
                    <a:cubicBezTo>
                      <a:pt x="5461" y="26710"/>
                      <a:pt x="4929" y="24380"/>
                      <a:pt x="4794" y="20118"/>
                    </a:cubicBezTo>
                    <a:lnTo>
                      <a:pt x="25312" y="20118"/>
                    </a:lnTo>
                    <a:cubicBezTo>
                      <a:pt x="24776" y="15788"/>
                      <a:pt x="24110" y="13855"/>
                      <a:pt x="22447" y="11724"/>
                    </a:cubicBezTo>
                    <a:cubicBezTo>
                      <a:pt x="20447" y="9327"/>
                      <a:pt x="17382" y="7926"/>
                      <a:pt x="13918" y="7926"/>
                    </a:cubicBezTo>
                    <a:cubicBezTo>
                      <a:pt x="5659" y="7926"/>
                      <a:pt x="0" y="14589"/>
                      <a:pt x="0" y="24313"/>
                    </a:cubicBezTo>
                    <a:cubicBezTo>
                      <a:pt x="0" y="33504"/>
                      <a:pt x="4794" y="39235"/>
                      <a:pt x="12454" y="39235"/>
                    </a:cubicBezTo>
                    <a:cubicBezTo>
                      <a:pt x="18848" y="39235"/>
                      <a:pt x="23777" y="35306"/>
                      <a:pt x="26575" y="28111"/>
                    </a:cubicBezTo>
                    <a:close/>
                    <a:moveTo>
                      <a:pt x="18518" y="17986"/>
                    </a:moveTo>
                    <a:lnTo>
                      <a:pt x="4929" y="17986"/>
                    </a:lnTo>
                    <a:cubicBezTo>
                      <a:pt x="5659" y="12724"/>
                      <a:pt x="7926" y="10327"/>
                      <a:pt x="11990" y="10327"/>
                    </a:cubicBezTo>
                    <a:cubicBezTo>
                      <a:pt x="16054" y="10327"/>
                      <a:pt x="17649" y="12192"/>
                      <a:pt x="18518" y="17986"/>
                    </a:cubicBezTo>
                    <a:close/>
                    <a:moveTo>
                      <a:pt x="46501" y="34171"/>
                    </a:moveTo>
                    <a:lnTo>
                      <a:pt x="45636" y="33441"/>
                    </a:lnTo>
                    <a:cubicBezTo>
                      <a:pt x="44167" y="35171"/>
                      <a:pt x="43104" y="35770"/>
                      <a:pt x="41639" y="35770"/>
                    </a:cubicBezTo>
                    <a:cubicBezTo>
                      <a:pt x="39171" y="35770"/>
                      <a:pt x="38175" y="34040"/>
                      <a:pt x="38175" y="29778"/>
                    </a:cubicBezTo>
                    <a:lnTo>
                      <a:pt x="38175" y="10724"/>
                    </a:lnTo>
                    <a:lnTo>
                      <a:pt x="44901" y="10724"/>
                    </a:lnTo>
                    <a:lnTo>
                      <a:pt x="44901" y="8592"/>
                    </a:lnTo>
                    <a:lnTo>
                      <a:pt x="38175" y="8592"/>
                    </a:lnTo>
                    <a:lnTo>
                      <a:pt x="38175" y="865"/>
                    </a:lnTo>
                    <a:cubicBezTo>
                      <a:pt x="38175" y="199"/>
                      <a:pt x="38039" y="0"/>
                      <a:pt x="37706" y="0"/>
                    </a:cubicBezTo>
                    <a:cubicBezTo>
                      <a:pt x="37309" y="667"/>
                      <a:pt x="36841" y="1266"/>
                      <a:pt x="36377" y="1865"/>
                    </a:cubicBezTo>
                    <a:cubicBezTo>
                      <a:pt x="33912" y="5529"/>
                      <a:pt x="31646" y="7993"/>
                      <a:pt x="29915" y="8993"/>
                    </a:cubicBezTo>
                    <a:cubicBezTo>
                      <a:pt x="29181" y="9458"/>
                      <a:pt x="28781" y="9858"/>
                      <a:pt x="28781" y="10259"/>
                    </a:cubicBezTo>
                    <a:cubicBezTo>
                      <a:pt x="28781" y="10458"/>
                      <a:pt x="28848" y="10593"/>
                      <a:pt x="29046" y="10724"/>
                    </a:cubicBezTo>
                    <a:lnTo>
                      <a:pt x="32578" y="10724"/>
                    </a:lnTo>
                    <a:lnTo>
                      <a:pt x="32578" y="30774"/>
                    </a:lnTo>
                    <a:cubicBezTo>
                      <a:pt x="32578" y="36370"/>
                      <a:pt x="34574" y="39235"/>
                      <a:pt x="38440" y="39235"/>
                    </a:cubicBezTo>
                    <a:cubicBezTo>
                      <a:pt x="41770" y="39235"/>
                      <a:pt x="44303" y="37636"/>
                      <a:pt x="46501" y="34171"/>
                    </a:cubicBezTo>
                    <a:close/>
                    <a:moveTo>
                      <a:pt x="78076" y="9593"/>
                    </a:moveTo>
                    <a:lnTo>
                      <a:pt x="78076" y="8592"/>
                    </a:lnTo>
                    <a:lnTo>
                      <a:pt x="69087" y="8592"/>
                    </a:lnTo>
                    <a:lnTo>
                      <a:pt x="69087" y="9593"/>
                    </a:lnTo>
                    <a:cubicBezTo>
                      <a:pt x="71218" y="9593"/>
                      <a:pt x="72282" y="10192"/>
                      <a:pt x="72282" y="11259"/>
                    </a:cubicBezTo>
                    <a:cubicBezTo>
                      <a:pt x="72282" y="11525"/>
                      <a:pt x="72215" y="11922"/>
                      <a:pt x="72015" y="12391"/>
                    </a:cubicBezTo>
                    <a:lnTo>
                      <a:pt x="65555" y="30774"/>
                    </a:lnTo>
                    <a:lnTo>
                      <a:pt x="57895" y="13922"/>
                    </a:lnTo>
                    <a:cubicBezTo>
                      <a:pt x="57494" y="12990"/>
                      <a:pt x="57229" y="12125"/>
                      <a:pt x="57229" y="11390"/>
                    </a:cubicBezTo>
                    <a:cubicBezTo>
                      <a:pt x="57229" y="10192"/>
                      <a:pt x="58228" y="9727"/>
                      <a:pt x="61090" y="9593"/>
                    </a:cubicBezTo>
                    <a:lnTo>
                      <a:pt x="61090" y="8592"/>
                    </a:lnTo>
                    <a:lnTo>
                      <a:pt x="47370" y="8592"/>
                    </a:lnTo>
                    <a:lnTo>
                      <a:pt x="47370" y="9525"/>
                    </a:lnTo>
                    <a:cubicBezTo>
                      <a:pt x="49101" y="9791"/>
                      <a:pt x="50235" y="10525"/>
                      <a:pt x="50767" y="11656"/>
                    </a:cubicBezTo>
                    <a:lnTo>
                      <a:pt x="61756" y="34838"/>
                    </a:lnTo>
                    <a:cubicBezTo>
                      <a:pt x="62225" y="35969"/>
                      <a:pt x="62490" y="36771"/>
                      <a:pt x="62490" y="37302"/>
                    </a:cubicBezTo>
                    <a:cubicBezTo>
                      <a:pt x="62490" y="38302"/>
                      <a:pt x="60959" y="42497"/>
                      <a:pt x="59828" y="44498"/>
                    </a:cubicBezTo>
                    <a:cubicBezTo>
                      <a:pt x="58895" y="46228"/>
                      <a:pt x="57427" y="47494"/>
                      <a:pt x="56495" y="47494"/>
                    </a:cubicBezTo>
                    <a:cubicBezTo>
                      <a:pt x="56097" y="47494"/>
                      <a:pt x="55498" y="47359"/>
                      <a:pt x="54831" y="47030"/>
                    </a:cubicBezTo>
                    <a:cubicBezTo>
                      <a:pt x="53565" y="46561"/>
                      <a:pt x="52434" y="46296"/>
                      <a:pt x="51299" y="46296"/>
                    </a:cubicBezTo>
                    <a:cubicBezTo>
                      <a:pt x="49767" y="46296"/>
                      <a:pt x="48438" y="47629"/>
                      <a:pt x="48438" y="49224"/>
                    </a:cubicBezTo>
                    <a:cubicBezTo>
                      <a:pt x="48438" y="51423"/>
                      <a:pt x="50569" y="53090"/>
                      <a:pt x="53367" y="53090"/>
                    </a:cubicBezTo>
                    <a:cubicBezTo>
                      <a:pt x="57828" y="53090"/>
                      <a:pt x="61026" y="49359"/>
                      <a:pt x="64623" y="39767"/>
                    </a:cubicBezTo>
                    <a:lnTo>
                      <a:pt x="74882" y="12589"/>
                    </a:lnTo>
                    <a:cubicBezTo>
                      <a:pt x="75747" y="10458"/>
                      <a:pt x="76481" y="9791"/>
                      <a:pt x="78076" y="9593"/>
                    </a:cubicBez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" name="left_annotation_outline_8"/>
              <p:cNvSpPr/>
              <p:nvPr/>
            </p:nvSpPr>
            <p:spPr>
              <a:xfrm>
                <a:off x="905698" y="1470960"/>
                <a:ext cx="129651" cy="46160"/>
              </a:xfrm>
              <a:custGeom>
                <a:avLst/>
                <a:gdLst/>
                <a:ahLst/>
                <a:cxnLst/>
                <a:rect l="0" t="0" r="r" b="b"/>
                <a:pathLst>
                  <a:path w="129652" h="46161">
                    <a:moveTo>
                      <a:pt x="17720" y="41096"/>
                    </a:moveTo>
                    <a:lnTo>
                      <a:pt x="16855" y="40366"/>
                    </a:lnTo>
                    <a:cubicBezTo>
                      <a:pt x="15386" y="42097"/>
                      <a:pt x="14323" y="42696"/>
                      <a:pt x="12859" y="42696"/>
                    </a:cubicBezTo>
                    <a:cubicBezTo>
                      <a:pt x="10390" y="42696"/>
                      <a:pt x="9394" y="40965"/>
                      <a:pt x="9394" y="36703"/>
                    </a:cubicBezTo>
                    <a:lnTo>
                      <a:pt x="9394" y="17649"/>
                    </a:lnTo>
                    <a:lnTo>
                      <a:pt x="16121" y="17649"/>
                    </a:lnTo>
                    <a:lnTo>
                      <a:pt x="16121" y="15518"/>
                    </a:lnTo>
                    <a:lnTo>
                      <a:pt x="9394" y="15518"/>
                    </a:lnTo>
                    <a:lnTo>
                      <a:pt x="9394" y="7791"/>
                    </a:lnTo>
                    <a:cubicBezTo>
                      <a:pt x="9394" y="7124"/>
                      <a:pt x="9258" y="6925"/>
                      <a:pt x="8926" y="6925"/>
                    </a:cubicBezTo>
                    <a:cubicBezTo>
                      <a:pt x="8528" y="7592"/>
                      <a:pt x="8061" y="8191"/>
                      <a:pt x="7596" y="8791"/>
                    </a:cubicBezTo>
                    <a:cubicBezTo>
                      <a:pt x="5132" y="12454"/>
                      <a:pt x="2865" y="14919"/>
                      <a:pt x="1135" y="15919"/>
                    </a:cubicBezTo>
                    <a:cubicBezTo>
                      <a:pt x="400" y="16383"/>
                      <a:pt x="0" y="16784"/>
                      <a:pt x="0" y="17185"/>
                    </a:cubicBezTo>
                    <a:cubicBezTo>
                      <a:pt x="0" y="17383"/>
                      <a:pt x="67" y="17518"/>
                      <a:pt x="265" y="17649"/>
                    </a:cubicBezTo>
                    <a:lnTo>
                      <a:pt x="3797" y="17649"/>
                    </a:lnTo>
                    <a:lnTo>
                      <a:pt x="3797" y="37699"/>
                    </a:lnTo>
                    <a:cubicBezTo>
                      <a:pt x="3797" y="43295"/>
                      <a:pt x="5794" y="46161"/>
                      <a:pt x="9660" y="46161"/>
                    </a:cubicBezTo>
                    <a:cubicBezTo>
                      <a:pt x="12990" y="46161"/>
                      <a:pt x="15522" y="44561"/>
                      <a:pt x="17720" y="41096"/>
                    </a:cubicBezTo>
                    <a:close/>
                    <a:moveTo>
                      <a:pt x="47100" y="42831"/>
                    </a:moveTo>
                    <a:lnTo>
                      <a:pt x="47100" y="41096"/>
                    </a:lnTo>
                    <a:cubicBezTo>
                      <a:pt x="45966" y="42029"/>
                      <a:pt x="45168" y="42362"/>
                      <a:pt x="44168" y="42362"/>
                    </a:cubicBezTo>
                    <a:cubicBezTo>
                      <a:pt x="42636" y="42362"/>
                      <a:pt x="42172" y="41430"/>
                      <a:pt x="42172" y="38501"/>
                    </a:cubicBezTo>
                    <a:lnTo>
                      <a:pt x="42172" y="25511"/>
                    </a:lnTo>
                    <a:cubicBezTo>
                      <a:pt x="42172" y="22114"/>
                      <a:pt x="41839" y="20248"/>
                      <a:pt x="40905" y="18717"/>
                    </a:cubicBezTo>
                    <a:cubicBezTo>
                      <a:pt x="39505" y="16184"/>
                      <a:pt x="36639" y="14851"/>
                      <a:pt x="32579" y="14851"/>
                    </a:cubicBezTo>
                    <a:cubicBezTo>
                      <a:pt x="29182" y="14851"/>
                      <a:pt x="25983" y="15784"/>
                      <a:pt x="24117" y="17316"/>
                    </a:cubicBezTo>
                    <a:cubicBezTo>
                      <a:pt x="22451" y="18717"/>
                      <a:pt x="21387" y="20649"/>
                      <a:pt x="21387" y="22312"/>
                    </a:cubicBezTo>
                    <a:cubicBezTo>
                      <a:pt x="21387" y="23844"/>
                      <a:pt x="22653" y="25178"/>
                      <a:pt x="24253" y="25178"/>
                    </a:cubicBezTo>
                    <a:cubicBezTo>
                      <a:pt x="25848" y="25178"/>
                      <a:pt x="27249" y="23844"/>
                      <a:pt x="27249" y="22380"/>
                    </a:cubicBezTo>
                    <a:cubicBezTo>
                      <a:pt x="27249" y="22114"/>
                      <a:pt x="27182" y="21780"/>
                      <a:pt x="27114" y="21312"/>
                    </a:cubicBezTo>
                    <a:cubicBezTo>
                      <a:pt x="26984" y="20713"/>
                      <a:pt x="26916" y="20181"/>
                      <a:pt x="26916" y="19717"/>
                    </a:cubicBezTo>
                    <a:cubicBezTo>
                      <a:pt x="26916" y="17915"/>
                      <a:pt x="29047" y="16450"/>
                      <a:pt x="31711" y="16450"/>
                    </a:cubicBezTo>
                    <a:cubicBezTo>
                      <a:pt x="34976" y="16450"/>
                      <a:pt x="36774" y="18383"/>
                      <a:pt x="36774" y="21979"/>
                    </a:cubicBezTo>
                    <a:lnTo>
                      <a:pt x="36774" y="26043"/>
                    </a:lnTo>
                    <a:cubicBezTo>
                      <a:pt x="26515" y="30174"/>
                      <a:pt x="25383" y="30706"/>
                      <a:pt x="22518" y="33238"/>
                    </a:cubicBezTo>
                    <a:cubicBezTo>
                      <a:pt x="21054" y="34568"/>
                      <a:pt x="20122" y="36834"/>
                      <a:pt x="20122" y="39033"/>
                    </a:cubicBezTo>
                    <a:cubicBezTo>
                      <a:pt x="20122" y="43228"/>
                      <a:pt x="22987" y="46161"/>
                      <a:pt x="27114" y="46161"/>
                    </a:cubicBezTo>
                    <a:cubicBezTo>
                      <a:pt x="30047" y="46161"/>
                      <a:pt x="32777" y="44760"/>
                      <a:pt x="36841" y="41299"/>
                    </a:cubicBezTo>
                    <a:cubicBezTo>
                      <a:pt x="37175" y="44827"/>
                      <a:pt x="38373" y="46161"/>
                      <a:pt x="41104" y="46161"/>
                    </a:cubicBezTo>
                    <a:cubicBezTo>
                      <a:pt x="43370" y="46161"/>
                      <a:pt x="44767" y="45359"/>
                      <a:pt x="47100" y="42831"/>
                    </a:cubicBezTo>
                    <a:close/>
                    <a:moveTo>
                      <a:pt x="36774" y="37302"/>
                    </a:moveTo>
                    <a:cubicBezTo>
                      <a:pt x="36774" y="39366"/>
                      <a:pt x="36441" y="39965"/>
                      <a:pt x="35044" y="40830"/>
                    </a:cubicBezTo>
                    <a:cubicBezTo>
                      <a:pt x="33444" y="41763"/>
                      <a:pt x="31579" y="42295"/>
                      <a:pt x="30178" y="42295"/>
                    </a:cubicBezTo>
                    <a:cubicBezTo>
                      <a:pt x="27849" y="42295"/>
                      <a:pt x="25983" y="40033"/>
                      <a:pt x="25983" y="37167"/>
                    </a:cubicBezTo>
                    <a:lnTo>
                      <a:pt x="25983" y="36901"/>
                    </a:lnTo>
                    <a:cubicBezTo>
                      <a:pt x="25983" y="32972"/>
                      <a:pt x="28713" y="30571"/>
                      <a:pt x="36774" y="27642"/>
                    </a:cubicBezTo>
                    <a:lnTo>
                      <a:pt x="36774" y="37302"/>
                    </a:lnTo>
                    <a:close/>
                    <a:moveTo>
                      <a:pt x="70420" y="37632"/>
                    </a:moveTo>
                    <a:cubicBezTo>
                      <a:pt x="70420" y="34302"/>
                      <a:pt x="68889" y="32103"/>
                      <a:pt x="64825" y="29706"/>
                    </a:cubicBezTo>
                    <a:lnTo>
                      <a:pt x="57629" y="25444"/>
                    </a:lnTo>
                    <a:cubicBezTo>
                      <a:pt x="55763" y="24376"/>
                      <a:pt x="54767" y="22713"/>
                      <a:pt x="54767" y="20915"/>
                    </a:cubicBezTo>
                    <a:cubicBezTo>
                      <a:pt x="54767" y="18185"/>
                      <a:pt x="56831" y="16383"/>
                      <a:pt x="59896" y="16383"/>
                    </a:cubicBezTo>
                    <a:cubicBezTo>
                      <a:pt x="63693" y="16383"/>
                      <a:pt x="65689" y="18582"/>
                      <a:pt x="67221" y="24578"/>
                    </a:cubicBezTo>
                    <a:lnTo>
                      <a:pt x="68222" y="24578"/>
                    </a:lnTo>
                    <a:lnTo>
                      <a:pt x="67955" y="15518"/>
                    </a:lnTo>
                    <a:lnTo>
                      <a:pt x="67221" y="15518"/>
                    </a:lnTo>
                    <a:lnTo>
                      <a:pt x="67090" y="15653"/>
                    </a:lnTo>
                    <a:cubicBezTo>
                      <a:pt x="66491" y="16117"/>
                      <a:pt x="66424" y="16184"/>
                      <a:pt x="66158" y="16184"/>
                    </a:cubicBezTo>
                    <a:cubicBezTo>
                      <a:pt x="65757" y="16184"/>
                      <a:pt x="65090" y="16050"/>
                      <a:pt x="64356" y="15720"/>
                    </a:cubicBezTo>
                    <a:cubicBezTo>
                      <a:pt x="62959" y="15185"/>
                      <a:pt x="61427" y="14919"/>
                      <a:pt x="59827" y="14919"/>
                    </a:cubicBezTo>
                    <a:cubicBezTo>
                      <a:pt x="54366" y="14919"/>
                      <a:pt x="50636" y="18248"/>
                      <a:pt x="50636" y="23114"/>
                    </a:cubicBezTo>
                    <a:cubicBezTo>
                      <a:pt x="50636" y="26841"/>
                      <a:pt x="52767" y="29440"/>
                      <a:pt x="58430" y="32702"/>
                    </a:cubicBezTo>
                    <a:lnTo>
                      <a:pt x="62292" y="34901"/>
                    </a:lnTo>
                    <a:cubicBezTo>
                      <a:pt x="64626" y="36235"/>
                      <a:pt x="65757" y="37834"/>
                      <a:pt x="65757" y="39898"/>
                    </a:cubicBezTo>
                    <a:cubicBezTo>
                      <a:pt x="65757" y="42831"/>
                      <a:pt x="63626" y="44696"/>
                      <a:pt x="60228" y="44696"/>
                    </a:cubicBezTo>
                    <a:cubicBezTo>
                      <a:pt x="55632" y="44696"/>
                      <a:pt x="53299" y="42164"/>
                      <a:pt x="51768" y="35370"/>
                    </a:cubicBezTo>
                    <a:lnTo>
                      <a:pt x="50703" y="35370"/>
                    </a:lnTo>
                    <a:lnTo>
                      <a:pt x="50703" y="45760"/>
                    </a:lnTo>
                    <a:lnTo>
                      <a:pt x="51568" y="45760"/>
                    </a:lnTo>
                    <a:cubicBezTo>
                      <a:pt x="52033" y="45093"/>
                      <a:pt x="52302" y="44962"/>
                      <a:pt x="53101" y="44962"/>
                    </a:cubicBezTo>
                    <a:cubicBezTo>
                      <a:pt x="53835" y="44962"/>
                      <a:pt x="54566" y="45093"/>
                      <a:pt x="56164" y="45494"/>
                    </a:cubicBezTo>
                    <a:cubicBezTo>
                      <a:pt x="58030" y="45895"/>
                      <a:pt x="59696" y="46161"/>
                      <a:pt x="61093" y="46161"/>
                    </a:cubicBezTo>
                    <a:cubicBezTo>
                      <a:pt x="66158" y="46161"/>
                      <a:pt x="70420" y="42295"/>
                      <a:pt x="70420" y="37632"/>
                    </a:cubicBezTo>
                    <a:close/>
                    <a:moveTo>
                      <a:pt x="106796" y="45494"/>
                    </a:moveTo>
                    <a:lnTo>
                      <a:pt x="106796" y="44494"/>
                    </a:lnTo>
                    <a:cubicBezTo>
                      <a:pt x="103863" y="44295"/>
                      <a:pt x="101799" y="43029"/>
                      <a:pt x="99002" y="39632"/>
                    </a:cubicBezTo>
                    <a:lnTo>
                      <a:pt x="88810" y="26710"/>
                    </a:lnTo>
                    <a:lnTo>
                      <a:pt x="90743" y="24912"/>
                    </a:lnTo>
                    <a:cubicBezTo>
                      <a:pt x="95474" y="20514"/>
                      <a:pt x="99601" y="17451"/>
                      <a:pt x="101534" y="16919"/>
                    </a:cubicBezTo>
                    <a:cubicBezTo>
                      <a:pt x="102533" y="16653"/>
                      <a:pt x="103466" y="16518"/>
                      <a:pt x="104597" y="16518"/>
                    </a:cubicBezTo>
                    <a:lnTo>
                      <a:pt x="105129" y="16518"/>
                    </a:lnTo>
                    <a:lnTo>
                      <a:pt x="105129" y="15518"/>
                    </a:lnTo>
                    <a:lnTo>
                      <a:pt x="91540" y="15518"/>
                    </a:lnTo>
                    <a:lnTo>
                      <a:pt x="91540" y="16450"/>
                    </a:lnTo>
                    <a:cubicBezTo>
                      <a:pt x="94140" y="16518"/>
                      <a:pt x="94874" y="16784"/>
                      <a:pt x="94874" y="17716"/>
                    </a:cubicBezTo>
                    <a:cubicBezTo>
                      <a:pt x="94874" y="18248"/>
                      <a:pt x="94275" y="19181"/>
                      <a:pt x="93342" y="19983"/>
                    </a:cubicBezTo>
                    <a:lnTo>
                      <a:pt x="84214" y="28107"/>
                    </a:lnTo>
                    <a:lnTo>
                      <a:pt x="84214" y="131"/>
                    </a:lnTo>
                    <a:lnTo>
                      <a:pt x="83948" y="0"/>
                    </a:lnTo>
                    <a:lnTo>
                      <a:pt x="75621" y="2397"/>
                    </a:lnTo>
                    <a:lnTo>
                      <a:pt x="73621" y="2929"/>
                    </a:lnTo>
                    <a:lnTo>
                      <a:pt x="73621" y="3997"/>
                    </a:lnTo>
                    <a:cubicBezTo>
                      <a:pt x="74491" y="3929"/>
                      <a:pt x="75090" y="3862"/>
                      <a:pt x="75757" y="3862"/>
                    </a:cubicBezTo>
                    <a:cubicBezTo>
                      <a:pt x="77951" y="3862"/>
                      <a:pt x="78618" y="4727"/>
                      <a:pt x="78618" y="7926"/>
                    </a:cubicBezTo>
                    <a:lnTo>
                      <a:pt x="78618" y="40033"/>
                    </a:lnTo>
                    <a:cubicBezTo>
                      <a:pt x="78618" y="43494"/>
                      <a:pt x="78420" y="43696"/>
                      <a:pt x="73621" y="44494"/>
                    </a:cubicBezTo>
                    <a:lnTo>
                      <a:pt x="73621" y="45494"/>
                    </a:lnTo>
                    <a:lnTo>
                      <a:pt x="89210" y="45494"/>
                    </a:lnTo>
                    <a:lnTo>
                      <a:pt x="89210" y="44494"/>
                    </a:lnTo>
                    <a:lnTo>
                      <a:pt x="87876" y="44426"/>
                    </a:lnTo>
                    <a:cubicBezTo>
                      <a:pt x="85214" y="44295"/>
                      <a:pt x="84214" y="43363"/>
                      <a:pt x="84214" y="41029"/>
                    </a:cubicBezTo>
                    <a:lnTo>
                      <a:pt x="84214" y="28773"/>
                    </a:lnTo>
                    <a:lnTo>
                      <a:pt x="93541" y="41231"/>
                    </a:lnTo>
                    <a:lnTo>
                      <a:pt x="93739" y="41497"/>
                    </a:lnTo>
                    <a:cubicBezTo>
                      <a:pt x="93873" y="41696"/>
                      <a:pt x="94004" y="41898"/>
                      <a:pt x="94207" y="42097"/>
                    </a:cubicBezTo>
                    <a:cubicBezTo>
                      <a:pt x="94739" y="42763"/>
                      <a:pt x="94938" y="43164"/>
                      <a:pt x="94938" y="43494"/>
                    </a:cubicBezTo>
                    <a:cubicBezTo>
                      <a:pt x="94938" y="44097"/>
                      <a:pt x="94338" y="44494"/>
                      <a:pt x="93541" y="44494"/>
                    </a:cubicBezTo>
                    <a:lnTo>
                      <a:pt x="92274" y="44494"/>
                    </a:lnTo>
                    <a:lnTo>
                      <a:pt x="92274" y="45494"/>
                    </a:lnTo>
                    <a:lnTo>
                      <a:pt x="106796" y="45494"/>
                    </a:lnTo>
                    <a:close/>
                    <a:moveTo>
                      <a:pt x="129652" y="37632"/>
                    </a:moveTo>
                    <a:cubicBezTo>
                      <a:pt x="129652" y="34302"/>
                      <a:pt x="128120" y="32103"/>
                      <a:pt x="124056" y="29706"/>
                    </a:cubicBezTo>
                    <a:lnTo>
                      <a:pt x="116860" y="25444"/>
                    </a:lnTo>
                    <a:cubicBezTo>
                      <a:pt x="114996" y="24376"/>
                      <a:pt x="113999" y="22713"/>
                      <a:pt x="113999" y="20915"/>
                    </a:cubicBezTo>
                    <a:cubicBezTo>
                      <a:pt x="113999" y="18185"/>
                      <a:pt x="116063" y="16383"/>
                      <a:pt x="119127" y="16383"/>
                    </a:cubicBezTo>
                    <a:cubicBezTo>
                      <a:pt x="122925" y="16383"/>
                      <a:pt x="124921" y="18582"/>
                      <a:pt x="126453" y="24578"/>
                    </a:cubicBezTo>
                    <a:lnTo>
                      <a:pt x="127453" y="24578"/>
                    </a:lnTo>
                    <a:lnTo>
                      <a:pt x="127188" y="15518"/>
                    </a:lnTo>
                    <a:lnTo>
                      <a:pt x="126453" y="15518"/>
                    </a:lnTo>
                    <a:lnTo>
                      <a:pt x="126322" y="15653"/>
                    </a:lnTo>
                    <a:cubicBezTo>
                      <a:pt x="125722" y="16117"/>
                      <a:pt x="125655" y="16184"/>
                      <a:pt x="125390" y="16184"/>
                    </a:cubicBezTo>
                    <a:cubicBezTo>
                      <a:pt x="124988" y="16184"/>
                      <a:pt x="124322" y="16050"/>
                      <a:pt x="123588" y="15720"/>
                    </a:cubicBezTo>
                    <a:cubicBezTo>
                      <a:pt x="122191" y="15185"/>
                      <a:pt x="120659" y="14919"/>
                      <a:pt x="119060" y="14919"/>
                    </a:cubicBezTo>
                    <a:cubicBezTo>
                      <a:pt x="113599" y="14919"/>
                      <a:pt x="109868" y="18248"/>
                      <a:pt x="109868" y="23114"/>
                    </a:cubicBezTo>
                    <a:cubicBezTo>
                      <a:pt x="109868" y="26841"/>
                      <a:pt x="111999" y="29440"/>
                      <a:pt x="117663" y="32702"/>
                    </a:cubicBezTo>
                    <a:lnTo>
                      <a:pt x="121524" y="34901"/>
                    </a:lnTo>
                    <a:cubicBezTo>
                      <a:pt x="123858" y="36235"/>
                      <a:pt x="124988" y="37834"/>
                      <a:pt x="124988" y="39898"/>
                    </a:cubicBezTo>
                    <a:cubicBezTo>
                      <a:pt x="124988" y="42831"/>
                      <a:pt x="122857" y="44696"/>
                      <a:pt x="119460" y="44696"/>
                    </a:cubicBezTo>
                    <a:cubicBezTo>
                      <a:pt x="114864" y="44696"/>
                      <a:pt x="112531" y="42164"/>
                      <a:pt x="110999" y="35370"/>
                    </a:cubicBezTo>
                    <a:lnTo>
                      <a:pt x="109935" y="35370"/>
                    </a:lnTo>
                    <a:lnTo>
                      <a:pt x="109935" y="45760"/>
                    </a:lnTo>
                    <a:lnTo>
                      <a:pt x="110800" y="45760"/>
                    </a:lnTo>
                    <a:cubicBezTo>
                      <a:pt x="111265" y="45093"/>
                      <a:pt x="111535" y="44962"/>
                      <a:pt x="112333" y="44962"/>
                    </a:cubicBezTo>
                    <a:cubicBezTo>
                      <a:pt x="113067" y="44962"/>
                      <a:pt x="113797" y="45093"/>
                      <a:pt x="115396" y="45494"/>
                    </a:cubicBezTo>
                    <a:cubicBezTo>
                      <a:pt x="117262" y="45895"/>
                      <a:pt x="118928" y="46161"/>
                      <a:pt x="120325" y="46161"/>
                    </a:cubicBezTo>
                    <a:cubicBezTo>
                      <a:pt x="125390" y="46161"/>
                      <a:pt x="129652" y="42295"/>
                      <a:pt x="129652" y="37632"/>
                    </a:cubicBez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" name="left_annotation_outline_9"/>
              <p:cNvSpPr/>
              <p:nvPr/>
            </p:nvSpPr>
            <p:spPr>
              <a:xfrm>
                <a:off x="1054973" y="1485811"/>
                <a:ext cx="50095" cy="31309"/>
              </a:xfrm>
              <a:custGeom>
                <a:avLst/>
                <a:gdLst/>
                <a:ahLst/>
                <a:cxnLst/>
                <a:rect l="0" t="0" r="r" b="b"/>
                <a:pathLst>
                  <a:path w="50095" h="31310">
                    <a:moveTo>
                      <a:pt x="21984" y="3532"/>
                    </a:moveTo>
                    <a:cubicBezTo>
                      <a:pt x="21984" y="1334"/>
                      <a:pt x="20583" y="0"/>
                      <a:pt x="18321" y="0"/>
                    </a:cubicBezTo>
                    <a:cubicBezTo>
                      <a:pt x="15522" y="0"/>
                      <a:pt x="13589" y="1532"/>
                      <a:pt x="10324" y="6263"/>
                    </a:cubicBezTo>
                    <a:lnTo>
                      <a:pt x="10324" y="135"/>
                    </a:lnTo>
                    <a:lnTo>
                      <a:pt x="9994" y="0"/>
                    </a:lnTo>
                    <a:cubicBezTo>
                      <a:pt x="6462" y="1469"/>
                      <a:pt x="4064" y="2334"/>
                      <a:pt x="132" y="3600"/>
                    </a:cubicBezTo>
                    <a:lnTo>
                      <a:pt x="132" y="4663"/>
                    </a:lnTo>
                    <a:cubicBezTo>
                      <a:pt x="1064" y="4465"/>
                      <a:pt x="1668" y="4397"/>
                      <a:pt x="2465" y="4397"/>
                    </a:cubicBezTo>
                    <a:cubicBezTo>
                      <a:pt x="4133" y="4397"/>
                      <a:pt x="4732" y="5465"/>
                      <a:pt x="4732" y="8394"/>
                    </a:cubicBezTo>
                    <a:lnTo>
                      <a:pt x="4732" y="25047"/>
                    </a:lnTo>
                    <a:cubicBezTo>
                      <a:pt x="4732" y="28377"/>
                      <a:pt x="4263" y="28845"/>
                      <a:pt x="0" y="29643"/>
                    </a:cubicBezTo>
                    <a:lnTo>
                      <a:pt x="0" y="30643"/>
                    </a:lnTo>
                    <a:lnTo>
                      <a:pt x="15987" y="30643"/>
                    </a:lnTo>
                    <a:lnTo>
                      <a:pt x="15987" y="29643"/>
                    </a:lnTo>
                    <a:cubicBezTo>
                      <a:pt x="11458" y="29444"/>
                      <a:pt x="10324" y="28444"/>
                      <a:pt x="10324" y="24646"/>
                    </a:cubicBezTo>
                    <a:lnTo>
                      <a:pt x="10324" y="9660"/>
                    </a:lnTo>
                    <a:cubicBezTo>
                      <a:pt x="10324" y="7529"/>
                      <a:pt x="13189" y="4199"/>
                      <a:pt x="14986" y="4199"/>
                    </a:cubicBezTo>
                    <a:cubicBezTo>
                      <a:pt x="15387" y="4199"/>
                      <a:pt x="15987" y="4532"/>
                      <a:pt x="16721" y="5199"/>
                    </a:cubicBezTo>
                    <a:cubicBezTo>
                      <a:pt x="17785" y="6128"/>
                      <a:pt x="18519" y="6529"/>
                      <a:pt x="19384" y="6529"/>
                    </a:cubicBezTo>
                    <a:cubicBezTo>
                      <a:pt x="20983" y="6529"/>
                      <a:pt x="21984" y="5397"/>
                      <a:pt x="21984" y="3532"/>
                    </a:cubicBezTo>
                    <a:close/>
                    <a:moveTo>
                      <a:pt x="50095" y="20185"/>
                    </a:moveTo>
                    <a:lnTo>
                      <a:pt x="49032" y="19717"/>
                    </a:lnTo>
                    <a:cubicBezTo>
                      <a:pt x="45833" y="24781"/>
                      <a:pt x="42972" y="26714"/>
                      <a:pt x="38705" y="26714"/>
                    </a:cubicBezTo>
                    <a:cubicBezTo>
                      <a:pt x="35042" y="26714"/>
                      <a:pt x="32244" y="24979"/>
                      <a:pt x="30315" y="21384"/>
                    </a:cubicBezTo>
                    <a:cubicBezTo>
                      <a:pt x="28981" y="18784"/>
                      <a:pt x="28449" y="16455"/>
                      <a:pt x="28315" y="12192"/>
                    </a:cubicBezTo>
                    <a:lnTo>
                      <a:pt x="48833" y="12192"/>
                    </a:lnTo>
                    <a:cubicBezTo>
                      <a:pt x="48297" y="7862"/>
                      <a:pt x="47630" y="5929"/>
                      <a:pt x="45968" y="3798"/>
                    </a:cubicBezTo>
                    <a:cubicBezTo>
                      <a:pt x="43967" y="1401"/>
                      <a:pt x="40904" y="0"/>
                      <a:pt x="37438" y="0"/>
                    </a:cubicBezTo>
                    <a:cubicBezTo>
                      <a:pt x="29180" y="0"/>
                      <a:pt x="23520" y="6664"/>
                      <a:pt x="23520" y="16387"/>
                    </a:cubicBezTo>
                    <a:cubicBezTo>
                      <a:pt x="23520" y="25579"/>
                      <a:pt x="28315" y="31310"/>
                      <a:pt x="35974" y="31310"/>
                    </a:cubicBezTo>
                    <a:cubicBezTo>
                      <a:pt x="42368" y="31310"/>
                      <a:pt x="47297" y="27380"/>
                      <a:pt x="50095" y="20185"/>
                    </a:cubicBezTo>
                    <a:close/>
                    <a:moveTo>
                      <a:pt x="42038" y="10061"/>
                    </a:moveTo>
                    <a:lnTo>
                      <a:pt x="28449" y="10061"/>
                    </a:lnTo>
                    <a:cubicBezTo>
                      <a:pt x="29180" y="4798"/>
                      <a:pt x="31446" y="2401"/>
                      <a:pt x="35510" y="2401"/>
                    </a:cubicBezTo>
                    <a:cubicBezTo>
                      <a:pt x="39574" y="2401"/>
                      <a:pt x="41170" y="4266"/>
                      <a:pt x="42038" y="10061"/>
                    </a:cubicBez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" name="left_annotation_outline_10"/>
              <p:cNvSpPr/>
              <p:nvPr/>
            </p:nvSpPr>
            <p:spPr>
              <a:xfrm>
                <a:off x="1105781" y="1486478"/>
                <a:ext cx="44831" cy="30908"/>
              </a:xfrm>
              <a:custGeom>
                <a:avLst/>
                <a:gdLst/>
                <a:ahLst/>
                <a:cxnLst/>
                <a:rect l="0" t="0" r="r" b="b"/>
                <a:pathLst>
                  <a:path w="44831" h="30909">
                    <a:moveTo>
                      <a:pt x="44831" y="1000"/>
                    </a:moveTo>
                    <a:lnTo>
                      <a:pt x="44831" y="0"/>
                    </a:lnTo>
                    <a:lnTo>
                      <a:pt x="36640" y="0"/>
                    </a:lnTo>
                    <a:lnTo>
                      <a:pt x="36640" y="1000"/>
                    </a:lnTo>
                    <a:cubicBezTo>
                      <a:pt x="38901" y="1465"/>
                      <a:pt x="39568" y="1933"/>
                      <a:pt x="39568" y="3064"/>
                    </a:cubicBezTo>
                    <a:cubicBezTo>
                      <a:pt x="39568" y="4064"/>
                      <a:pt x="39168" y="5663"/>
                      <a:pt x="38438" y="7461"/>
                    </a:cubicBezTo>
                    <a:lnTo>
                      <a:pt x="32441" y="22249"/>
                    </a:lnTo>
                    <a:lnTo>
                      <a:pt x="26844" y="7326"/>
                    </a:lnTo>
                    <a:cubicBezTo>
                      <a:pt x="25714" y="4263"/>
                      <a:pt x="25714" y="4263"/>
                      <a:pt x="25714" y="3397"/>
                    </a:cubicBezTo>
                    <a:cubicBezTo>
                      <a:pt x="25714" y="1933"/>
                      <a:pt x="26448" y="1465"/>
                      <a:pt x="29580" y="1000"/>
                    </a:cubicBezTo>
                    <a:lnTo>
                      <a:pt x="29580" y="0"/>
                    </a:lnTo>
                    <a:lnTo>
                      <a:pt x="16054" y="0"/>
                    </a:lnTo>
                    <a:lnTo>
                      <a:pt x="16054" y="1000"/>
                    </a:lnTo>
                    <a:cubicBezTo>
                      <a:pt x="18518" y="1266"/>
                      <a:pt x="19319" y="2000"/>
                      <a:pt x="20653" y="5596"/>
                    </a:cubicBezTo>
                    <a:lnTo>
                      <a:pt x="21982" y="9327"/>
                    </a:lnTo>
                    <a:lnTo>
                      <a:pt x="15922" y="22582"/>
                    </a:lnTo>
                    <a:lnTo>
                      <a:pt x="9327" y="5195"/>
                    </a:lnTo>
                    <a:cubicBezTo>
                      <a:pt x="9060" y="4532"/>
                      <a:pt x="8929" y="3866"/>
                      <a:pt x="8929" y="3199"/>
                    </a:cubicBezTo>
                    <a:cubicBezTo>
                      <a:pt x="8929" y="1798"/>
                      <a:pt x="9727" y="1266"/>
                      <a:pt x="11994" y="1000"/>
                    </a:cubicBezTo>
                    <a:lnTo>
                      <a:pt x="11994" y="0"/>
                    </a:lnTo>
                    <a:lnTo>
                      <a:pt x="0" y="0"/>
                    </a:lnTo>
                    <a:lnTo>
                      <a:pt x="0" y="1000"/>
                    </a:lnTo>
                    <a:cubicBezTo>
                      <a:pt x="1532" y="1135"/>
                      <a:pt x="2068" y="1798"/>
                      <a:pt x="3532" y="5195"/>
                    </a:cubicBezTo>
                    <a:lnTo>
                      <a:pt x="12525" y="27976"/>
                    </a:lnTo>
                    <a:cubicBezTo>
                      <a:pt x="13324" y="29976"/>
                      <a:pt x="13858" y="30909"/>
                      <a:pt x="14256" y="30909"/>
                    </a:cubicBezTo>
                    <a:cubicBezTo>
                      <a:pt x="14588" y="30909"/>
                      <a:pt x="15121" y="30044"/>
                      <a:pt x="15922" y="28309"/>
                    </a:cubicBezTo>
                    <a:lnTo>
                      <a:pt x="23383" y="12323"/>
                    </a:lnTo>
                    <a:lnTo>
                      <a:pt x="29444" y="28043"/>
                    </a:lnTo>
                    <a:cubicBezTo>
                      <a:pt x="30377" y="30508"/>
                      <a:pt x="30643" y="30909"/>
                      <a:pt x="31044" y="30909"/>
                    </a:cubicBezTo>
                    <a:cubicBezTo>
                      <a:pt x="31507" y="30909"/>
                      <a:pt x="31841" y="30309"/>
                      <a:pt x="32908" y="27646"/>
                    </a:cubicBezTo>
                    <a:lnTo>
                      <a:pt x="42100" y="4596"/>
                    </a:lnTo>
                    <a:cubicBezTo>
                      <a:pt x="43299" y="1798"/>
                      <a:pt x="43497" y="1465"/>
                      <a:pt x="44831" y="1000"/>
                    </a:cubicBez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" name="left_annotation_outline_11"/>
              <p:cNvSpPr/>
              <p:nvPr/>
            </p:nvSpPr>
            <p:spPr>
              <a:xfrm>
                <a:off x="1153255" y="1470960"/>
                <a:ext cx="82010" cy="46160"/>
              </a:xfrm>
              <a:custGeom>
                <a:avLst/>
                <a:gdLst/>
                <a:ahLst/>
                <a:cxnLst/>
                <a:rect l="0" t="0" r="r" b="b"/>
                <a:pathLst>
                  <a:path w="82010" h="46161">
                    <a:moveTo>
                      <a:pt x="26980" y="42831"/>
                    </a:moveTo>
                    <a:lnTo>
                      <a:pt x="26980" y="41096"/>
                    </a:lnTo>
                    <a:cubicBezTo>
                      <a:pt x="25844" y="42029"/>
                      <a:pt x="25047" y="42362"/>
                      <a:pt x="24047" y="42362"/>
                    </a:cubicBezTo>
                    <a:cubicBezTo>
                      <a:pt x="22515" y="42362"/>
                      <a:pt x="22051" y="41430"/>
                      <a:pt x="22051" y="38501"/>
                    </a:cubicBezTo>
                    <a:lnTo>
                      <a:pt x="22051" y="25511"/>
                    </a:lnTo>
                    <a:cubicBezTo>
                      <a:pt x="22051" y="22114"/>
                      <a:pt x="21717" y="20248"/>
                      <a:pt x="20785" y="18717"/>
                    </a:cubicBezTo>
                    <a:cubicBezTo>
                      <a:pt x="19384" y="16184"/>
                      <a:pt x="16518" y="14851"/>
                      <a:pt x="12459" y="14851"/>
                    </a:cubicBezTo>
                    <a:cubicBezTo>
                      <a:pt x="9061" y="14851"/>
                      <a:pt x="5862" y="15784"/>
                      <a:pt x="3997" y="17316"/>
                    </a:cubicBezTo>
                    <a:cubicBezTo>
                      <a:pt x="2330" y="18717"/>
                      <a:pt x="1266" y="20649"/>
                      <a:pt x="1266" y="22312"/>
                    </a:cubicBezTo>
                    <a:cubicBezTo>
                      <a:pt x="1266" y="23844"/>
                      <a:pt x="2532" y="25178"/>
                      <a:pt x="4131" y="25178"/>
                    </a:cubicBezTo>
                    <a:cubicBezTo>
                      <a:pt x="5728" y="25178"/>
                      <a:pt x="7129" y="23844"/>
                      <a:pt x="7129" y="22380"/>
                    </a:cubicBezTo>
                    <a:cubicBezTo>
                      <a:pt x="7129" y="22114"/>
                      <a:pt x="7061" y="21780"/>
                      <a:pt x="6993" y="21312"/>
                    </a:cubicBezTo>
                    <a:cubicBezTo>
                      <a:pt x="6862" y="20713"/>
                      <a:pt x="6794" y="20181"/>
                      <a:pt x="6794" y="19717"/>
                    </a:cubicBezTo>
                    <a:cubicBezTo>
                      <a:pt x="6794" y="17915"/>
                      <a:pt x="8926" y="16450"/>
                      <a:pt x="11589" y="16450"/>
                    </a:cubicBezTo>
                    <a:cubicBezTo>
                      <a:pt x="14855" y="16450"/>
                      <a:pt x="16654" y="18383"/>
                      <a:pt x="16654" y="21979"/>
                    </a:cubicBezTo>
                    <a:lnTo>
                      <a:pt x="16654" y="26043"/>
                    </a:lnTo>
                    <a:cubicBezTo>
                      <a:pt x="6394" y="30174"/>
                      <a:pt x="5263" y="30706"/>
                      <a:pt x="2398" y="33238"/>
                    </a:cubicBezTo>
                    <a:cubicBezTo>
                      <a:pt x="933" y="34568"/>
                      <a:pt x="0" y="36834"/>
                      <a:pt x="0" y="39033"/>
                    </a:cubicBezTo>
                    <a:cubicBezTo>
                      <a:pt x="0" y="43228"/>
                      <a:pt x="2865" y="46161"/>
                      <a:pt x="6993" y="46161"/>
                    </a:cubicBezTo>
                    <a:cubicBezTo>
                      <a:pt x="9926" y="46161"/>
                      <a:pt x="12657" y="44760"/>
                      <a:pt x="16721" y="41299"/>
                    </a:cubicBezTo>
                    <a:cubicBezTo>
                      <a:pt x="17054" y="44827"/>
                      <a:pt x="18252" y="46161"/>
                      <a:pt x="20983" y="46161"/>
                    </a:cubicBezTo>
                    <a:cubicBezTo>
                      <a:pt x="23249" y="46161"/>
                      <a:pt x="24646" y="45359"/>
                      <a:pt x="26980" y="42831"/>
                    </a:cubicBezTo>
                    <a:close/>
                    <a:moveTo>
                      <a:pt x="16654" y="37302"/>
                    </a:moveTo>
                    <a:cubicBezTo>
                      <a:pt x="16654" y="39366"/>
                      <a:pt x="16319" y="39965"/>
                      <a:pt x="14922" y="40830"/>
                    </a:cubicBezTo>
                    <a:cubicBezTo>
                      <a:pt x="13324" y="41763"/>
                      <a:pt x="11458" y="42295"/>
                      <a:pt x="10057" y="42295"/>
                    </a:cubicBezTo>
                    <a:cubicBezTo>
                      <a:pt x="7728" y="42295"/>
                      <a:pt x="5862" y="40033"/>
                      <a:pt x="5862" y="37167"/>
                    </a:cubicBezTo>
                    <a:lnTo>
                      <a:pt x="5862" y="36901"/>
                    </a:lnTo>
                    <a:cubicBezTo>
                      <a:pt x="5862" y="32972"/>
                      <a:pt x="8593" y="30571"/>
                      <a:pt x="16654" y="27642"/>
                    </a:cubicBezTo>
                    <a:lnTo>
                      <a:pt x="16654" y="37302"/>
                    </a:lnTo>
                    <a:close/>
                    <a:moveTo>
                      <a:pt x="49433" y="18383"/>
                    </a:moveTo>
                    <a:cubicBezTo>
                      <a:pt x="49433" y="16184"/>
                      <a:pt x="48033" y="14851"/>
                      <a:pt x="45771" y="14851"/>
                    </a:cubicBezTo>
                    <a:cubicBezTo>
                      <a:pt x="42973" y="14851"/>
                      <a:pt x="41040" y="16383"/>
                      <a:pt x="37774" y="21114"/>
                    </a:cubicBezTo>
                    <a:lnTo>
                      <a:pt x="37774" y="14986"/>
                    </a:lnTo>
                    <a:lnTo>
                      <a:pt x="37445" y="14851"/>
                    </a:lnTo>
                    <a:cubicBezTo>
                      <a:pt x="33913" y="16320"/>
                      <a:pt x="31515" y="17185"/>
                      <a:pt x="27582" y="18451"/>
                    </a:cubicBezTo>
                    <a:lnTo>
                      <a:pt x="27582" y="19514"/>
                    </a:lnTo>
                    <a:cubicBezTo>
                      <a:pt x="28515" y="19316"/>
                      <a:pt x="29119" y="19248"/>
                      <a:pt x="29916" y="19248"/>
                    </a:cubicBezTo>
                    <a:cubicBezTo>
                      <a:pt x="31582" y="19248"/>
                      <a:pt x="32182" y="20316"/>
                      <a:pt x="32182" y="23245"/>
                    </a:cubicBezTo>
                    <a:lnTo>
                      <a:pt x="32182" y="39898"/>
                    </a:lnTo>
                    <a:cubicBezTo>
                      <a:pt x="32182" y="43228"/>
                      <a:pt x="31713" y="43696"/>
                      <a:pt x="27451" y="44494"/>
                    </a:cubicBezTo>
                    <a:lnTo>
                      <a:pt x="27451" y="45494"/>
                    </a:lnTo>
                    <a:lnTo>
                      <a:pt x="43438" y="45494"/>
                    </a:lnTo>
                    <a:lnTo>
                      <a:pt x="43438" y="44494"/>
                    </a:lnTo>
                    <a:cubicBezTo>
                      <a:pt x="38909" y="44295"/>
                      <a:pt x="37774" y="43295"/>
                      <a:pt x="37774" y="39497"/>
                    </a:cubicBezTo>
                    <a:lnTo>
                      <a:pt x="37774" y="24511"/>
                    </a:lnTo>
                    <a:cubicBezTo>
                      <a:pt x="37774" y="22380"/>
                      <a:pt x="40639" y="19050"/>
                      <a:pt x="42437" y="19050"/>
                    </a:cubicBezTo>
                    <a:cubicBezTo>
                      <a:pt x="42838" y="19050"/>
                      <a:pt x="43438" y="19383"/>
                      <a:pt x="44172" y="20050"/>
                    </a:cubicBezTo>
                    <a:cubicBezTo>
                      <a:pt x="45235" y="20979"/>
                      <a:pt x="45969" y="21380"/>
                      <a:pt x="46835" y="21380"/>
                    </a:cubicBezTo>
                    <a:cubicBezTo>
                      <a:pt x="48434" y="21380"/>
                      <a:pt x="49433" y="20248"/>
                      <a:pt x="49433" y="18383"/>
                    </a:cubicBezTo>
                    <a:close/>
                    <a:moveTo>
                      <a:pt x="82010" y="42696"/>
                    </a:moveTo>
                    <a:lnTo>
                      <a:pt x="82010" y="41632"/>
                    </a:lnTo>
                    <a:cubicBezTo>
                      <a:pt x="80811" y="41696"/>
                      <a:pt x="80677" y="41696"/>
                      <a:pt x="80479" y="41696"/>
                    </a:cubicBezTo>
                    <a:cubicBezTo>
                      <a:pt x="78081" y="41696"/>
                      <a:pt x="77546" y="40965"/>
                      <a:pt x="77546" y="37902"/>
                    </a:cubicBezTo>
                    <a:lnTo>
                      <a:pt x="77546" y="131"/>
                    </a:lnTo>
                    <a:lnTo>
                      <a:pt x="77212" y="0"/>
                    </a:lnTo>
                    <a:cubicBezTo>
                      <a:pt x="74017" y="1131"/>
                      <a:pt x="71684" y="1798"/>
                      <a:pt x="67422" y="2929"/>
                    </a:cubicBezTo>
                    <a:lnTo>
                      <a:pt x="67422" y="3997"/>
                    </a:lnTo>
                    <a:cubicBezTo>
                      <a:pt x="67958" y="3929"/>
                      <a:pt x="68354" y="3929"/>
                      <a:pt x="68886" y="3929"/>
                    </a:cubicBezTo>
                    <a:cubicBezTo>
                      <a:pt x="71355" y="3929"/>
                      <a:pt x="71953" y="4596"/>
                      <a:pt x="71953" y="7326"/>
                    </a:cubicBezTo>
                    <a:lnTo>
                      <a:pt x="71953" y="17716"/>
                    </a:lnTo>
                    <a:cubicBezTo>
                      <a:pt x="69422" y="15585"/>
                      <a:pt x="67624" y="14851"/>
                      <a:pt x="64957" y="14851"/>
                    </a:cubicBezTo>
                    <a:cubicBezTo>
                      <a:pt x="57297" y="14851"/>
                      <a:pt x="51102" y="22380"/>
                      <a:pt x="51102" y="31837"/>
                    </a:cubicBezTo>
                    <a:cubicBezTo>
                      <a:pt x="51102" y="40366"/>
                      <a:pt x="56098" y="46161"/>
                      <a:pt x="63425" y="46161"/>
                    </a:cubicBezTo>
                    <a:cubicBezTo>
                      <a:pt x="67155" y="46161"/>
                      <a:pt x="69687" y="44827"/>
                      <a:pt x="71953" y="41696"/>
                    </a:cubicBezTo>
                    <a:lnTo>
                      <a:pt x="71953" y="45958"/>
                    </a:lnTo>
                    <a:lnTo>
                      <a:pt x="72220" y="46161"/>
                    </a:lnTo>
                    <a:lnTo>
                      <a:pt x="82010" y="42696"/>
                    </a:lnTo>
                    <a:close/>
                    <a:moveTo>
                      <a:pt x="71953" y="38699"/>
                    </a:moveTo>
                    <a:cubicBezTo>
                      <a:pt x="71953" y="39168"/>
                      <a:pt x="71486" y="39965"/>
                      <a:pt x="70819" y="40700"/>
                    </a:cubicBezTo>
                    <a:cubicBezTo>
                      <a:pt x="69620" y="42029"/>
                      <a:pt x="67958" y="42696"/>
                      <a:pt x="66025" y="42696"/>
                    </a:cubicBezTo>
                    <a:cubicBezTo>
                      <a:pt x="60496" y="42696"/>
                      <a:pt x="56832" y="37366"/>
                      <a:pt x="56832" y="29174"/>
                    </a:cubicBezTo>
                    <a:cubicBezTo>
                      <a:pt x="56832" y="21645"/>
                      <a:pt x="60095" y="16716"/>
                      <a:pt x="65159" y="16716"/>
                    </a:cubicBezTo>
                    <a:cubicBezTo>
                      <a:pt x="68688" y="16716"/>
                      <a:pt x="71953" y="19848"/>
                      <a:pt x="71953" y="23380"/>
                    </a:cubicBezTo>
                    <a:lnTo>
                      <a:pt x="71953" y="38699"/>
                    </a:ln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" name="left_annotation_outline_12"/>
              <p:cNvSpPr/>
              <p:nvPr/>
            </p:nvSpPr>
            <p:spPr>
              <a:xfrm>
                <a:off x="1256279" y="1470960"/>
                <a:ext cx="38568" cy="46228"/>
              </a:xfrm>
              <a:custGeom>
                <a:avLst/>
                <a:gdLst/>
                <a:ahLst/>
                <a:cxnLst/>
                <a:rect l="0" t="0" r="r" b="b"/>
                <a:pathLst>
                  <a:path w="38568" h="46228">
                    <a:moveTo>
                      <a:pt x="38568" y="24110"/>
                    </a:moveTo>
                    <a:cubicBezTo>
                      <a:pt x="38235" y="19447"/>
                      <a:pt x="33504" y="16117"/>
                      <a:pt x="27642" y="16117"/>
                    </a:cubicBezTo>
                    <a:cubicBezTo>
                      <a:pt x="21515" y="16117"/>
                      <a:pt x="17185" y="18848"/>
                      <a:pt x="11458" y="26178"/>
                    </a:cubicBezTo>
                    <a:lnTo>
                      <a:pt x="18852" y="329"/>
                    </a:lnTo>
                    <a:lnTo>
                      <a:pt x="18117" y="0"/>
                    </a:lnTo>
                    <a:cubicBezTo>
                      <a:pt x="13787" y="599"/>
                      <a:pt x="10724" y="996"/>
                      <a:pt x="4929" y="1532"/>
                    </a:cubicBezTo>
                    <a:lnTo>
                      <a:pt x="4997" y="2663"/>
                    </a:lnTo>
                    <a:cubicBezTo>
                      <a:pt x="10124" y="2794"/>
                      <a:pt x="10724" y="2996"/>
                      <a:pt x="10724" y="4596"/>
                    </a:cubicBezTo>
                    <a:cubicBezTo>
                      <a:pt x="10724" y="5195"/>
                      <a:pt x="10458" y="5925"/>
                      <a:pt x="10124" y="7326"/>
                    </a:cubicBezTo>
                    <a:lnTo>
                      <a:pt x="9723" y="8592"/>
                    </a:lnTo>
                    <a:lnTo>
                      <a:pt x="9592" y="9057"/>
                    </a:lnTo>
                    <a:lnTo>
                      <a:pt x="0" y="42430"/>
                    </a:lnTo>
                    <a:lnTo>
                      <a:pt x="0" y="42696"/>
                    </a:lnTo>
                    <a:cubicBezTo>
                      <a:pt x="135" y="44228"/>
                      <a:pt x="6993" y="46228"/>
                      <a:pt x="11990" y="46228"/>
                    </a:cubicBezTo>
                    <a:cubicBezTo>
                      <a:pt x="25047" y="46228"/>
                      <a:pt x="38568" y="35235"/>
                      <a:pt x="38568" y="24912"/>
                    </a:cubicBezTo>
                    <a:cubicBezTo>
                      <a:pt x="38568" y="24646"/>
                      <a:pt x="38568" y="24376"/>
                      <a:pt x="38568" y="24110"/>
                    </a:cubicBezTo>
                    <a:close/>
                    <a:moveTo>
                      <a:pt x="30909" y="25110"/>
                    </a:moveTo>
                    <a:cubicBezTo>
                      <a:pt x="30909" y="25245"/>
                      <a:pt x="30909" y="25444"/>
                      <a:pt x="30909" y="25579"/>
                    </a:cubicBezTo>
                    <a:cubicBezTo>
                      <a:pt x="30909" y="30039"/>
                      <a:pt x="26976" y="36766"/>
                      <a:pt x="22249" y="40763"/>
                    </a:cubicBezTo>
                    <a:cubicBezTo>
                      <a:pt x="19185" y="43295"/>
                      <a:pt x="15522" y="44696"/>
                      <a:pt x="11791" y="44696"/>
                    </a:cubicBezTo>
                    <a:cubicBezTo>
                      <a:pt x="9124" y="44696"/>
                      <a:pt x="7795" y="43962"/>
                      <a:pt x="7727" y="42430"/>
                    </a:cubicBezTo>
                    <a:cubicBezTo>
                      <a:pt x="7727" y="42164"/>
                      <a:pt x="7660" y="41962"/>
                      <a:pt x="7660" y="41696"/>
                    </a:cubicBezTo>
                    <a:cubicBezTo>
                      <a:pt x="7660" y="37699"/>
                      <a:pt x="9791" y="31770"/>
                      <a:pt x="12922" y="27043"/>
                    </a:cubicBezTo>
                    <a:cubicBezTo>
                      <a:pt x="16319" y="21911"/>
                      <a:pt x="20118" y="19383"/>
                      <a:pt x="24313" y="19383"/>
                    </a:cubicBezTo>
                    <a:cubicBezTo>
                      <a:pt x="28111" y="19383"/>
                      <a:pt x="30643" y="21582"/>
                      <a:pt x="30909" y="25110"/>
                    </a:cubicBez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" name="left_annotation_outline_13"/>
              <p:cNvSpPr/>
              <p:nvPr/>
            </p:nvSpPr>
            <p:spPr>
              <a:xfrm>
                <a:off x="1301395" y="1494556"/>
                <a:ext cx="25261" cy="32404"/>
              </a:xfrm>
              <a:custGeom>
                <a:avLst/>
                <a:gdLst/>
                <a:ahLst/>
                <a:cxnLst/>
                <a:rect l="0" t="0" r="r" b="b"/>
                <a:pathLst>
                  <a:path w="25261" h="32405">
                    <a:moveTo>
                      <a:pt x="24376" y="27317"/>
                    </a:moveTo>
                    <a:lnTo>
                      <a:pt x="23443" y="26801"/>
                    </a:lnTo>
                    <a:cubicBezTo>
                      <a:pt x="23253" y="27222"/>
                      <a:pt x="22836" y="27642"/>
                      <a:pt x="22602" y="28015"/>
                    </a:cubicBezTo>
                    <a:cubicBezTo>
                      <a:pt x="21665" y="29464"/>
                      <a:pt x="20967" y="29980"/>
                      <a:pt x="20078" y="29980"/>
                    </a:cubicBezTo>
                    <a:cubicBezTo>
                      <a:pt x="18863" y="29980"/>
                      <a:pt x="17462" y="28484"/>
                      <a:pt x="14803" y="23955"/>
                    </a:cubicBezTo>
                    <a:lnTo>
                      <a:pt x="12375" y="19844"/>
                    </a:lnTo>
                    <a:cubicBezTo>
                      <a:pt x="20685" y="13728"/>
                      <a:pt x="22459" y="12795"/>
                      <a:pt x="25261" y="12652"/>
                    </a:cubicBezTo>
                    <a:lnTo>
                      <a:pt x="25217" y="11906"/>
                    </a:lnTo>
                    <a:lnTo>
                      <a:pt x="14803" y="11906"/>
                    </a:lnTo>
                    <a:lnTo>
                      <a:pt x="14851" y="12652"/>
                    </a:lnTo>
                    <a:lnTo>
                      <a:pt x="15923" y="12652"/>
                    </a:lnTo>
                    <a:cubicBezTo>
                      <a:pt x="17462" y="12652"/>
                      <a:pt x="18256" y="12982"/>
                      <a:pt x="18256" y="13541"/>
                    </a:cubicBezTo>
                    <a:cubicBezTo>
                      <a:pt x="18256" y="14474"/>
                      <a:pt x="15502" y="16716"/>
                      <a:pt x="9993" y="20030"/>
                    </a:cubicBezTo>
                    <a:lnTo>
                      <a:pt x="7517" y="21574"/>
                    </a:lnTo>
                    <a:lnTo>
                      <a:pt x="13260" y="230"/>
                    </a:lnTo>
                    <a:lnTo>
                      <a:pt x="12561" y="0"/>
                    </a:lnTo>
                    <a:cubicBezTo>
                      <a:pt x="9057" y="607"/>
                      <a:pt x="6862" y="933"/>
                      <a:pt x="3314" y="1258"/>
                    </a:cubicBezTo>
                    <a:lnTo>
                      <a:pt x="3362" y="2008"/>
                    </a:lnTo>
                    <a:lnTo>
                      <a:pt x="4437" y="2008"/>
                    </a:lnTo>
                    <a:cubicBezTo>
                      <a:pt x="6584" y="2008"/>
                      <a:pt x="7612" y="2334"/>
                      <a:pt x="7751" y="3175"/>
                    </a:cubicBezTo>
                    <a:cubicBezTo>
                      <a:pt x="7703" y="3969"/>
                      <a:pt x="7330" y="5183"/>
                      <a:pt x="6632" y="7378"/>
                    </a:cubicBezTo>
                    <a:lnTo>
                      <a:pt x="6211" y="8918"/>
                    </a:lnTo>
                    <a:lnTo>
                      <a:pt x="6068" y="9338"/>
                    </a:lnTo>
                    <a:lnTo>
                      <a:pt x="0" y="31893"/>
                    </a:lnTo>
                    <a:lnTo>
                      <a:pt x="4762" y="31893"/>
                    </a:lnTo>
                    <a:lnTo>
                      <a:pt x="7005" y="23487"/>
                    </a:lnTo>
                    <a:lnTo>
                      <a:pt x="9434" y="21995"/>
                    </a:lnTo>
                    <a:cubicBezTo>
                      <a:pt x="10505" y="24047"/>
                      <a:pt x="12327" y="26944"/>
                      <a:pt x="13450" y="28579"/>
                    </a:cubicBezTo>
                    <a:cubicBezTo>
                      <a:pt x="15550" y="31520"/>
                      <a:pt x="16530" y="32405"/>
                      <a:pt x="18256" y="32405"/>
                    </a:cubicBezTo>
                    <a:cubicBezTo>
                      <a:pt x="20546" y="32405"/>
                      <a:pt x="21995" y="31238"/>
                      <a:pt x="24376" y="27317"/>
                    </a:cubicBez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82" name="module_bridge"/>
          <p:cNvGrpSpPr/>
          <p:nvPr/>
        </p:nvGrpSpPr>
        <p:grpSpPr>
          <a:xfrm>
            <a:off x="1417806" y="18725"/>
            <a:ext cx="2236388" cy="1645190"/>
            <a:chOff x="1417806" y="18725"/>
            <a:chExt cx="2236388" cy="1645190"/>
          </a:xfrm>
        </p:grpSpPr>
        <p:sp>
          <p:nvSpPr>
            <p:cNvPr id="83" name="bridge_border"/>
            <p:cNvSpPr/>
            <p:nvPr/>
          </p:nvSpPr>
          <p:spPr>
            <a:xfrm>
              <a:off x="1417806" y="21400"/>
              <a:ext cx="2236388" cy="1642515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4815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middle_title"/>
            <p:cNvSpPr txBox="1"/>
            <p:nvPr/>
          </p:nvSpPr>
          <p:spPr>
            <a:xfrm>
              <a:off x="1947477" y="18725"/>
              <a:ext cx="1190422" cy="13910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 b="1">
                  <a:solidFill>
                    <a:srgbClr val="125529"/>
                  </a:solidFill>
                  <a:latin typeface="Times New Roman"/>
                </a:rPr>
                <a:t>SafeOT</a:t>
              </a:r>
            </a:p>
          </p:txBody>
        </p:sp>
        <p:sp>
          <p:nvSpPr>
            <p:cNvPr id="85" name="constraints_title"/>
            <p:cNvSpPr txBox="1"/>
            <p:nvPr/>
          </p:nvSpPr>
          <p:spPr>
            <a:xfrm>
              <a:off x="1506084" y="259485"/>
              <a:ext cx="668776" cy="1150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0" b="1">
                  <a:solidFill>
                    <a:srgbClr val="125529"/>
                  </a:solidFill>
                  <a:latin typeface="Times New Roman"/>
                </a:rPr>
                <a:t>1. Constraints</a:t>
              </a:r>
            </a:p>
          </p:txBody>
        </p:sp>
        <p:sp>
          <p:nvSpPr>
            <p:cNvPr id="86" name="compress_title"/>
            <p:cNvSpPr txBox="1"/>
            <p:nvPr/>
          </p:nvSpPr>
          <p:spPr>
            <a:xfrm>
              <a:off x="2335367" y="280886"/>
              <a:ext cx="593873" cy="11770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0" b="1">
                  <a:solidFill>
                    <a:srgbClr val="125529"/>
                  </a:solidFill>
                  <a:latin typeface="Times New Roman"/>
                </a:rPr>
                <a:t>2. One flow</a:t>
              </a:r>
            </a:p>
          </p:txBody>
        </p:sp>
        <p:sp>
          <p:nvSpPr>
            <p:cNvPr id="87" name="solve_title"/>
            <p:cNvSpPr txBox="1"/>
            <p:nvPr/>
          </p:nvSpPr>
          <p:spPr>
            <a:xfrm>
              <a:off x="3084397" y="264835"/>
              <a:ext cx="521645" cy="10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0" b="1">
                  <a:solidFill>
                    <a:srgbClr val="125529"/>
                  </a:solidFill>
                  <a:latin typeface="Times New Roman"/>
                </a:rPr>
                <a:t>3. Actor</a:t>
              </a:r>
            </a:p>
          </p:txBody>
        </p:sp>
        <p:sp>
          <p:nvSpPr>
            <p:cNvPr id="88" name="sinkhorn_label"/>
            <p:cNvSpPr txBox="1"/>
            <p:nvPr/>
          </p:nvSpPr>
          <p:spPr>
            <a:xfrm>
              <a:off x="3081722" y="363814"/>
              <a:ext cx="521645" cy="80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125529"/>
                  </a:solidFill>
                  <a:latin typeface="Times New Roman"/>
                </a:rPr>
                <a:t>(entropic)</a:t>
              </a:r>
            </a:p>
          </p:txBody>
        </p:sp>
        <p:sp>
          <p:nvSpPr>
            <p:cNvPr id="89" name="separator829"/>
            <p:cNvSpPr/>
            <p:nvPr/>
          </p:nvSpPr>
          <p:spPr>
            <a:xfrm>
              <a:off x="2217663" y="296936"/>
              <a:ext cx="26" cy="1294751"/>
            </a:xfrm>
            <a:custGeom>
              <a:avLst/>
              <a:gdLst/>
              <a:ahLst/>
              <a:cxnLst/>
              <a:rect l="0" t="0" r="r" b="b"/>
              <a:pathLst>
                <a:path w="1" h="1294751" fill="none">
                  <a:moveTo>
                    <a:pt x="0" y="0"/>
                  </a:moveTo>
                  <a:lnTo>
                    <a:pt x="0" y="1294751"/>
                  </a:lnTo>
                </a:path>
              </a:pathLst>
            </a:custGeom>
            <a:noFill/>
            <a:ln w="3745">
              <a:solidFill>
                <a:srgbClr val="00621C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separator1112"/>
            <p:cNvSpPr/>
            <p:nvPr/>
          </p:nvSpPr>
          <p:spPr>
            <a:xfrm>
              <a:off x="2974718" y="296936"/>
              <a:ext cx="26" cy="1294751"/>
            </a:xfrm>
            <a:custGeom>
              <a:avLst/>
              <a:gdLst/>
              <a:ahLst/>
              <a:cxnLst/>
              <a:rect l="0" t="0" r="r" b="b"/>
              <a:pathLst>
                <a:path w="1" h="1294751" fill="none">
                  <a:moveTo>
                    <a:pt x="0" y="0"/>
                  </a:moveTo>
                  <a:lnTo>
                    <a:pt x="0" y="1294751"/>
                  </a:lnTo>
                </a:path>
              </a:pathLst>
            </a:custGeom>
            <a:noFill/>
            <a:ln w="3745">
              <a:solidFill>
                <a:srgbClr val="00621C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costcard0"/>
            <p:cNvSpPr/>
            <p:nvPr/>
          </p:nvSpPr>
          <p:spPr>
            <a:xfrm>
              <a:off x="1441882" y="462793"/>
              <a:ext cx="706228" cy="230059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3210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costdivide0"/>
            <p:cNvSpPr/>
            <p:nvPr/>
          </p:nvSpPr>
          <p:spPr>
            <a:xfrm>
              <a:off x="1805696" y="462793"/>
              <a:ext cx="26" cy="230059"/>
            </a:xfrm>
            <a:custGeom>
              <a:avLst/>
              <a:gdLst/>
              <a:ahLst/>
              <a:cxnLst/>
              <a:rect l="0" t="0" r="r" b="b"/>
              <a:pathLst>
                <a:path w="1" h="230059" fill="none">
                  <a:moveTo>
                    <a:pt x="0" y="0"/>
                  </a:moveTo>
                  <a:lnTo>
                    <a:pt x="0" y="230059"/>
                  </a:lnTo>
                </a:path>
              </a:pathLst>
            </a:custGeom>
            <a:noFill/>
            <a:ln w="2675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93" name="costicon0" descr="costicon0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57932" y="486869"/>
              <a:ext cx="131080" cy="181907"/>
            </a:xfrm>
            <a:prstGeom prst="rect">
              <a:avLst/>
            </a:prstGeom>
          </p:spPr>
        </p:pic>
        <p:sp>
          <p:nvSpPr>
            <p:cNvPr id="94" name="costname0"/>
            <p:cNvSpPr txBox="1"/>
            <p:nvPr/>
          </p:nvSpPr>
          <p:spPr>
            <a:xfrm>
              <a:off x="1599713" y="486869"/>
              <a:ext cx="195282" cy="80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 b="1">
                  <a:solidFill>
                    <a:srgbClr val="1818E6"/>
                  </a:solidFill>
                  <a:latin typeface="Times New Roman"/>
                </a:rPr>
                <a:t>C₁</a:t>
              </a:r>
            </a:p>
          </p:txBody>
        </p:sp>
        <p:sp>
          <p:nvSpPr>
            <p:cNvPr id="95" name="costvalues0"/>
            <p:cNvSpPr txBox="1"/>
            <p:nvPr/>
          </p:nvSpPr>
          <p:spPr>
            <a:xfrm>
              <a:off x="1824422" y="481519"/>
              <a:ext cx="310312" cy="18190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1818E6"/>
                  </a:solidFill>
                  <a:latin typeface="Times New Roman"/>
                </a:rPr>
                <a:t>C₁ · b₁</a:t>
              </a:r>
            </a:p>
          </p:txBody>
        </p:sp>
        <p:sp>
          <p:nvSpPr>
            <p:cNvPr id="96" name="costcard1"/>
            <p:cNvSpPr/>
            <p:nvPr/>
          </p:nvSpPr>
          <p:spPr>
            <a:xfrm>
              <a:off x="1441882" y="714253"/>
              <a:ext cx="706228" cy="230059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3210">
              <a:solidFill>
                <a:srgbClr val="0085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costdivide1"/>
            <p:cNvSpPr/>
            <p:nvPr/>
          </p:nvSpPr>
          <p:spPr>
            <a:xfrm>
              <a:off x="1805696" y="714253"/>
              <a:ext cx="26" cy="230059"/>
            </a:xfrm>
            <a:custGeom>
              <a:avLst/>
              <a:gdLst/>
              <a:ahLst/>
              <a:cxnLst/>
              <a:rect l="0" t="0" r="r" b="b"/>
              <a:pathLst>
                <a:path w="1" h="230059" fill="none">
                  <a:moveTo>
                    <a:pt x="0" y="0"/>
                  </a:moveTo>
                  <a:lnTo>
                    <a:pt x="0" y="230059"/>
                  </a:lnTo>
                </a:path>
              </a:pathLst>
            </a:custGeom>
            <a:noFill/>
            <a:ln w="2675">
              <a:solidFill>
                <a:srgbClr val="0085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98" name="costicon1" descr="costicon1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57932" y="738329"/>
              <a:ext cx="131080" cy="149805"/>
            </a:xfrm>
            <a:prstGeom prst="rect">
              <a:avLst/>
            </a:prstGeom>
          </p:spPr>
        </p:pic>
        <p:sp>
          <p:nvSpPr>
            <p:cNvPr id="99" name="costname1"/>
            <p:cNvSpPr txBox="1"/>
            <p:nvPr/>
          </p:nvSpPr>
          <p:spPr>
            <a:xfrm>
              <a:off x="1599713" y="738329"/>
              <a:ext cx="195282" cy="80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 b="1">
                  <a:solidFill>
                    <a:srgbClr val="1BA9C0"/>
                  </a:solidFill>
                  <a:latin typeface="Times New Roman"/>
                </a:rPr>
                <a:t>C₂</a:t>
              </a:r>
            </a:p>
          </p:txBody>
        </p:sp>
        <p:sp>
          <p:nvSpPr>
            <p:cNvPr id="100" name="costvalues1"/>
            <p:cNvSpPr txBox="1"/>
            <p:nvPr/>
          </p:nvSpPr>
          <p:spPr>
            <a:xfrm>
              <a:off x="1824422" y="732979"/>
              <a:ext cx="310312" cy="18190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1BA9C0"/>
                  </a:solidFill>
                  <a:latin typeface="Times New Roman"/>
                </a:rPr>
                <a:t>C₂ · b₂</a:t>
              </a:r>
            </a:p>
          </p:txBody>
        </p:sp>
        <p:sp>
          <p:nvSpPr>
            <p:cNvPr id="101" name="costcard2"/>
            <p:cNvSpPr/>
            <p:nvPr/>
          </p:nvSpPr>
          <p:spPr>
            <a:xfrm>
              <a:off x="1441882" y="963038"/>
              <a:ext cx="706228" cy="230059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3210">
              <a:solidFill>
                <a:srgbClr val="10101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costdivide2"/>
            <p:cNvSpPr/>
            <p:nvPr/>
          </p:nvSpPr>
          <p:spPr>
            <a:xfrm>
              <a:off x="1805696" y="963038"/>
              <a:ext cx="26" cy="230059"/>
            </a:xfrm>
            <a:custGeom>
              <a:avLst/>
              <a:gdLst/>
              <a:ahLst/>
              <a:cxnLst/>
              <a:rect l="0" t="0" r="r" b="b"/>
              <a:pathLst>
                <a:path w="1" h="230059" fill="none">
                  <a:moveTo>
                    <a:pt x="0" y="0"/>
                  </a:moveTo>
                  <a:lnTo>
                    <a:pt x="0" y="230059"/>
                  </a:lnTo>
                </a:path>
              </a:pathLst>
            </a:custGeom>
            <a:noFill/>
            <a:ln w="2675">
              <a:solidFill>
                <a:srgbClr val="10101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03" name="costicon2" descr="costicon2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457932" y="987114"/>
              <a:ext cx="131080" cy="171206"/>
            </a:xfrm>
            <a:prstGeom prst="rect">
              <a:avLst/>
            </a:prstGeom>
          </p:spPr>
        </p:pic>
        <p:sp>
          <p:nvSpPr>
            <p:cNvPr id="104" name="costname2"/>
            <p:cNvSpPr txBox="1"/>
            <p:nvPr/>
          </p:nvSpPr>
          <p:spPr>
            <a:xfrm>
              <a:off x="1599713" y="987114"/>
              <a:ext cx="195282" cy="80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 b="1">
                  <a:solidFill>
                    <a:srgbClr val="404040"/>
                  </a:solidFill>
                  <a:latin typeface="Times New Roman"/>
                </a:rPr>
                <a:t>C₃</a:t>
              </a:r>
            </a:p>
          </p:txBody>
        </p:sp>
        <p:sp>
          <p:nvSpPr>
            <p:cNvPr id="105" name="costvalues2"/>
            <p:cNvSpPr txBox="1"/>
            <p:nvPr/>
          </p:nvSpPr>
          <p:spPr>
            <a:xfrm>
              <a:off x="1824422" y="981764"/>
              <a:ext cx="310312" cy="18190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404040"/>
                  </a:solidFill>
                  <a:latin typeface="Times New Roman"/>
                </a:rPr>
                <a:t>C₃ · b₃</a:t>
              </a:r>
            </a:p>
          </p:txBody>
        </p:sp>
        <p:sp>
          <p:nvSpPr>
            <p:cNvPr id="106" name="costcard3"/>
            <p:cNvSpPr/>
            <p:nvPr/>
          </p:nvSpPr>
          <p:spPr>
            <a:xfrm>
              <a:off x="1441882" y="1214498"/>
              <a:ext cx="706228" cy="230059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3210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costdivide3"/>
            <p:cNvSpPr/>
            <p:nvPr/>
          </p:nvSpPr>
          <p:spPr>
            <a:xfrm>
              <a:off x="1805696" y="1214498"/>
              <a:ext cx="26" cy="230059"/>
            </a:xfrm>
            <a:custGeom>
              <a:avLst/>
              <a:gdLst/>
              <a:ahLst/>
              <a:cxnLst/>
              <a:rect l="0" t="0" r="r" b="b"/>
              <a:pathLst>
                <a:path w="1" h="230059" fill="none">
                  <a:moveTo>
                    <a:pt x="0" y="0"/>
                  </a:moveTo>
                  <a:lnTo>
                    <a:pt x="0" y="230059"/>
                  </a:lnTo>
                </a:path>
              </a:pathLst>
            </a:custGeom>
            <a:noFill/>
            <a:ln w="2675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08" name="costicon3" descr="costicon3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457932" y="1238574"/>
              <a:ext cx="131080" cy="197957"/>
            </a:xfrm>
            <a:prstGeom prst="rect">
              <a:avLst/>
            </a:prstGeom>
          </p:spPr>
        </p:pic>
        <p:sp>
          <p:nvSpPr>
            <p:cNvPr id="109" name="costname3"/>
            <p:cNvSpPr txBox="1"/>
            <p:nvPr/>
          </p:nvSpPr>
          <p:spPr>
            <a:xfrm>
              <a:off x="1599713" y="1238574"/>
              <a:ext cx="195282" cy="80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 b="1">
                  <a:solidFill>
                    <a:srgbClr val="DC1418"/>
                  </a:solidFill>
                  <a:latin typeface="Times New Roman"/>
                </a:rPr>
                <a:t>H</a:t>
              </a:r>
            </a:p>
          </p:txBody>
        </p:sp>
        <p:sp>
          <p:nvSpPr>
            <p:cNvPr id="110" name="costvalues3"/>
            <p:cNvSpPr txBox="1"/>
            <p:nvPr/>
          </p:nvSpPr>
          <p:spPr>
            <a:xfrm>
              <a:off x="1824422" y="1233224"/>
              <a:ext cx="310312" cy="18190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DC1418"/>
                  </a:solidFill>
                  <a:latin typeface="Times New Roman"/>
                </a:rPr>
                <a:t>H: F_H = 0</a:t>
              </a:r>
            </a:p>
          </p:txBody>
        </p:sp>
        <p:sp>
          <p:nvSpPr>
            <p:cNvPr id="111" name="compression"/>
            <p:cNvSpPr/>
            <p:nvPr/>
          </p:nvSpPr>
          <p:spPr>
            <a:xfrm>
              <a:off x="2303266" y="452092"/>
              <a:ext cx="583173" cy="227384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4012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compression_name"/>
            <p:cNvSpPr txBox="1"/>
            <p:nvPr/>
          </p:nvSpPr>
          <p:spPr>
            <a:xfrm>
              <a:off x="2327342" y="470818"/>
              <a:ext cx="540371" cy="7222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 b="1">
                  <a:solidFill>
                    <a:srgbClr val="125529"/>
                  </a:solidFill>
                  <a:latin typeface="Times New Roman"/>
                </a:rPr>
                <a:t>one flow</a:t>
              </a:r>
            </a:p>
          </p:txBody>
        </p:sp>
        <p:sp>
          <p:nvSpPr>
            <p:cNvPr id="113" name="stack0_0_0"/>
            <p:cNvSpPr/>
            <p:nvPr/>
          </p:nvSpPr>
          <p:spPr>
            <a:xfrm>
              <a:off x="2404920" y="746354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stack0_0_1"/>
            <p:cNvSpPr/>
            <p:nvPr/>
          </p:nvSpPr>
          <p:spPr>
            <a:xfrm>
              <a:off x="2495874" y="746354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stack0_0_2"/>
            <p:cNvSpPr/>
            <p:nvPr/>
          </p:nvSpPr>
          <p:spPr>
            <a:xfrm>
              <a:off x="2586827" y="746354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stack0_0_3"/>
            <p:cNvSpPr/>
            <p:nvPr/>
          </p:nvSpPr>
          <p:spPr>
            <a:xfrm>
              <a:off x="2677781" y="746354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stack0_1_0"/>
            <p:cNvSpPr/>
            <p:nvPr/>
          </p:nvSpPr>
          <p:spPr>
            <a:xfrm>
              <a:off x="2380844" y="799856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stack0_1_1"/>
            <p:cNvSpPr/>
            <p:nvPr/>
          </p:nvSpPr>
          <p:spPr>
            <a:xfrm>
              <a:off x="2471798" y="799856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stack0_1_2"/>
            <p:cNvSpPr/>
            <p:nvPr/>
          </p:nvSpPr>
          <p:spPr>
            <a:xfrm>
              <a:off x="2562751" y="799856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stack0_1_3"/>
            <p:cNvSpPr/>
            <p:nvPr/>
          </p:nvSpPr>
          <p:spPr>
            <a:xfrm>
              <a:off x="2653705" y="799856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stack1_0_0"/>
            <p:cNvSpPr/>
            <p:nvPr/>
          </p:nvSpPr>
          <p:spPr>
            <a:xfrm>
              <a:off x="2404920" y="874759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085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stack1_0_1"/>
            <p:cNvSpPr/>
            <p:nvPr/>
          </p:nvSpPr>
          <p:spPr>
            <a:xfrm>
              <a:off x="2495874" y="874759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085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stack1_0_2"/>
            <p:cNvSpPr/>
            <p:nvPr/>
          </p:nvSpPr>
          <p:spPr>
            <a:xfrm>
              <a:off x="2586827" y="874759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085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stack1_0_3"/>
            <p:cNvSpPr/>
            <p:nvPr/>
          </p:nvSpPr>
          <p:spPr>
            <a:xfrm>
              <a:off x="2677781" y="874759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085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stack1_1_0"/>
            <p:cNvSpPr/>
            <p:nvPr/>
          </p:nvSpPr>
          <p:spPr>
            <a:xfrm>
              <a:off x="2380844" y="928261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085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stack1_1_1"/>
            <p:cNvSpPr/>
            <p:nvPr/>
          </p:nvSpPr>
          <p:spPr>
            <a:xfrm>
              <a:off x="2471798" y="928261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085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stack1_1_2"/>
            <p:cNvSpPr/>
            <p:nvPr/>
          </p:nvSpPr>
          <p:spPr>
            <a:xfrm>
              <a:off x="2562751" y="928261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085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stack1_1_3"/>
            <p:cNvSpPr/>
            <p:nvPr/>
          </p:nvSpPr>
          <p:spPr>
            <a:xfrm>
              <a:off x="2653705" y="928261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0085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stack2_0_0"/>
            <p:cNvSpPr/>
            <p:nvPr/>
          </p:nvSpPr>
          <p:spPr>
            <a:xfrm>
              <a:off x="2404920" y="1003164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10101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stack2_0_1"/>
            <p:cNvSpPr/>
            <p:nvPr/>
          </p:nvSpPr>
          <p:spPr>
            <a:xfrm>
              <a:off x="2495874" y="1003164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10101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stack2_0_2"/>
            <p:cNvSpPr/>
            <p:nvPr/>
          </p:nvSpPr>
          <p:spPr>
            <a:xfrm>
              <a:off x="2586827" y="1003164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10101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stack2_0_3"/>
            <p:cNvSpPr/>
            <p:nvPr/>
          </p:nvSpPr>
          <p:spPr>
            <a:xfrm>
              <a:off x="2677781" y="1003164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10101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stack2_1_0"/>
            <p:cNvSpPr/>
            <p:nvPr/>
          </p:nvSpPr>
          <p:spPr>
            <a:xfrm>
              <a:off x="2380844" y="1056667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10101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stack2_1_1"/>
            <p:cNvSpPr/>
            <p:nvPr/>
          </p:nvSpPr>
          <p:spPr>
            <a:xfrm>
              <a:off x="2471798" y="1056667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10101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stack2_1_2"/>
            <p:cNvSpPr/>
            <p:nvPr/>
          </p:nvSpPr>
          <p:spPr>
            <a:xfrm>
              <a:off x="2562751" y="1056667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10101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stack2_1_3"/>
            <p:cNvSpPr/>
            <p:nvPr/>
          </p:nvSpPr>
          <p:spPr>
            <a:xfrm>
              <a:off x="2653705" y="1056667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10101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stack3_0_0"/>
            <p:cNvSpPr/>
            <p:nvPr/>
          </p:nvSpPr>
          <p:spPr>
            <a:xfrm>
              <a:off x="2404920" y="1131570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stack3_0_1"/>
            <p:cNvSpPr/>
            <p:nvPr/>
          </p:nvSpPr>
          <p:spPr>
            <a:xfrm>
              <a:off x="2495874" y="1131570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stack3_0_2"/>
            <p:cNvSpPr/>
            <p:nvPr/>
          </p:nvSpPr>
          <p:spPr>
            <a:xfrm>
              <a:off x="2586827" y="1131570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stack3_0_3"/>
            <p:cNvSpPr/>
            <p:nvPr/>
          </p:nvSpPr>
          <p:spPr>
            <a:xfrm>
              <a:off x="2677781" y="1131570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stack3_1_0"/>
            <p:cNvSpPr/>
            <p:nvPr/>
          </p:nvSpPr>
          <p:spPr>
            <a:xfrm>
              <a:off x="2380844" y="1185072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2" name="stack3_1_1"/>
            <p:cNvSpPr/>
            <p:nvPr/>
          </p:nvSpPr>
          <p:spPr>
            <a:xfrm>
              <a:off x="2471798" y="1185072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3" name="stack3_1_2"/>
            <p:cNvSpPr/>
            <p:nvPr/>
          </p:nvSpPr>
          <p:spPr>
            <a:xfrm>
              <a:off x="2562751" y="1185072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stack3_1_3"/>
            <p:cNvSpPr/>
            <p:nvPr/>
          </p:nvSpPr>
          <p:spPr>
            <a:xfrm>
              <a:off x="2653705" y="1185072"/>
              <a:ext cx="115029" cy="53502"/>
            </a:xfrm>
            <a:custGeom>
              <a:avLst/>
              <a:gdLst/>
              <a:ahLst/>
              <a:cxnLst/>
              <a:rect l="0" t="0" r="r" b="b"/>
              <a:pathLst>
                <a:path w="115029" h="53502" fill="none">
                  <a:moveTo>
                    <a:pt x="24075" y="0"/>
                  </a:moveTo>
                  <a:lnTo>
                    <a:pt x="115029" y="0"/>
                  </a:lnTo>
                  <a:lnTo>
                    <a:pt x="90953" y="53502"/>
                  </a:lnTo>
                  <a:lnTo>
                    <a:pt x="0" y="53502"/>
                  </a:lnTo>
                  <a:lnTo>
                    <a:pt x="24075" y="0"/>
                  </a:lnTo>
                </a:path>
              </a:pathLst>
            </a:custGeom>
            <a:noFill/>
            <a:ln w="3745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into_stack"/>
            <p:cNvSpPr/>
            <p:nvPr/>
          </p:nvSpPr>
          <p:spPr>
            <a:xfrm>
              <a:off x="2236388" y="968388"/>
              <a:ext cx="85603" cy="26"/>
            </a:xfrm>
            <a:custGeom>
              <a:avLst/>
              <a:gdLst/>
              <a:ahLst/>
              <a:cxnLst/>
              <a:rect l="0" t="0" r="r" b="b"/>
              <a:pathLst>
                <a:path w="85603" h="1" fill="none">
                  <a:moveTo>
                    <a:pt x="0" y="0"/>
                  </a:moveTo>
                  <a:lnTo>
                    <a:pt x="85603" y="0"/>
                  </a:lnTo>
                </a:path>
              </a:pathLst>
            </a:custGeom>
            <a:noFill/>
            <a:ln w="32101">
              <a:solidFill>
                <a:srgbClr val="00621C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uniform_min"/>
            <p:cNvSpPr txBox="1"/>
            <p:nvPr/>
          </p:nvSpPr>
          <p:spPr>
            <a:xfrm>
              <a:off x="2281865" y="1383030"/>
              <a:ext cx="612599" cy="1043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 b="1">
                  <a:solidFill>
                    <a:srgbClr val="125529"/>
                  </a:solidFill>
                  <a:latin typeface="Times New Roman"/>
                </a:rPr>
                <a:t>F★ → λ★</a:t>
              </a:r>
            </a:p>
          </p:txBody>
        </p:sp>
        <p:sp>
          <p:nvSpPr>
            <p:cNvPr id="147" name="solvebox"/>
            <p:cNvSpPr/>
            <p:nvPr/>
          </p:nvSpPr>
          <p:spPr>
            <a:xfrm>
              <a:off x="3057646" y="500244"/>
              <a:ext cx="508270" cy="243434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4012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" name="solvetext"/>
            <p:cNvSpPr txBox="1"/>
            <p:nvPr/>
          </p:nvSpPr>
          <p:spPr>
            <a:xfrm>
              <a:off x="3068347" y="524320"/>
              <a:ext cx="486869" cy="18725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 b="1">
                  <a:solidFill>
                    <a:srgbClr val="125529"/>
                  </a:solidFill>
                  <a:latin typeface="Times New Roman"/>
                </a:rPr>
                <a:t>λ★ + β
→ actor</a:t>
              </a:r>
            </a:p>
          </p:txBody>
        </p:sp>
        <p:sp>
          <p:nvSpPr>
            <p:cNvPr id="149" name="Pgrid_0_0"/>
            <p:cNvSpPr/>
            <p:nvPr/>
          </p:nvSpPr>
          <p:spPr>
            <a:xfrm>
              <a:off x="3172676" y="839983"/>
              <a:ext cx="143564" cy="140888"/>
            </a:xfrm>
            <a:prstGeom prst="rect">
              <a:avLst/>
            </a:prstGeom>
            <a:solidFill>
              <a:srgbClr val="F1F7F1"/>
            </a:solidFill>
            <a:ln w="24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Pgrid_v0_0"/>
            <p:cNvSpPr txBox="1"/>
            <p:nvPr/>
          </p:nvSpPr>
          <p:spPr>
            <a:xfrm>
              <a:off x="3172676" y="839983"/>
              <a:ext cx="143564" cy="140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0" b="1">
                  <a:solidFill>
                    <a:srgbClr val="125529"/>
                  </a:solidFill>
                  <a:latin typeface="Times New Roman"/>
                </a:rPr>
                <a:t>λ₁</a:t>
              </a:r>
            </a:p>
          </p:txBody>
        </p:sp>
        <p:sp>
          <p:nvSpPr>
            <p:cNvPr id="151" name="Pgrid_0_1"/>
            <p:cNvSpPr/>
            <p:nvPr/>
          </p:nvSpPr>
          <p:spPr>
            <a:xfrm>
              <a:off x="3316240" y="839983"/>
              <a:ext cx="143564" cy="140888"/>
            </a:xfrm>
            <a:prstGeom prst="rect">
              <a:avLst/>
            </a:prstGeom>
            <a:solidFill>
              <a:srgbClr val="F1F7F1"/>
            </a:solidFill>
            <a:ln w="24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Pgrid_v0_1"/>
            <p:cNvSpPr txBox="1"/>
            <p:nvPr/>
          </p:nvSpPr>
          <p:spPr>
            <a:xfrm>
              <a:off x="3316240" y="839983"/>
              <a:ext cx="143564" cy="140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0" b="1">
                  <a:solidFill>
                    <a:srgbClr val="125529"/>
                  </a:solidFill>
                  <a:latin typeface="Times New Roman"/>
                </a:rPr>
                <a:t>λ₂</a:t>
              </a:r>
            </a:p>
          </p:txBody>
        </p:sp>
        <p:sp>
          <p:nvSpPr>
            <p:cNvPr id="153" name="Pgrid_0_2"/>
            <p:cNvSpPr/>
            <p:nvPr/>
          </p:nvSpPr>
          <p:spPr>
            <a:xfrm>
              <a:off x="3459804" y="839983"/>
              <a:ext cx="143564" cy="140888"/>
            </a:xfrm>
            <a:prstGeom prst="rect">
              <a:avLst/>
            </a:prstGeom>
            <a:solidFill>
              <a:srgbClr val="F1F7F1"/>
            </a:solidFill>
            <a:ln w="24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Pgrid_v0_2"/>
            <p:cNvSpPr txBox="1"/>
            <p:nvPr/>
          </p:nvSpPr>
          <p:spPr>
            <a:xfrm>
              <a:off x="3459804" y="839983"/>
              <a:ext cx="143564" cy="140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0" b="1">
                  <a:solidFill>
                    <a:srgbClr val="125529"/>
                  </a:solidFill>
                  <a:latin typeface="Times New Roman"/>
                </a:rPr>
                <a:t>λ₃</a:t>
              </a:r>
            </a:p>
          </p:txBody>
        </p:sp>
        <p:sp>
          <p:nvSpPr>
            <p:cNvPr id="155" name="Pgrid_1_0"/>
            <p:cNvSpPr/>
            <p:nvPr/>
          </p:nvSpPr>
          <p:spPr>
            <a:xfrm>
              <a:off x="3172676" y="980872"/>
              <a:ext cx="143564" cy="140888"/>
            </a:xfrm>
            <a:prstGeom prst="rect">
              <a:avLst/>
            </a:prstGeom>
            <a:solidFill>
              <a:srgbClr val="F1F7F1"/>
            </a:solidFill>
            <a:ln w="24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" name="Pgrid_v1_0"/>
            <p:cNvSpPr txBox="1"/>
            <p:nvPr/>
          </p:nvSpPr>
          <p:spPr>
            <a:xfrm>
              <a:off x="3172676" y="980872"/>
              <a:ext cx="143564" cy="140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0" b="1">
                  <a:solidFill>
                    <a:srgbClr val="125529"/>
                  </a:solidFill>
                  <a:latin typeface="Times New Roman"/>
                </a:rPr>
                <a:t>b₁</a:t>
              </a:r>
            </a:p>
          </p:txBody>
        </p:sp>
        <p:sp>
          <p:nvSpPr>
            <p:cNvPr id="157" name="Pgrid_1_1"/>
            <p:cNvSpPr/>
            <p:nvPr/>
          </p:nvSpPr>
          <p:spPr>
            <a:xfrm>
              <a:off x="3316240" y="980872"/>
              <a:ext cx="143564" cy="140888"/>
            </a:xfrm>
            <a:prstGeom prst="rect">
              <a:avLst/>
            </a:prstGeom>
            <a:solidFill>
              <a:srgbClr val="F1F7F1"/>
            </a:solidFill>
            <a:ln w="24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Pgrid_v1_1"/>
            <p:cNvSpPr txBox="1"/>
            <p:nvPr/>
          </p:nvSpPr>
          <p:spPr>
            <a:xfrm>
              <a:off x="3316240" y="980872"/>
              <a:ext cx="143564" cy="140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0" b="1">
                  <a:solidFill>
                    <a:srgbClr val="125529"/>
                  </a:solidFill>
                  <a:latin typeface="Times New Roman"/>
                </a:rPr>
                <a:t>b₂</a:t>
              </a:r>
            </a:p>
          </p:txBody>
        </p:sp>
        <p:sp>
          <p:nvSpPr>
            <p:cNvPr id="159" name="Pgrid_1_2"/>
            <p:cNvSpPr/>
            <p:nvPr/>
          </p:nvSpPr>
          <p:spPr>
            <a:xfrm>
              <a:off x="3459804" y="980872"/>
              <a:ext cx="143564" cy="140888"/>
            </a:xfrm>
            <a:prstGeom prst="rect">
              <a:avLst/>
            </a:prstGeom>
            <a:solidFill>
              <a:srgbClr val="F1F7F1"/>
            </a:solidFill>
            <a:ln w="24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Pgrid_v1_2"/>
            <p:cNvSpPr txBox="1"/>
            <p:nvPr/>
          </p:nvSpPr>
          <p:spPr>
            <a:xfrm>
              <a:off x="3459804" y="980872"/>
              <a:ext cx="143564" cy="140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0" b="1">
                  <a:solidFill>
                    <a:srgbClr val="125529"/>
                  </a:solidFill>
                  <a:latin typeface="Times New Roman"/>
                </a:rPr>
                <a:t>b₃</a:t>
              </a:r>
            </a:p>
          </p:txBody>
        </p:sp>
        <p:sp>
          <p:nvSpPr>
            <p:cNvPr id="161" name="Pgrid_2_0"/>
            <p:cNvSpPr/>
            <p:nvPr/>
          </p:nvSpPr>
          <p:spPr>
            <a:xfrm>
              <a:off x="3172676" y="1121761"/>
              <a:ext cx="143564" cy="140888"/>
            </a:xfrm>
            <a:prstGeom prst="rect">
              <a:avLst/>
            </a:prstGeom>
            <a:solidFill>
              <a:srgbClr val="F1F7F1"/>
            </a:solidFill>
            <a:ln w="24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" name="Pgrid_v2_0"/>
            <p:cNvSpPr txBox="1"/>
            <p:nvPr/>
          </p:nvSpPr>
          <p:spPr>
            <a:xfrm>
              <a:off x="3172676" y="1121761"/>
              <a:ext cx="143564" cy="140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0" b="1">
                  <a:solidFill>
                    <a:srgbClr val="125529"/>
                  </a:solidFill>
                  <a:latin typeface="Times New Roman"/>
                </a:rPr>
                <a:t>F★</a:t>
              </a:r>
            </a:p>
          </p:txBody>
        </p:sp>
        <p:sp>
          <p:nvSpPr>
            <p:cNvPr id="163" name="Pgrid_2_1"/>
            <p:cNvSpPr/>
            <p:nvPr/>
          </p:nvSpPr>
          <p:spPr>
            <a:xfrm>
              <a:off x="3316240" y="1121761"/>
              <a:ext cx="143564" cy="140888"/>
            </a:xfrm>
            <a:prstGeom prst="rect">
              <a:avLst/>
            </a:prstGeom>
            <a:solidFill>
              <a:srgbClr val="F1F7F1"/>
            </a:solidFill>
            <a:ln w="24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Pgrid_v2_1"/>
            <p:cNvSpPr txBox="1"/>
            <p:nvPr/>
          </p:nvSpPr>
          <p:spPr>
            <a:xfrm>
              <a:off x="3316240" y="1121761"/>
              <a:ext cx="143564" cy="140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0" b="1">
                  <a:solidFill>
                    <a:srgbClr val="125529"/>
                  </a:solidFill>
                  <a:latin typeface="Times New Roman"/>
                </a:rPr>
                <a:t>β</a:t>
              </a:r>
            </a:p>
          </p:txBody>
        </p:sp>
        <p:sp>
          <p:nvSpPr>
            <p:cNvPr id="165" name="Pgrid_2_2"/>
            <p:cNvSpPr/>
            <p:nvPr/>
          </p:nvSpPr>
          <p:spPr>
            <a:xfrm>
              <a:off x="3459804" y="1121761"/>
              <a:ext cx="143564" cy="140888"/>
            </a:xfrm>
            <a:prstGeom prst="rect">
              <a:avLst/>
            </a:prstGeom>
            <a:solidFill>
              <a:srgbClr val="F1F7F1"/>
            </a:solidFill>
            <a:ln w="24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Pgrid_v2_2"/>
            <p:cNvSpPr txBox="1"/>
            <p:nvPr/>
          </p:nvSpPr>
          <p:spPr>
            <a:xfrm>
              <a:off x="3459804" y="1121761"/>
              <a:ext cx="143564" cy="1408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0" b="1">
                  <a:solidFill>
                    <a:srgbClr val="125529"/>
                  </a:solidFill>
                  <a:latin typeface="Times New Roman"/>
                </a:rPr>
                <a:t>λ</a:t>
              </a:r>
            </a:p>
          </p:txBody>
        </p:sp>
        <p:sp>
          <p:nvSpPr>
            <p:cNvPr id="167" name="transport"/>
            <p:cNvSpPr txBox="1"/>
            <p:nvPr/>
          </p:nvSpPr>
          <p:spPr>
            <a:xfrm>
              <a:off x="3079047" y="1342903"/>
              <a:ext cx="551071" cy="11235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 b="1">
                  <a:solidFill>
                    <a:srgbClr val="125529"/>
                  </a:solidFill>
                  <a:latin typeface="Times New Roman"/>
                </a:rPr>
                <a:t>safety prices</a:t>
              </a:r>
            </a:p>
          </p:txBody>
        </p:sp>
        <p:grpSp>
          <p:nvGrpSpPr>
            <p:cNvPr id="177" name="S0"/>
            <p:cNvGrpSpPr/>
            <p:nvPr/>
          </p:nvGrpSpPr>
          <p:grpSpPr>
            <a:xfrm>
              <a:off x="1635515" y="585848"/>
              <a:ext cx="65317" cy="55728"/>
              <a:chOff x="1650828" y="599072"/>
              <a:chExt cx="65317" cy="58796"/>
            </a:xfrm>
          </p:grpSpPr>
          <p:sp>
            <p:nvSpPr>
              <p:cNvPr id="178" name="S0_outline_0"/>
              <p:cNvSpPr/>
              <p:nvPr/>
            </p:nvSpPr>
            <p:spPr>
              <a:xfrm>
                <a:off x="1650828" y="599072"/>
                <a:ext cx="43684" cy="49585"/>
              </a:xfrm>
              <a:custGeom>
                <a:avLst/>
                <a:gdLst/>
                <a:ahLst/>
                <a:cxnLst/>
                <a:rect l="0" t="0" r="r" b="b"/>
                <a:pathLst>
                  <a:path w="43684" h="49586">
                    <a:moveTo>
                      <a:pt x="38933" y="35191"/>
                    </a:moveTo>
                    <a:cubicBezTo>
                      <a:pt x="38576" y="30512"/>
                      <a:pt x="36417" y="27777"/>
                      <a:pt x="27206" y="21157"/>
                    </a:cubicBezTo>
                    <a:cubicBezTo>
                      <a:pt x="17990" y="14609"/>
                      <a:pt x="17058" y="13601"/>
                      <a:pt x="16768" y="10077"/>
                    </a:cubicBezTo>
                    <a:cubicBezTo>
                      <a:pt x="16768" y="9930"/>
                      <a:pt x="16768" y="9716"/>
                      <a:pt x="16768" y="9573"/>
                    </a:cubicBezTo>
                    <a:cubicBezTo>
                      <a:pt x="16768" y="5326"/>
                      <a:pt x="20582" y="2734"/>
                      <a:pt x="26845" y="2734"/>
                    </a:cubicBezTo>
                    <a:cubicBezTo>
                      <a:pt x="30444" y="2734"/>
                      <a:pt x="33322" y="3596"/>
                      <a:pt x="35552" y="5326"/>
                    </a:cubicBezTo>
                    <a:cubicBezTo>
                      <a:pt x="37854" y="7124"/>
                      <a:pt x="38719" y="9573"/>
                      <a:pt x="39152" y="14395"/>
                    </a:cubicBezTo>
                    <a:lnTo>
                      <a:pt x="41021" y="14609"/>
                    </a:lnTo>
                    <a:lnTo>
                      <a:pt x="43684" y="0"/>
                    </a:lnTo>
                    <a:lnTo>
                      <a:pt x="41668" y="0"/>
                    </a:lnTo>
                    <a:cubicBezTo>
                      <a:pt x="40517" y="1798"/>
                      <a:pt x="39584" y="2159"/>
                      <a:pt x="37421" y="2159"/>
                    </a:cubicBezTo>
                    <a:cubicBezTo>
                      <a:pt x="36199" y="2159"/>
                      <a:pt x="35119" y="1655"/>
                      <a:pt x="32960" y="1079"/>
                    </a:cubicBezTo>
                    <a:cubicBezTo>
                      <a:pt x="30873" y="433"/>
                      <a:pt x="27706" y="71"/>
                      <a:pt x="24686" y="71"/>
                    </a:cubicBezTo>
                    <a:cubicBezTo>
                      <a:pt x="14970" y="71"/>
                      <a:pt x="8275" y="4675"/>
                      <a:pt x="8275" y="11370"/>
                    </a:cubicBezTo>
                    <a:cubicBezTo>
                      <a:pt x="8275" y="11585"/>
                      <a:pt x="8275" y="11875"/>
                      <a:pt x="8275" y="12089"/>
                    </a:cubicBezTo>
                    <a:cubicBezTo>
                      <a:pt x="8565" y="15974"/>
                      <a:pt x="10220" y="18062"/>
                      <a:pt x="16335" y="22670"/>
                    </a:cubicBezTo>
                    <a:cubicBezTo>
                      <a:pt x="17633" y="23606"/>
                      <a:pt x="18998" y="24614"/>
                      <a:pt x="20296" y="25694"/>
                    </a:cubicBezTo>
                    <a:lnTo>
                      <a:pt x="24324" y="28714"/>
                    </a:lnTo>
                    <a:cubicBezTo>
                      <a:pt x="29004" y="32242"/>
                      <a:pt x="30297" y="34111"/>
                      <a:pt x="30516" y="37207"/>
                    </a:cubicBezTo>
                    <a:cubicBezTo>
                      <a:pt x="30516" y="37421"/>
                      <a:pt x="30516" y="37640"/>
                      <a:pt x="30516" y="37782"/>
                    </a:cubicBezTo>
                    <a:cubicBezTo>
                      <a:pt x="30516" y="42966"/>
                      <a:pt x="25694" y="46780"/>
                      <a:pt x="18927" y="46780"/>
                    </a:cubicBezTo>
                    <a:cubicBezTo>
                      <a:pt x="10938" y="46780"/>
                      <a:pt x="4608" y="41668"/>
                      <a:pt x="4104" y="34615"/>
                    </a:cubicBezTo>
                    <a:cubicBezTo>
                      <a:pt x="4104" y="34111"/>
                      <a:pt x="4028" y="33826"/>
                      <a:pt x="4175" y="33175"/>
                    </a:cubicBezTo>
                    <a:lnTo>
                      <a:pt x="2088" y="33032"/>
                    </a:lnTo>
                    <a:lnTo>
                      <a:pt x="0" y="49371"/>
                    </a:lnTo>
                    <a:lnTo>
                      <a:pt x="1798" y="49371"/>
                    </a:lnTo>
                    <a:cubicBezTo>
                      <a:pt x="2445" y="47427"/>
                      <a:pt x="3310" y="46708"/>
                      <a:pt x="5326" y="46708"/>
                    </a:cubicBezTo>
                    <a:cubicBezTo>
                      <a:pt x="6406" y="46708"/>
                      <a:pt x="7771" y="46994"/>
                      <a:pt x="10434" y="47641"/>
                    </a:cubicBezTo>
                    <a:cubicBezTo>
                      <a:pt x="14899" y="48867"/>
                      <a:pt x="17562" y="49586"/>
                      <a:pt x="20582" y="49586"/>
                    </a:cubicBezTo>
                    <a:cubicBezTo>
                      <a:pt x="31234" y="49586"/>
                      <a:pt x="38933" y="43827"/>
                      <a:pt x="38933" y="36056"/>
                    </a:cubicBezTo>
                    <a:cubicBezTo>
                      <a:pt x="38933" y="35766"/>
                      <a:pt x="38933" y="35481"/>
                      <a:pt x="38933" y="35191"/>
                    </a:cubicBez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" name="S0_outline_1"/>
              <p:cNvSpPr/>
              <p:nvPr/>
            </p:nvSpPr>
            <p:spPr>
              <a:xfrm>
                <a:off x="1701898" y="623833"/>
                <a:ext cx="14247" cy="34035"/>
              </a:xfrm>
              <a:custGeom>
                <a:avLst/>
                <a:gdLst/>
                <a:ahLst/>
                <a:cxnLst/>
                <a:rect l="0" t="0" r="r" b="b"/>
                <a:pathLst>
                  <a:path w="14248" h="34036">
                    <a:moveTo>
                      <a:pt x="14248" y="34036"/>
                    </a:moveTo>
                    <a:lnTo>
                      <a:pt x="14248" y="33282"/>
                    </a:lnTo>
                    <a:cubicBezTo>
                      <a:pt x="10271" y="33230"/>
                      <a:pt x="9466" y="32726"/>
                      <a:pt x="9466" y="30309"/>
                    </a:cubicBezTo>
                    <a:lnTo>
                      <a:pt x="9466" y="103"/>
                    </a:lnTo>
                    <a:lnTo>
                      <a:pt x="9065" y="0"/>
                    </a:lnTo>
                    <a:lnTo>
                      <a:pt x="0" y="4584"/>
                    </a:lnTo>
                    <a:lnTo>
                      <a:pt x="0" y="5286"/>
                    </a:lnTo>
                    <a:cubicBezTo>
                      <a:pt x="603" y="5036"/>
                      <a:pt x="1159" y="4834"/>
                      <a:pt x="1361" y="4735"/>
                    </a:cubicBezTo>
                    <a:cubicBezTo>
                      <a:pt x="2266" y="4382"/>
                      <a:pt x="3123" y="4179"/>
                      <a:pt x="3627" y="4179"/>
                    </a:cubicBezTo>
                    <a:cubicBezTo>
                      <a:pt x="4683" y="4179"/>
                      <a:pt x="5136" y="4937"/>
                      <a:pt x="5136" y="6548"/>
                    </a:cubicBezTo>
                    <a:lnTo>
                      <a:pt x="5136" y="29353"/>
                    </a:lnTo>
                    <a:cubicBezTo>
                      <a:pt x="5136" y="31016"/>
                      <a:pt x="4735" y="32175"/>
                      <a:pt x="3929" y="32627"/>
                    </a:cubicBezTo>
                    <a:cubicBezTo>
                      <a:pt x="3171" y="33080"/>
                      <a:pt x="2469" y="33230"/>
                      <a:pt x="353" y="33282"/>
                    </a:cubicBezTo>
                    <a:lnTo>
                      <a:pt x="353" y="34036"/>
                    </a:lnTo>
                    <a:lnTo>
                      <a:pt x="14248" y="34036"/>
                    </a:ln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80" name="S1"/>
            <p:cNvGrpSpPr/>
            <p:nvPr/>
          </p:nvGrpSpPr>
          <p:grpSpPr>
            <a:xfrm>
              <a:off x="1635515" y="837308"/>
              <a:ext cx="69397" cy="55728"/>
              <a:chOff x="1650828" y="850532"/>
              <a:chExt cx="69397" cy="58796"/>
            </a:xfrm>
          </p:grpSpPr>
          <p:sp>
            <p:nvSpPr>
              <p:cNvPr id="181" name="S1_outline_0"/>
              <p:cNvSpPr/>
              <p:nvPr/>
            </p:nvSpPr>
            <p:spPr>
              <a:xfrm>
                <a:off x="1650828" y="850532"/>
                <a:ext cx="43684" cy="49585"/>
              </a:xfrm>
              <a:custGeom>
                <a:avLst/>
                <a:gdLst/>
                <a:ahLst/>
                <a:cxnLst/>
                <a:rect l="0" t="0" r="r" b="b"/>
                <a:pathLst>
                  <a:path w="43684" h="49586">
                    <a:moveTo>
                      <a:pt x="38933" y="35191"/>
                    </a:moveTo>
                    <a:cubicBezTo>
                      <a:pt x="38576" y="30512"/>
                      <a:pt x="36417" y="27777"/>
                      <a:pt x="27206" y="21157"/>
                    </a:cubicBezTo>
                    <a:cubicBezTo>
                      <a:pt x="17990" y="14609"/>
                      <a:pt x="17058" y="13601"/>
                      <a:pt x="16768" y="10077"/>
                    </a:cubicBezTo>
                    <a:cubicBezTo>
                      <a:pt x="16768" y="9930"/>
                      <a:pt x="16768" y="9716"/>
                      <a:pt x="16768" y="9573"/>
                    </a:cubicBezTo>
                    <a:cubicBezTo>
                      <a:pt x="16768" y="5326"/>
                      <a:pt x="20582" y="2734"/>
                      <a:pt x="26845" y="2734"/>
                    </a:cubicBezTo>
                    <a:cubicBezTo>
                      <a:pt x="30444" y="2734"/>
                      <a:pt x="33322" y="3596"/>
                      <a:pt x="35552" y="5326"/>
                    </a:cubicBezTo>
                    <a:cubicBezTo>
                      <a:pt x="37854" y="7124"/>
                      <a:pt x="38719" y="9573"/>
                      <a:pt x="39152" y="14395"/>
                    </a:cubicBezTo>
                    <a:lnTo>
                      <a:pt x="41021" y="14609"/>
                    </a:lnTo>
                    <a:lnTo>
                      <a:pt x="43684" y="0"/>
                    </a:lnTo>
                    <a:lnTo>
                      <a:pt x="41668" y="0"/>
                    </a:lnTo>
                    <a:cubicBezTo>
                      <a:pt x="40517" y="1798"/>
                      <a:pt x="39584" y="2159"/>
                      <a:pt x="37421" y="2159"/>
                    </a:cubicBezTo>
                    <a:cubicBezTo>
                      <a:pt x="36199" y="2159"/>
                      <a:pt x="35119" y="1655"/>
                      <a:pt x="32960" y="1079"/>
                    </a:cubicBezTo>
                    <a:cubicBezTo>
                      <a:pt x="30873" y="433"/>
                      <a:pt x="27706" y="71"/>
                      <a:pt x="24686" y="71"/>
                    </a:cubicBezTo>
                    <a:cubicBezTo>
                      <a:pt x="14970" y="71"/>
                      <a:pt x="8275" y="4675"/>
                      <a:pt x="8275" y="11370"/>
                    </a:cubicBezTo>
                    <a:cubicBezTo>
                      <a:pt x="8275" y="11585"/>
                      <a:pt x="8275" y="11875"/>
                      <a:pt x="8275" y="12089"/>
                    </a:cubicBezTo>
                    <a:cubicBezTo>
                      <a:pt x="8565" y="15974"/>
                      <a:pt x="10220" y="18062"/>
                      <a:pt x="16335" y="22670"/>
                    </a:cubicBezTo>
                    <a:cubicBezTo>
                      <a:pt x="17633" y="23606"/>
                      <a:pt x="18998" y="24614"/>
                      <a:pt x="20296" y="25694"/>
                    </a:cubicBezTo>
                    <a:lnTo>
                      <a:pt x="24324" y="28714"/>
                    </a:lnTo>
                    <a:cubicBezTo>
                      <a:pt x="29004" y="32242"/>
                      <a:pt x="30297" y="34111"/>
                      <a:pt x="30516" y="37207"/>
                    </a:cubicBezTo>
                    <a:cubicBezTo>
                      <a:pt x="30516" y="37421"/>
                      <a:pt x="30516" y="37640"/>
                      <a:pt x="30516" y="37782"/>
                    </a:cubicBezTo>
                    <a:cubicBezTo>
                      <a:pt x="30516" y="42966"/>
                      <a:pt x="25694" y="46780"/>
                      <a:pt x="18927" y="46780"/>
                    </a:cubicBezTo>
                    <a:cubicBezTo>
                      <a:pt x="10938" y="46780"/>
                      <a:pt x="4608" y="41668"/>
                      <a:pt x="4104" y="34615"/>
                    </a:cubicBezTo>
                    <a:cubicBezTo>
                      <a:pt x="4104" y="34111"/>
                      <a:pt x="4028" y="33826"/>
                      <a:pt x="4175" y="33175"/>
                    </a:cubicBezTo>
                    <a:lnTo>
                      <a:pt x="2088" y="33032"/>
                    </a:lnTo>
                    <a:lnTo>
                      <a:pt x="0" y="49371"/>
                    </a:lnTo>
                    <a:lnTo>
                      <a:pt x="1798" y="49371"/>
                    </a:lnTo>
                    <a:cubicBezTo>
                      <a:pt x="2445" y="47427"/>
                      <a:pt x="3310" y="46708"/>
                      <a:pt x="5326" y="46708"/>
                    </a:cubicBezTo>
                    <a:cubicBezTo>
                      <a:pt x="6406" y="46708"/>
                      <a:pt x="7771" y="46994"/>
                      <a:pt x="10434" y="47641"/>
                    </a:cubicBezTo>
                    <a:cubicBezTo>
                      <a:pt x="14899" y="48867"/>
                      <a:pt x="17562" y="49586"/>
                      <a:pt x="20582" y="49586"/>
                    </a:cubicBezTo>
                    <a:cubicBezTo>
                      <a:pt x="31234" y="49586"/>
                      <a:pt x="38933" y="43827"/>
                      <a:pt x="38933" y="36056"/>
                    </a:cubicBezTo>
                    <a:cubicBezTo>
                      <a:pt x="38933" y="35766"/>
                      <a:pt x="38933" y="35481"/>
                      <a:pt x="38933" y="35191"/>
                    </a:cubicBezTo>
                    <a:close/>
                  </a:path>
                </a:pathLst>
              </a:custGeom>
              <a:solidFill>
                <a:srgbClr val="0085A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" name="S1_outline_1"/>
              <p:cNvSpPr/>
              <p:nvPr/>
            </p:nvSpPr>
            <p:spPr>
              <a:xfrm>
                <a:off x="1697822" y="875293"/>
                <a:ext cx="22403" cy="34035"/>
              </a:xfrm>
              <a:custGeom>
                <a:avLst/>
                <a:gdLst/>
                <a:ahLst/>
                <a:cxnLst/>
                <a:rect l="0" t="0" r="r" b="b"/>
                <a:pathLst>
                  <a:path w="22404" h="34036">
                    <a:moveTo>
                      <a:pt x="22404" y="27138"/>
                    </a:moveTo>
                    <a:lnTo>
                      <a:pt x="21749" y="26888"/>
                    </a:lnTo>
                    <a:cubicBezTo>
                      <a:pt x="19883" y="29758"/>
                      <a:pt x="19233" y="30210"/>
                      <a:pt x="16966" y="30210"/>
                    </a:cubicBezTo>
                    <a:lnTo>
                      <a:pt x="4933" y="30210"/>
                    </a:lnTo>
                    <a:lnTo>
                      <a:pt x="13391" y="21348"/>
                    </a:lnTo>
                    <a:cubicBezTo>
                      <a:pt x="17871" y="16665"/>
                      <a:pt x="19836" y="12839"/>
                      <a:pt x="19836" y="8914"/>
                    </a:cubicBezTo>
                    <a:cubicBezTo>
                      <a:pt x="19836" y="3877"/>
                      <a:pt x="15756" y="0"/>
                      <a:pt x="10521" y="0"/>
                    </a:cubicBezTo>
                    <a:cubicBezTo>
                      <a:pt x="7751" y="0"/>
                      <a:pt x="5136" y="1107"/>
                      <a:pt x="3270" y="3123"/>
                    </a:cubicBezTo>
                    <a:cubicBezTo>
                      <a:pt x="1659" y="4834"/>
                      <a:pt x="905" y="6445"/>
                      <a:pt x="48" y="10021"/>
                    </a:cubicBezTo>
                    <a:lnTo>
                      <a:pt x="1107" y="10271"/>
                    </a:lnTo>
                    <a:cubicBezTo>
                      <a:pt x="3119" y="5338"/>
                      <a:pt x="4933" y="3727"/>
                      <a:pt x="8406" y="3727"/>
                    </a:cubicBezTo>
                    <a:cubicBezTo>
                      <a:pt x="12637" y="3727"/>
                      <a:pt x="15506" y="6596"/>
                      <a:pt x="15506" y="10827"/>
                    </a:cubicBezTo>
                    <a:cubicBezTo>
                      <a:pt x="15506" y="14752"/>
                      <a:pt x="13188" y="19435"/>
                      <a:pt x="8961" y="23916"/>
                    </a:cubicBezTo>
                    <a:lnTo>
                      <a:pt x="0" y="33433"/>
                    </a:lnTo>
                    <a:lnTo>
                      <a:pt x="0" y="34036"/>
                    </a:lnTo>
                    <a:lnTo>
                      <a:pt x="19633" y="34036"/>
                    </a:lnTo>
                    <a:lnTo>
                      <a:pt x="22404" y="27138"/>
                    </a:lnTo>
                    <a:close/>
                  </a:path>
                </a:pathLst>
              </a:custGeom>
              <a:solidFill>
                <a:srgbClr val="0085A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83" name="S2"/>
            <p:cNvGrpSpPr/>
            <p:nvPr/>
          </p:nvGrpSpPr>
          <p:grpSpPr>
            <a:xfrm>
              <a:off x="1635515" y="1086093"/>
              <a:ext cx="67230" cy="55936"/>
              <a:chOff x="1650828" y="1099305"/>
              <a:chExt cx="67230" cy="59503"/>
            </a:xfrm>
          </p:grpSpPr>
          <p:sp>
            <p:nvSpPr>
              <p:cNvPr id="184" name="S2_outline_0"/>
              <p:cNvSpPr/>
              <p:nvPr/>
            </p:nvSpPr>
            <p:spPr>
              <a:xfrm>
                <a:off x="1650828" y="1099305"/>
                <a:ext cx="43684" cy="49585"/>
              </a:xfrm>
              <a:custGeom>
                <a:avLst/>
                <a:gdLst/>
                <a:ahLst/>
                <a:cxnLst/>
                <a:rect l="0" t="0" r="r" b="b"/>
                <a:pathLst>
                  <a:path w="43684" h="49586">
                    <a:moveTo>
                      <a:pt x="38933" y="35191"/>
                    </a:moveTo>
                    <a:cubicBezTo>
                      <a:pt x="38576" y="30512"/>
                      <a:pt x="36417" y="27777"/>
                      <a:pt x="27206" y="21157"/>
                    </a:cubicBezTo>
                    <a:cubicBezTo>
                      <a:pt x="17990" y="14609"/>
                      <a:pt x="17058" y="13601"/>
                      <a:pt x="16768" y="10077"/>
                    </a:cubicBezTo>
                    <a:cubicBezTo>
                      <a:pt x="16768" y="9930"/>
                      <a:pt x="16768" y="9715"/>
                      <a:pt x="16768" y="9573"/>
                    </a:cubicBezTo>
                    <a:cubicBezTo>
                      <a:pt x="16768" y="5326"/>
                      <a:pt x="20582" y="2734"/>
                      <a:pt x="26845" y="2734"/>
                    </a:cubicBezTo>
                    <a:cubicBezTo>
                      <a:pt x="30444" y="2734"/>
                      <a:pt x="33322" y="3596"/>
                      <a:pt x="35552" y="5326"/>
                    </a:cubicBezTo>
                    <a:cubicBezTo>
                      <a:pt x="37854" y="7124"/>
                      <a:pt x="38719" y="9573"/>
                      <a:pt x="39152" y="14395"/>
                    </a:cubicBezTo>
                    <a:lnTo>
                      <a:pt x="41021" y="14609"/>
                    </a:lnTo>
                    <a:lnTo>
                      <a:pt x="43684" y="0"/>
                    </a:lnTo>
                    <a:lnTo>
                      <a:pt x="41668" y="0"/>
                    </a:lnTo>
                    <a:cubicBezTo>
                      <a:pt x="40517" y="1798"/>
                      <a:pt x="39584" y="2159"/>
                      <a:pt x="37421" y="2159"/>
                    </a:cubicBezTo>
                    <a:cubicBezTo>
                      <a:pt x="36199" y="2159"/>
                      <a:pt x="35119" y="1655"/>
                      <a:pt x="32960" y="1079"/>
                    </a:cubicBezTo>
                    <a:cubicBezTo>
                      <a:pt x="30873" y="433"/>
                      <a:pt x="27706" y="71"/>
                      <a:pt x="24686" y="71"/>
                    </a:cubicBezTo>
                    <a:cubicBezTo>
                      <a:pt x="14970" y="71"/>
                      <a:pt x="8275" y="4675"/>
                      <a:pt x="8275" y="11370"/>
                    </a:cubicBezTo>
                    <a:cubicBezTo>
                      <a:pt x="8275" y="11585"/>
                      <a:pt x="8275" y="11874"/>
                      <a:pt x="8275" y="12089"/>
                    </a:cubicBezTo>
                    <a:cubicBezTo>
                      <a:pt x="8565" y="15974"/>
                      <a:pt x="10220" y="18062"/>
                      <a:pt x="16335" y="22669"/>
                    </a:cubicBezTo>
                    <a:cubicBezTo>
                      <a:pt x="17633" y="23606"/>
                      <a:pt x="18998" y="24614"/>
                      <a:pt x="20296" y="25694"/>
                    </a:cubicBezTo>
                    <a:lnTo>
                      <a:pt x="24324" y="28714"/>
                    </a:lnTo>
                    <a:cubicBezTo>
                      <a:pt x="29004" y="32242"/>
                      <a:pt x="30297" y="34111"/>
                      <a:pt x="30516" y="37207"/>
                    </a:cubicBezTo>
                    <a:cubicBezTo>
                      <a:pt x="30516" y="37421"/>
                      <a:pt x="30516" y="37640"/>
                      <a:pt x="30516" y="37782"/>
                    </a:cubicBezTo>
                    <a:cubicBezTo>
                      <a:pt x="30516" y="42966"/>
                      <a:pt x="25694" y="46780"/>
                      <a:pt x="18927" y="46780"/>
                    </a:cubicBezTo>
                    <a:cubicBezTo>
                      <a:pt x="10938" y="46780"/>
                      <a:pt x="4608" y="41668"/>
                      <a:pt x="4104" y="34615"/>
                    </a:cubicBezTo>
                    <a:cubicBezTo>
                      <a:pt x="4104" y="34111"/>
                      <a:pt x="4028" y="33826"/>
                      <a:pt x="4175" y="33175"/>
                    </a:cubicBezTo>
                    <a:lnTo>
                      <a:pt x="2088" y="33032"/>
                    </a:lnTo>
                    <a:lnTo>
                      <a:pt x="0" y="49371"/>
                    </a:lnTo>
                    <a:lnTo>
                      <a:pt x="1798" y="49371"/>
                    </a:lnTo>
                    <a:cubicBezTo>
                      <a:pt x="2445" y="47427"/>
                      <a:pt x="3310" y="46708"/>
                      <a:pt x="5326" y="46708"/>
                    </a:cubicBezTo>
                    <a:cubicBezTo>
                      <a:pt x="6406" y="46708"/>
                      <a:pt x="7771" y="46994"/>
                      <a:pt x="10434" y="47641"/>
                    </a:cubicBezTo>
                    <a:cubicBezTo>
                      <a:pt x="14899" y="48867"/>
                      <a:pt x="17562" y="49586"/>
                      <a:pt x="20582" y="49586"/>
                    </a:cubicBezTo>
                    <a:cubicBezTo>
                      <a:pt x="31234" y="49586"/>
                      <a:pt x="38933" y="43827"/>
                      <a:pt x="38933" y="36056"/>
                    </a:cubicBezTo>
                    <a:cubicBezTo>
                      <a:pt x="38933" y="35766"/>
                      <a:pt x="38933" y="35481"/>
                      <a:pt x="38933" y="3519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" name="S2_outline_1"/>
              <p:cNvSpPr/>
              <p:nvPr/>
            </p:nvSpPr>
            <p:spPr>
              <a:xfrm>
                <a:off x="1698473" y="1124066"/>
                <a:ext cx="19585" cy="34742"/>
              </a:xfrm>
              <a:custGeom>
                <a:avLst/>
                <a:gdLst/>
                <a:ahLst/>
                <a:cxnLst/>
                <a:rect l="0" t="0" r="r" b="b"/>
                <a:pathLst>
                  <a:path w="19586" h="34742">
                    <a:moveTo>
                      <a:pt x="19586" y="23011"/>
                    </a:moveTo>
                    <a:cubicBezTo>
                      <a:pt x="19586" y="20443"/>
                      <a:pt x="18780" y="18078"/>
                      <a:pt x="17320" y="16514"/>
                    </a:cubicBezTo>
                    <a:cubicBezTo>
                      <a:pt x="16315" y="15407"/>
                      <a:pt x="15359" y="14804"/>
                      <a:pt x="13140" y="13847"/>
                    </a:cubicBezTo>
                    <a:cubicBezTo>
                      <a:pt x="16617" y="11482"/>
                      <a:pt x="17875" y="9616"/>
                      <a:pt x="17875" y="6898"/>
                    </a:cubicBezTo>
                    <a:cubicBezTo>
                      <a:pt x="17875" y="2822"/>
                      <a:pt x="14653" y="0"/>
                      <a:pt x="10021" y="0"/>
                    </a:cubicBezTo>
                    <a:cubicBezTo>
                      <a:pt x="7505" y="0"/>
                      <a:pt x="5286" y="857"/>
                      <a:pt x="3477" y="2469"/>
                    </a:cubicBezTo>
                    <a:cubicBezTo>
                      <a:pt x="1965" y="3830"/>
                      <a:pt x="1210" y="5136"/>
                      <a:pt x="103" y="8156"/>
                    </a:cubicBezTo>
                    <a:lnTo>
                      <a:pt x="857" y="8358"/>
                    </a:lnTo>
                    <a:cubicBezTo>
                      <a:pt x="2921" y="4683"/>
                      <a:pt x="5187" y="3024"/>
                      <a:pt x="8358" y="3024"/>
                    </a:cubicBezTo>
                    <a:cubicBezTo>
                      <a:pt x="11632" y="3024"/>
                      <a:pt x="13899" y="5239"/>
                      <a:pt x="13899" y="8410"/>
                    </a:cubicBezTo>
                    <a:cubicBezTo>
                      <a:pt x="13899" y="10224"/>
                      <a:pt x="13140" y="12033"/>
                      <a:pt x="11882" y="13291"/>
                    </a:cubicBezTo>
                    <a:cubicBezTo>
                      <a:pt x="10374" y="14804"/>
                      <a:pt x="8965" y="15558"/>
                      <a:pt x="5540" y="16768"/>
                    </a:cubicBezTo>
                    <a:lnTo>
                      <a:pt x="5540" y="17423"/>
                    </a:lnTo>
                    <a:cubicBezTo>
                      <a:pt x="8509" y="17423"/>
                      <a:pt x="9668" y="17522"/>
                      <a:pt x="10878" y="17975"/>
                    </a:cubicBezTo>
                    <a:cubicBezTo>
                      <a:pt x="13998" y="19082"/>
                      <a:pt x="15962" y="21951"/>
                      <a:pt x="15962" y="25428"/>
                    </a:cubicBezTo>
                    <a:cubicBezTo>
                      <a:pt x="15962" y="29655"/>
                      <a:pt x="13093" y="32929"/>
                      <a:pt x="9366" y="32929"/>
                    </a:cubicBezTo>
                    <a:cubicBezTo>
                      <a:pt x="8009" y="32929"/>
                      <a:pt x="7001" y="32576"/>
                      <a:pt x="5136" y="31369"/>
                    </a:cubicBezTo>
                    <a:cubicBezTo>
                      <a:pt x="3627" y="30460"/>
                      <a:pt x="2770" y="30111"/>
                      <a:pt x="1917" y="30111"/>
                    </a:cubicBezTo>
                    <a:cubicBezTo>
                      <a:pt x="758" y="30111"/>
                      <a:pt x="0" y="30813"/>
                      <a:pt x="0" y="31873"/>
                    </a:cubicBezTo>
                    <a:cubicBezTo>
                      <a:pt x="0" y="33635"/>
                      <a:pt x="2167" y="34742"/>
                      <a:pt x="5691" y="34742"/>
                    </a:cubicBezTo>
                    <a:cubicBezTo>
                      <a:pt x="9569" y="34742"/>
                      <a:pt x="13545" y="33433"/>
                      <a:pt x="15911" y="31369"/>
                    </a:cubicBezTo>
                    <a:cubicBezTo>
                      <a:pt x="18276" y="29305"/>
                      <a:pt x="19586" y="26384"/>
                      <a:pt x="19586" y="2301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86" name="S3"/>
            <p:cNvGrpSpPr/>
            <p:nvPr/>
          </p:nvGrpSpPr>
          <p:grpSpPr>
            <a:xfrm>
              <a:off x="1635515" y="1337553"/>
              <a:ext cx="69246" cy="55728"/>
              <a:chOff x="1650828" y="1350777"/>
              <a:chExt cx="69246" cy="58796"/>
            </a:xfrm>
          </p:grpSpPr>
          <p:sp>
            <p:nvSpPr>
              <p:cNvPr id="187" name="S3_outline_0"/>
              <p:cNvSpPr/>
              <p:nvPr/>
            </p:nvSpPr>
            <p:spPr>
              <a:xfrm>
                <a:off x="1650828" y="1350777"/>
                <a:ext cx="43684" cy="49585"/>
              </a:xfrm>
              <a:custGeom>
                <a:avLst/>
                <a:gdLst/>
                <a:ahLst/>
                <a:cxnLst/>
                <a:rect l="0" t="0" r="r" b="b"/>
                <a:pathLst>
                  <a:path w="43684" h="49586">
                    <a:moveTo>
                      <a:pt x="38933" y="35191"/>
                    </a:moveTo>
                    <a:cubicBezTo>
                      <a:pt x="38576" y="30512"/>
                      <a:pt x="36417" y="27777"/>
                      <a:pt x="27206" y="21157"/>
                    </a:cubicBezTo>
                    <a:cubicBezTo>
                      <a:pt x="17990" y="14609"/>
                      <a:pt x="17058" y="13601"/>
                      <a:pt x="16768" y="10077"/>
                    </a:cubicBezTo>
                    <a:cubicBezTo>
                      <a:pt x="16768" y="9930"/>
                      <a:pt x="16768" y="9716"/>
                      <a:pt x="16768" y="9573"/>
                    </a:cubicBezTo>
                    <a:cubicBezTo>
                      <a:pt x="16768" y="5326"/>
                      <a:pt x="20582" y="2734"/>
                      <a:pt x="26845" y="2734"/>
                    </a:cubicBezTo>
                    <a:cubicBezTo>
                      <a:pt x="30444" y="2734"/>
                      <a:pt x="33322" y="3596"/>
                      <a:pt x="35552" y="5326"/>
                    </a:cubicBezTo>
                    <a:cubicBezTo>
                      <a:pt x="37854" y="7124"/>
                      <a:pt x="38719" y="9573"/>
                      <a:pt x="39152" y="14395"/>
                    </a:cubicBezTo>
                    <a:lnTo>
                      <a:pt x="41021" y="14609"/>
                    </a:lnTo>
                    <a:lnTo>
                      <a:pt x="43684" y="0"/>
                    </a:lnTo>
                    <a:lnTo>
                      <a:pt x="41668" y="0"/>
                    </a:lnTo>
                    <a:cubicBezTo>
                      <a:pt x="40517" y="1798"/>
                      <a:pt x="39584" y="2159"/>
                      <a:pt x="37421" y="2159"/>
                    </a:cubicBezTo>
                    <a:cubicBezTo>
                      <a:pt x="36199" y="2159"/>
                      <a:pt x="35119" y="1655"/>
                      <a:pt x="32960" y="1079"/>
                    </a:cubicBezTo>
                    <a:cubicBezTo>
                      <a:pt x="30873" y="433"/>
                      <a:pt x="27706" y="71"/>
                      <a:pt x="24686" y="71"/>
                    </a:cubicBezTo>
                    <a:cubicBezTo>
                      <a:pt x="14970" y="71"/>
                      <a:pt x="8275" y="4675"/>
                      <a:pt x="8275" y="11370"/>
                    </a:cubicBezTo>
                    <a:cubicBezTo>
                      <a:pt x="8275" y="11585"/>
                      <a:pt x="8275" y="11875"/>
                      <a:pt x="8275" y="12089"/>
                    </a:cubicBezTo>
                    <a:cubicBezTo>
                      <a:pt x="8565" y="15974"/>
                      <a:pt x="10220" y="18062"/>
                      <a:pt x="16335" y="22670"/>
                    </a:cubicBezTo>
                    <a:cubicBezTo>
                      <a:pt x="17633" y="23606"/>
                      <a:pt x="18998" y="24614"/>
                      <a:pt x="20296" y="25694"/>
                    </a:cubicBezTo>
                    <a:lnTo>
                      <a:pt x="24324" y="28714"/>
                    </a:lnTo>
                    <a:cubicBezTo>
                      <a:pt x="29004" y="32242"/>
                      <a:pt x="30297" y="34111"/>
                      <a:pt x="30516" y="37207"/>
                    </a:cubicBezTo>
                    <a:cubicBezTo>
                      <a:pt x="30516" y="37421"/>
                      <a:pt x="30516" y="37640"/>
                      <a:pt x="30516" y="37782"/>
                    </a:cubicBezTo>
                    <a:cubicBezTo>
                      <a:pt x="30516" y="42966"/>
                      <a:pt x="25694" y="46780"/>
                      <a:pt x="18927" y="46780"/>
                    </a:cubicBezTo>
                    <a:cubicBezTo>
                      <a:pt x="10938" y="46780"/>
                      <a:pt x="4608" y="41668"/>
                      <a:pt x="4104" y="34615"/>
                    </a:cubicBezTo>
                    <a:cubicBezTo>
                      <a:pt x="4104" y="34111"/>
                      <a:pt x="4028" y="33826"/>
                      <a:pt x="4175" y="33175"/>
                    </a:cubicBezTo>
                    <a:lnTo>
                      <a:pt x="2088" y="33032"/>
                    </a:lnTo>
                    <a:lnTo>
                      <a:pt x="0" y="49371"/>
                    </a:lnTo>
                    <a:lnTo>
                      <a:pt x="1798" y="49371"/>
                    </a:lnTo>
                    <a:cubicBezTo>
                      <a:pt x="2445" y="47427"/>
                      <a:pt x="3310" y="46708"/>
                      <a:pt x="5326" y="46708"/>
                    </a:cubicBezTo>
                    <a:cubicBezTo>
                      <a:pt x="6406" y="46708"/>
                      <a:pt x="7771" y="46994"/>
                      <a:pt x="10434" y="47641"/>
                    </a:cubicBezTo>
                    <a:cubicBezTo>
                      <a:pt x="14899" y="48867"/>
                      <a:pt x="17562" y="49586"/>
                      <a:pt x="20582" y="49586"/>
                    </a:cubicBezTo>
                    <a:cubicBezTo>
                      <a:pt x="31234" y="49586"/>
                      <a:pt x="38933" y="43827"/>
                      <a:pt x="38933" y="36056"/>
                    </a:cubicBezTo>
                    <a:cubicBezTo>
                      <a:pt x="38933" y="35766"/>
                      <a:pt x="38933" y="35481"/>
                      <a:pt x="38933" y="35191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" name="S3_outline_1"/>
              <p:cNvSpPr/>
              <p:nvPr/>
            </p:nvSpPr>
            <p:spPr>
              <a:xfrm>
                <a:off x="1696913" y="1375538"/>
                <a:ext cx="23161" cy="34035"/>
              </a:xfrm>
              <a:custGeom>
                <a:avLst/>
                <a:gdLst/>
                <a:ahLst/>
                <a:cxnLst/>
                <a:rect l="0" t="0" r="r" b="b"/>
                <a:pathLst>
                  <a:path w="23162" h="34036">
                    <a:moveTo>
                      <a:pt x="23162" y="25626"/>
                    </a:moveTo>
                    <a:lnTo>
                      <a:pt x="23162" y="22408"/>
                    </a:lnTo>
                    <a:lnTo>
                      <a:pt x="18026" y="22408"/>
                    </a:lnTo>
                    <a:lnTo>
                      <a:pt x="18026" y="0"/>
                    </a:lnTo>
                    <a:lnTo>
                      <a:pt x="15811" y="0"/>
                    </a:lnTo>
                    <a:lnTo>
                      <a:pt x="0" y="22408"/>
                    </a:lnTo>
                    <a:lnTo>
                      <a:pt x="0" y="25626"/>
                    </a:lnTo>
                    <a:lnTo>
                      <a:pt x="14149" y="25626"/>
                    </a:lnTo>
                    <a:lnTo>
                      <a:pt x="14149" y="34036"/>
                    </a:lnTo>
                    <a:lnTo>
                      <a:pt x="18026" y="34036"/>
                    </a:lnTo>
                    <a:lnTo>
                      <a:pt x="18026" y="25626"/>
                    </a:lnTo>
                    <a:lnTo>
                      <a:pt x="23162" y="25626"/>
                    </a:lnTo>
                    <a:close/>
                    <a:moveTo>
                      <a:pt x="14097" y="22408"/>
                    </a:moveTo>
                    <a:lnTo>
                      <a:pt x="2016" y="22408"/>
                    </a:lnTo>
                    <a:lnTo>
                      <a:pt x="14097" y="5135"/>
                    </a:lnTo>
                    <a:lnTo>
                      <a:pt x="14097" y="22408"/>
                    </a:ln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89" name="compression_eq"/>
            <p:cNvGrpSpPr/>
            <p:nvPr/>
          </p:nvGrpSpPr>
          <p:grpSpPr>
            <a:xfrm>
              <a:off x="2395811" y="564862"/>
              <a:ext cx="375146" cy="67234"/>
              <a:chOff x="2411266" y="577947"/>
              <a:chExt cx="375146" cy="67234"/>
            </a:xfrm>
          </p:grpSpPr>
          <p:sp>
            <p:nvSpPr>
              <p:cNvPr id="190" name="compression_eq_outline_0"/>
              <p:cNvSpPr/>
              <p:nvPr/>
            </p:nvSpPr>
            <p:spPr>
              <a:xfrm>
                <a:off x="2411266" y="579229"/>
                <a:ext cx="43422" cy="54935"/>
              </a:xfrm>
              <a:custGeom>
                <a:avLst/>
                <a:gdLst/>
                <a:ahLst/>
                <a:cxnLst/>
                <a:rect l="0" t="0" r="r" b="b"/>
                <a:pathLst>
                  <a:path w="43422" h="54935">
                    <a:moveTo>
                      <a:pt x="37743" y="38941"/>
                    </a:moveTo>
                    <a:cubicBezTo>
                      <a:pt x="37584" y="33746"/>
                      <a:pt x="35425" y="30706"/>
                      <a:pt x="26789" y="23348"/>
                    </a:cubicBezTo>
                    <a:cubicBezTo>
                      <a:pt x="18153" y="16074"/>
                      <a:pt x="17351" y="14954"/>
                      <a:pt x="17193" y="11033"/>
                    </a:cubicBezTo>
                    <a:cubicBezTo>
                      <a:pt x="17034" y="5997"/>
                      <a:pt x="20792" y="2877"/>
                      <a:pt x="27027" y="2877"/>
                    </a:cubicBezTo>
                    <a:cubicBezTo>
                      <a:pt x="30468" y="2877"/>
                      <a:pt x="33266" y="3838"/>
                      <a:pt x="35346" y="5759"/>
                    </a:cubicBezTo>
                    <a:cubicBezTo>
                      <a:pt x="37584" y="7755"/>
                      <a:pt x="38302" y="10474"/>
                      <a:pt x="38624" y="15831"/>
                    </a:cubicBezTo>
                    <a:lnTo>
                      <a:pt x="40303" y="16074"/>
                    </a:lnTo>
                    <a:lnTo>
                      <a:pt x="43422" y="0"/>
                    </a:lnTo>
                    <a:lnTo>
                      <a:pt x="41343" y="0"/>
                    </a:lnTo>
                    <a:cubicBezTo>
                      <a:pt x="40144" y="1838"/>
                      <a:pt x="39342" y="2238"/>
                      <a:pt x="37263" y="2238"/>
                    </a:cubicBezTo>
                    <a:cubicBezTo>
                      <a:pt x="36064" y="2238"/>
                      <a:pt x="35024" y="1838"/>
                      <a:pt x="33024" y="1199"/>
                    </a:cubicBezTo>
                    <a:cubicBezTo>
                      <a:pt x="30944" y="480"/>
                      <a:pt x="27908" y="79"/>
                      <a:pt x="25027" y="79"/>
                    </a:cubicBezTo>
                    <a:cubicBezTo>
                      <a:pt x="15355" y="79"/>
                      <a:pt x="8795" y="5596"/>
                      <a:pt x="9037" y="13434"/>
                    </a:cubicBezTo>
                    <a:cubicBezTo>
                      <a:pt x="9196" y="17752"/>
                      <a:pt x="10636" y="20070"/>
                      <a:pt x="16391" y="25190"/>
                    </a:cubicBezTo>
                    <a:cubicBezTo>
                      <a:pt x="17594" y="26229"/>
                      <a:pt x="18951" y="27349"/>
                      <a:pt x="20149" y="28547"/>
                    </a:cubicBezTo>
                    <a:lnTo>
                      <a:pt x="23908" y="31905"/>
                    </a:lnTo>
                    <a:cubicBezTo>
                      <a:pt x="28309" y="35822"/>
                      <a:pt x="29508" y="37902"/>
                      <a:pt x="29666" y="41342"/>
                    </a:cubicBezTo>
                    <a:cubicBezTo>
                      <a:pt x="29825" y="47419"/>
                      <a:pt x="24948" y="51975"/>
                      <a:pt x="18153" y="51975"/>
                    </a:cubicBezTo>
                    <a:cubicBezTo>
                      <a:pt x="10474" y="51975"/>
                      <a:pt x="4556" y="46299"/>
                      <a:pt x="4318" y="38461"/>
                    </a:cubicBezTo>
                    <a:cubicBezTo>
                      <a:pt x="4239" y="37902"/>
                      <a:pt x="4239" y="37584"/>
                      <a:pt x="4397" y="36862"/>
                    </a:cubicBezTo>
                    <a:lnTo>
                      <a:pt x="2480" y="36703"/>
                    </a:lnTo>
                    <a:lnTo>
                      <a:pt x="0" y="54697"/>
                    </a:lnTo>
                    <a:lnTo>
                      <a:pt x="1679" y="54697"/>
                    </a:lnTo>
                    <a:cubicBezTo>
                      <a:pt x="2318" y="52697"/>
                      <a:pt x="3119" y="51895"/>
                      <a:pt x="5036" y="51895"/>
                    </a:cubicBezTo>
                    <a:cubicBezTo>
                      <a:pt x="6076" y="51895"/>
                      <a:pt x="7437" y="52217"/>
                      <a:pt x="9914" y="52935"/>
                    </a:cubicBezTo>
                    <a:cubicBezTo>
                      <a:pt x="14153" y="54296"/>
                      <a:pt x="16792" y="54935"/>
                      <a:pt x="19673" y="54935"/>
                    </a:cubicBezTo>
                    <a:cubicBezTo>
                      <a:pt x="30305" y="54935"/>
                      <a:pt x="38064" y="48058"/>
                      <a:pt x="37743" y="3894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" name="compression_eq_outline_1"/>
              <p:cNvSpPr/>
              <p:nvPr/>
            </p:nvSpPr>
            <p:spPr>
              <a:xfrm>
                <a:off x="2486442" y="601700"/>
                <a:ext cx="40941" cy="20708"/>
              </a:xfrm>
              <a:custGeom>
                <a:avLst/>
                <a:gdLst/>
                <a:ahLst/>
                <a:cxnLst/>
                <a:rect l="0" t="0" r="r" b="b"/>
                <a:pathLst>
                  <a:path w="40942" h="20709">
                    <a:moveTo>
                      <a:pt x="40942" y="4477"/>
                    </a:moveTo>
                    <a:lnTo>
                      <a:pt x="40942" y="0"/>
                    </a:lnTo>
                    <a:lnTo>
                      <a:pt x="0" y="0"/>
                    </a:lnTo>
                    <a:lnTo>
                      <a:pt x="0" y="4477"/>
                    </a:lnTo>
                    <a:lnTo>
                      <a:pt x="40942" y="4477"/>
                    </a:lnTo>
                    <a:close/>
                    <a:moveTo>
                      <a:pt x="40942" y="20709"/>
                    </a:moveTo>
                    <a:lnTo>
                      <a:pt x="40942" y="16232"/>
                    </a:lnTo>
                    <a:lnTo>
                      <a:pt x="0" y="16232"/>
                    </a:lnTo>
                    <a:lnTo>
                      <a:pt x="0" y="20709"/>
                    </a:lnTo>
                    <a:lnTo>
                      <a:pt x="40942" y="20709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" name="compression_eq_outline_2"/>
              <p:cNvSpPr/>
              <p:nvPr/>
            </p:nvSpPr>
            <p:spPr>
              <a:xfrm>
                <a:off x="2555826" y="577947"/>
                <a:ext cx="121933" cy="54617"/>
              </a:xfrm>
              <a:custGeom>
                <a:avLst/>
                <a:gdLst/>
                <a:ahLst/>
                <a:cxnLst/>
                <a:rect l="0" t="0" r="r" b="b"/>
                <a:pathLst>
                  <a:path w="121934" h="54618">
                    <a:moveTo>
                      <a:pt x="60694" y="54618"/>
                    </a:moveTo>
                    <a:lnTo>
                      <a:pt x="60694" y="53419"/>
                    </a:lnTo>
                    <a:lnTo>
                      <a:pt x="58615" y="53257"/>
                    </a:lnTo>
                    <a:cubicBezTo>
                      <a:pt x="56217" y="53098"/>
                      <a:pt x="55177" y="51661"/>
                      <a:pt x="55177" y="48542"/>
                    </a:cubicBezTo>
                    <a:lnTo>
                      <a:pt x="55177" y="32068"/>
                    </a:lnTo>
                    <a:cubicBezTo>
                      <a:pt x="55177" y="22634"/>
                      <a:pt x="52058" y="17836"/>
                      <a:pt x="45903" y="17836"/>
                    </a:cubicBezTo>
                    <a:cubicBezTo>
                      <a:pt x="41263" y="17836"/>
                      <a:pt x="37183" y="19911"/>
                      <a:pt x="32865" y="24551"/>
                    </a:cubicBezTo>
                    <a:cubicBezTo>
                      <a:pt x="31428" y="19995"/>
                      <a:pt x="28710" y="17836"/>
                      <a:pt x="24392" y="17836"/>
                    </a:cubicBezTo>
                    <a:cubicBezTo>
                      <a:pt x="20872" y="17836"/>
                      <a:pt x="18633" y="18955"/>
                      <a:pt x="11997" y="23991"/>
                    </a:cubicBezTo>
                    <a:lnTo>
                      <a:pt x="11997" y="17994"/>
                    </a:lnTo>
                    <a:lnTo>
                      <a:pt x="11438" y="17836"/>
                    </a:lnTo>
                    <a:cubicBezTo>
                      <a:pt x="7358" y="19352"/>
                      <a:pt x="4639" y="20233"/>
                      <a:pt x="242" y="21431"/>
                    </a:cubicBezTo>
                    <a:lnTo>
                      <a:pt x="242" y="22793"/>
                    </a:lnTo>
                    <a:cubicBezTo>
                      <a:pt x="1282" y="22551"/>
                      <a:pt x="1921" y="22471"/>
                      <a:pt x="2802" y="22471"/>
                    </a:cubicBezTo>
                    <a:cubicBezTo>
                      <a:pt x="4878" y="22471"/>
                      <a:pt x="5600" y="23753"/>
                      <a:pt x="5600" y="27591"/>
                    </a:cubicBezTo>
                    <a:lnTo>
                      <a:pt x="5600" y="47820"/>
                    </a:lnTo>
                    <a:cubicBezTo>
                      <a:pt x="5600" y="52138"/>
                      <a:pt x="4481" y="53340"/>
                      <a:pt x="0" y="53419"/>
                    </a:cubicBezTo>
                    <a:lnTo>
                      <a:pt x="0" y="54618"/>
                    </a:lnTo>
                    <a:lnTo>
                      <a:pt x="17752" y="54618"/>
                    </a:lnTo>
                    <a:lnTo>
                      <a:pt x="17752" y="53419"/>
                    </a:lnTo>
                    <a:cubicBezTo>
                      <a:pt x="13514" y="53257"/>
                      <a:pt x="12315" y="52380"/>
                      <a:pt x="12315" y="49260"/>
                    </a:cubicBezTo>
                    <a:lnTo>
                      <a:pt x="12315" y="26710"/>
                    </a:lnTo>
                    <a:cubicBezTo>
                      <a:pt x="12315" y="26710"/>
                      <a:pt x="12954" y="25749"/>
                      <a:pt x="13514" y="25190"/>
                    </a:cubicBezTo>
                    <a:cubicBezTo>
                      <a:pt x="15514" y="23352"/>
                      <a:pt x="18955" y="21991"/>
                      <a:pt x="21753" y="21991"/>
                    </a:cubicBezTo>
                    <a:cubicBezTo>
                      <a:pt x="25269" y="21991"/>
                      <a:pt x="27031" y="24793"/>
                      <a:pt x="27031" y="30389"/>
                    </a:cubicBezTo>
                    <a:lnTo>
                      <a:pt x="27031" y="47740"/>
                    </a:lnTo>
                    <a:cubicBezTo>
                      <a:pt x="27031" y="52221"/>
                      <a:pt x="26150" y="53098"/>
                      <a:pt x="21594" y="53419"/>
                    </a:cubicBezTo>
                    <a:lnTo>
                      <a:pt x="21594" y="54618"/>
                    </a:lnTo>
                    <a:lnTo>
                      <a:pt x="39505" y="54618"/>
                    </a:lnTo>
                    <a:lnTo>
                      <a:pt x="39505" y="53419"/>
                    </a:lnTo>
                    <a:cubicBezTo>
                      <a:pt x="34945" y="53340"/>
                      <a:pt x="33746" y="51979"/>
                      <a:pt x="33746" y="47022"/>
                    </a:cubicBezTo>
                    <a:lnTo>
                      <a:pt x="33746" y="26869"/>
                    </a:lnTo>
                    <a:cubicBezTo>
                      <a:pt x="36147" y="23432"/>
                      <a:pt x="38783" y="21991"/>
                      <a:pt x="42462" y="21991"/>
                    </a:cubicBezTo>
                    <a:cubicBezTo>
                      <a:pt x="47022" y="21991"/>
                      <a:pt x="48458" y="24150"/>
                      <a:pt x="48458" y="30790"/>
                    </a:cubicBezTo>
                    <a:lnTo>
                      <a:pt x="48458" y="47661"/>
                    </a:lnTo>
                    <a:cubicBezTo>
                      <a:pt x="48458" y="52221"/>
                      <a:pt x="47820" y="52860"/>
                      <a:pt x="43184" y="53419"/>
                    </a:cubicBezTo>
                    <a:lnTo>
                      <a:pt x="43184" y="54618"/>
                    </a:lnTo>
                    <a:lnTo>
                      <a:pt x="60694" y="54618"/>
                    </a:lnTo>
                    <a:close/>
                    <a:moveTo>
                      <a:pt x="81158" y="54618"/>
                    </a:moveTo>
                    <a:lnTo>
                      <a:pt x="81158" y="53419"/>
                    </a:lnTo>
                    <a:cubicBezTo>
                      <a:pt x="75880" y="53019"/>
                      <a:pt x="75241" y="52221"/>
                      <a:pt x="75241" y="46462"/>
                    </a:cubicBezTo>
                    <a:lnTo>
                      <a:pt x="75241" y="18074"/>
                    </a:lnTo>
                    <a:lnTo>
                      <a:pt x="74919" y="17836"/>
                    </a:lnTo>
                    <a:lnTo>
                      <a:pt x="62525" y="22233"/>
                    </a:lnTo>
                    <a:lnTo>
                      <a:pt x="62525" y="23432"/>
                    </a:lnTo>
                    <a:lnTo>
                      <a:pt x="63164" y="23352"/>
                    </a:lnTo>
                    <a:cubicBezTo>
                      <a:pt x="64124" y="23193"/>
                      <a:pt x="65164" y="23110"/>
                      <a:pt x="65882" y="23110"/>
                    </a:cubicBezTo>
                    <a:cubicBezTo>
                      <a:pt x="67803" y="23110"/>
                      <a:pt x="68522" y="24392"/>
                      <a:pt x="68522" y="27908"/>
                    </a:cubicBezTo>
                    <a:lnTo>
                      <a:pt x="68522" y="46462"/>
                    </a:lnTo>
                    <a:cubicBezTo>
                      <a:pt x="68522" y="52221"/>
                      <a:pt x="67724" y="53098"/>
                      <a:pt x="62203" y="53419"/>
                    </a:cubicBezTo>
                    <a:lnTo>
                      <a:pt x="62203" y="54618"/>
                    </a:lnTo>
                    <a:lnTo>
                      <a:pt x="81158" y="54618"/>
                    </a:lnTo>
                    <a:close/>
                    <a:moveTo>
                      <a:pt x="75959" y="4080"/>
                    </a:moveTo>
                    <a:cubicBezTo>
                      <a:pt x="75959" y="1842"/>
                      <a:pt x="74201" y="0"/>
                      <a:pt x="71879" y="0"/>
                    </a:cubicBezTo>
                    <a:cubicBezTo>
                      <a:pt x="69641" y="0"/>
                      <a:pt x="67803" y="1842"/>
                      <a:pt x="67803" y="4080"/>
                    </a:cubicBezTo>
                    <a:cubicBezTo>
                      <a:pt x="67803" y="6398"/>
                      <a:pt x="69641" y="8160"/>
                      <a:pt x="71879" y="8160"/>
                    </a:cubicBezTo>
                    <a:cubicBezTo>
                      <a:pt x="74201" y="8160"/>
                      <a:pt x="75959" y="6398"/>
                      <a:pt x="75959" y="4080"/>
                    </a:cubicBezTo>
                    <a:close/>
                    <a:moveTo>
                      <a:pt x="121934" y="54618"/>
                    </a:moveTo>
                    <a:lnTo>
                      <a:pt x="121934" y="53419"/>
                    </a:lnTo>
                    <a:cubicBezTo>
                      <a:pt x="118017" y="53019"/>
                      <a:pt x="117056" y="52058"/>
                      <a:pt x="117056" y="48141"/>
                    </a:cubicBezTo>
                    <a:lnTo>
                      <a:pt x="117056" y="29829"/>
                    </a:lnTo>
                    <a:cubicBezTo>
                      <a:pt x="117056" y="22312"/>
                      <a:pt x="113536" y="17836"/>
                      <a:pt x="107619" y="17836"/>
                    </a:cubicBezTo>
                    <a:cubicBezTo>
                      <a:pt x="103944" y="17836"/>
                      <a:pt x="101463" y="19193"/>
                      <a:pt x="96026" y="24313"/>
                    </a:cubicBezTo>
                    <a:lnTo>
                      <a:pt x="96026" y="17994"/>
                    </a:lnTo>
                    <a:lnTo>
                      <a:pt x="95466" y="17836"/>
                    </a:lnTo>
                    <a:cubicBezTo>
                      <a:pt x="91549" y="19272"/>
                      <a:pt x="88831" y="20153"/>
                      <a:pt x="84429" y="21431"/>
                    </a:cubicBezTo>
                    <a:lnTo>
                      <a:pt x="84429" y="22793"/>
                    </a:lnTo>
                    <a:cubicBezTo>
                      <a:pt x="84909" y="22551"/>
                      <a:pt x="85711" y="22471"/>
                      <a:pt x="86588" y="22471"/>
                    </a:cubicBezTo>
                    <a:cubicBezTo>
                      <a:pt x="88831" y="22471"/>
                      <a:pt x="89549" y="23670"/>
                      <a:pt x="89549" y="27591"/>
                    </a:cubicBezTo>
                    <a:lnTo>
                      <a:pt x="89549" y="47423"/>
                    </a:lnTo>
                    <a:cubicBezTo>
                      <a:pt x="89549" y="51979"/>
                      <a:pt x="88668" y="53098"/>
                      <a:pt x="84592" y="53419"/>
                    </a:cubicBezTo>
                    <a:lnTo>
                      <a:pt x="84592" y="54618"/>
                    </a:lnTo>
                    <a:lnTo>
                      <a:pt x="101542" y="54618"/>
                    </a:lnTo>
                    <a:lnTo>
                      <a:pt x="101542" y="53419"/>
                    </a:lnTo>
                    <a:cubicBezTo>
                      <a:pt x="97467" y="53098"/>
                      <a:pt x="96264" y="52138"/>
                      <a:pt x="96264" y="49260"/>
                    </a:cubicBezTo>
                    <a:lnTo>
                      <a:pt x="96264" y="26789"/>
                    </a:lnTo>
                    <a:cubicBezTo>
                      <a:pt x="100106" y="23193"/>
                      <a:pt x="101864" y="22233"/>
                      <a:pt x="104503" y="22233"/>
                    </a:cubicBezTo>
                    <a:cubicBezTo>
                      <a:pt x="108420" y="22233"/>
                      <a:pt x="110341" y="24710"/>
                      <a:pt x="110341" y="29988"/>
                    </a:cubicBezTo>
                    <a:lnTo>
                      <a:pt x="110341" y="46700"/>
                    </a:lnTo>
                    <a:cubicBezTo>
                      <a:pt x="110341" y="51741"/>
                      <a:pt x="109301" y="53098"/>
                      <a:pt x="105301" y="53419"/>
                    </a:cubicBezTo>
                    <a:lnTo>
                      <a:pt x="105301" y="54618"/>
                    </a:lnTo>
                    <a:lnTo>
                      <a:pt x="121934" y="54618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" name="compression_eq_outline_3"/>
              <p:cNvSpPr/>
              <p:nvPr/>
            </p:nvSpPr>
            <p:spPr>
              <a:xfrm>
                <a:off x="2681853" y="608598"/>
                <a:ext cx="15493" cy="36583"/>
              </a:xfrm>
              <a:custGeom>
                <a:avLst/>
                <a:gdLst/>
                <a:ahLst/>
                <a:cxnLst/>
                <a:rect l="0" t="0" r="r" b="b"/>
                <a:pathLst>
                  <a:path w="15494" h="36584">
                    <a:moveTo>
                      <a:pt x="14264" y="30206"/>
                    </a:moveTo>
                    <a:lnTo>
                      <a:pt x="13256" y="29591"/>
                    </a:lnTo>
                    <a:cubicBezTo>
                      <a:pt x="10347" y="32782"/>
                      <a:pt x="8672" y="33957"/>
                      <a:pt x="7437" y="33957"/>
                    </a:cubicBezTo>
                    <a:cubicBezTo>
                      <a:pt x="6711" y="33957"/>
                      <a:pt x="6152" y="33564"/>
                      <a:pt x="6152" y="33004"/>
                    </a:cubicBezTo>
                    <a:cubicBezTo>
                      <a:pt x="6152" y="32052"/>
                      <a:pt x="6767" y="30488"/>
                      <a:pt x="7160" y="29424"/>
                    </a:cubicBezTo>
                    <a:lnTo>
                      <a:pt x="11692" y="11414"/>
                    </a:lnTo>
                    <a:lnTo>
                      <a:pt x="12136" y="11299"/>
                    </a:lnTo>
                    <a:cubicBezTo>
                      <a:pt x="4532" y="12363"/>
                      <a:pt x="2965" y="12533"/>
                      <a:pt x="0" y="12700"/>
                    </a:cubicBezTo>
                    <a:lnTo>
                      <a:pt x="56" y="13593"/>
                    </a:lnTo>
                    <a:cubicBezTo>
                      <a:pt x="4028" y="13648"/>
                      <a:pt x="4755" y="13819"/>
                      <a:pt x="4755" y="14994"/>
                    </a:cubicBezTo>
                    <a:cubicBezTo>
                      <a:pt x="4755" y="15498"/>
                      <a:pt x="4473" y="16391"/>
                      <a:pt x="4251" y="17399"/>
                    </a:cubicBezTo>
                    <a:lnTo>
                      <a:pt x="1734" y="27297"/>
                    </a:lnTo>
                    <a:cubicBezTo>
                      <a:pt x="893" y="30377"/>
                      <a:pt x="504" y="31996"/>
                      <a:pt x="504" y="33115"/>
                    </a:cubicBezTo>
                    <a:cubicBezTo>
                      <a:pt x="504" y="33226"/>
                      <a:pt x="504" y="33282"/>
                      <a:pt x="504" y="33397"/>
                    </a:cubicBezTo>
                    <a:cubicBezTo>
                      <a:pt x="615" y="35465"/>
                      <a:pt x="1957" y="36584"/>
                      <a:pt x="4195" y="36584"/>
                    </a:cubicBezTo>
                    <a:cubicBezTo>
                      <a:pt x="7775" y="36584"/>
                      <a:pt x="10347" y="34905"/>
                      <a:pt x="14264" y="30206"/>
                    </a:cubicBezTo>
                    <a:close/>
                    <a:moveTo>
                      <a:pt x="15494" y="3246"/>
                    </a:moveTo>
                    <a:cubicBezTo>
                      <a:pt x="15494" y="1457"/>
                      <a:pt x="13482" y="0"/>
                      <a:pt x="11466" y="0"/>
                    </a:cubicBezTo>
                    <a:cubicBezTo>
                      <a:pt x="9509" y="0"/>
                      <a:pt x="8112" y="1119"/>
                      <a:pt x="8112" y="2742"/>
                    </a:cubicBezTo>
                    <a:cubicBezTo>
                      <a:pt x="8112" y="2853"/>
                      <a:pt x="8112" y="2909"/>
                      <a:pt x="8112" y="2965"/>
                    </a:cubicBezTo>
                    <a:cubicBezTo>
                      <a:pt x="8223" y="4754"/>
                      <a:pt x="9731" y="5929"/>
                      <a:pt x="11914" y="5929"/>
                    </a:cubicBezTo>
                    <a:cubicBezTo>
                      <a:pt x="13815" y="5929"/>
                      <a:pt x="15494" y="4699"/>
                      <a:pt x="15494" y="324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" name="compression_eq_outline_4"/>
              <p:cNvSpPr/>
              <p:nvPr/>
            </p:nvSpPr>
            <p:spPr>
              <a:xfrm>
                <a:off x="2724359" y="579229"/>
                <a:ext cx="43422" cy="54935"/>
              </a:xfrm>
              <a:custGeom>
                <a:avLst/>
                <a:gdLst/>
                <a:ahLst/>
                <a:cxnLst/>
                <a:rect l="0" t="0" r="r" b="b"/>
                <a:pathLst>
                  <a:path w="43422" h="54935">
                    <a:moveTo>
                      <a:pt x="37743" y="38941"/>
                    </a:moveTo>
                    <a:cubicBezTo>
                      <a:pt x="37584" y="33746"/>
                      <a:pt x="35425" y="30706"/>
                      <a:pt x="26789" y="23348"/>
                    </a:cubicBezTo>
                    <a:cubicBezTo>
                      <a:pt x="18153" y="16074"/>
                      <a:pt x="17351" y="14954"/>
                      <a:pt x="17193" y="11033"/>
                    </a:cubicBezTo>
                    <a:cubicBezTo>
                      <a:pt x="17034" y="5997"/>
                      <a:pt x="20792" y="2877"/>
                      <a:pt x="27027" y="2877"/>
                    </a:cubicBezTo>
                    <a:cubicBezTo>
                      <a:pt x="30468" y="2877"/>
                      <a:pt x="33266" y="3838"/>
                      <a:pt x="35346" y="5759"/>
                    </a:cubicBezTo>
                    <a:cubicBezTo>
                      <a:pt x="37584" y="7755"/>
                      <a:pt x="38302" y="10474"/>
                      <a:pt x="38624" y="15831"/>
                    </a:cubicBezTo>
                    <a:lnTo>
                      <a:pt x="40303" y="16074"/>
                    </a:lnTo>
                    <a:lnTo>
                      <a:pt x="43422" y="0"/>
                    </a:lnTo>
                    <a:lnTo>
                      <a:pt x="41342" y="0"/>
                    </a:lnTo>
                    <a:cubicBezTo>
                      <a:pt x="40144" y="1838"/>
                      <a:pt x="39342" y="2238"/>
                      <a:pt x="37263" y="2238"/>
                    </a:cubicBezTo>
                    <a:cubicBezTo>
                      <a:pt x="36064" y="2238"/>
                      <a:pt x="35024" y="1838"/>
                      <a:pt x="33024" y="1199"/>
                    </a:cubicBezTo>
                    <a:cubicBezTo>
                      <a:pt x="30944" y="480"/>
                      <a:pt x="27908" y="79"/>
                      <a:pt x="25027" y="79"/>
                    </a:cubicBezTo>
                    <a:cubicBezTo>
                      <a:pt x="15355" y="79"/>
                      <a:pt x="8795" y="5596"/>
                      <a:pt x="9037" y="13434"/>
                    </a:cubicBezTo>
                    <a:cubicBezTo>
                      <a:pt x="9196" y="17752"/>
                      <a:pt x="10636" y="20070"/>
                      <a:pt x="16391" y="25190"/>
                    </a:cubicBezTo>
                    <a:cubicBezTo>
                      <a:pt x="17593" y="26229"/>
                      <a:pt x="18951" y="27349"/>
                      <a:pt x="20149" y="28547"/>
                    </a:cubicBezTo>
                    <a:lnTo>
                      <a:pt x="23908" y="31905"/>
                    </a:lnTo>
                    <a:cubicBezTo>
                      <a:pt x="28309" y="35822"/>
                      <a:pt x="29508" y="37902"/>
                      <a:pt x="29666" y="41342"/>
                    </a:cubicBezTo>
                    <a:cubicBezTo>
                      <a:pt x="29825" y="47419"/>
                      <a:pt x="24948" y="51975"/>
                      <a:pt x="18153" y="51975"/>
                    </a:cubicBezTo>
                    <a:cubicBezTo>
                      <a:pt x="10474" y="51975"/>
                      <a:pt x="4556" y="46299"/>
                      <a:pt x="4318" y="38461"/>
                    </a:cubicBezTo>
                    <a:cubicBezTo>
                      <a:pt x="4239" y="37902"/>
                      <a:pt x="4239" y="37584"/>
                      <a:pt x="4397" y="36862"/>
                    </a:cubicBezTo>
                    <a:lnTo>
                      <a:pt x="2480" y="36703"/>
                    </a:lnTo>
                    <a:lnTo>
                      <a:pt x="0" y="54697"/>
                    </a:lnTo>
                    <a:lnTo>
                      <a:pt x="1679" y="54697"/>
                    </a:lnTo>
                    <a:cubicBezTo>
                      <a:pt x="2318" y="52697"/>
                      <a:pt x="3119" y="51895"/>
                      <a:pt x="5036" y="51895"/>
                    </a:cubicBezTo>
                    <a:cubicBezTo>
                      <a:pt x="6076" y="51895"/>
                      <a:pt x="7437" y="52217"/>
                      <a:pt x="9914" y="52935"/>
                    </a:cubicBezTo>
                    <a:cubicBezTo>
                      <a:pt x="14153" y="54296"/>
                      <a:pt x="16792" y="54935"/>
                      <a:pt x="19673" y="54935"/>
                    </a:cubicBezTo>
                    <a:cubicBezTo>
                      <a:pt x="30305" y="54935"/>
                      <a:pt x="38064" y="48058"/>
                      <a:pt x="37743" y="3894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" name="compression_eq_outline_5"/>
              <p:cNvSpPr/>
              <p:nvPr/>
            </p:nvSpPr>
            <p:spPr>
              <a:xfrm>
                <a:off x="2770919" y="608598"/>
                <a:ext cx="15493" cy="36583"/>
              </a:xfrm>
              <a:custGeom>
                <a:avLst/>
                <a:gdLst/>
                <a:ahLst/>
                <a:cxnLst/>
                <a:rect l="0" t="0" r="r" b="b"/>
                <a:pathLst>
                  <a:path w="15494" h="36584">
                    <a:moveTo>
                      <a:pt x="14264" y="30206"/>
                    </a:moveTo>
                    <a:lnTo>
                      <a:pt x="13256" y="29591"/>
                    </a:lnTo>
                    <a:cubicBezTo>
                      <a:pt x="10347" y="32782"/>
                      <a:pt x="8672" y="33957"/>
                      <a:pt x="7437" y="33957"/>
                    </a:cubicBezTo>
                    <a:cubicBezTo>
                      <a:pt x="6711" y="33957"/>
                      <a:pt x="6152" y="33564"/>
                      <a:pt x="6152" y="33004"/>
                    </a:cubicBezTo>
                    <a:cubicBezTo>
                      <a:pt x="6152" y="32052"/>
                      <a:pt x="6767" y="30488"/>
                      <a:pt x="7160" y="29424"/>
                    </a:cubicBezTo>
                    <a:lnTo>
                      <a:pt x="11692" y="11414"/>
                    </a:lnTo>
                    <a:lnTo>
                      <a:pt x="12136" y="11299"/>
                    </a:lnTo>
                    <a:cubicBezTo>
                      <a:pt x="4532" y="12363"/>
                      <a:pt x="2965" y="12533"/>
                      <a:pt x="0" y="12700"/>
                    </a:cubicBezTo>
                    <a:lnTo>
                      <a:pt x="56" y="13593"/>
                    </a:lnTo>
                    <a:cubicBezTo>
                      <a:pt x="4028" y="13648"/>
                      <a:pt x="4755" y="13819"/>
                      <a:pt x="4755" y="14994"/>
                    </a:cubicBezTo>
                    <a:cubicBezTo>
                      <a:pt x="4755" y="15498"/>
                      <a:pt x="4473" y="16391"/>
                      <a:pt x="4251" y="17399"/>
                    </a:cubicBezTo>
                    <a:lnTo>
                      <a:pt x="1734" y="27297"/>
                    </a:lnTo>
                    <a:cubicBezTo>
                      <a:pt x="893" y="30377"/>
                      <a:pt x="504" y="31996"/>
                      <a:pt x="504" y="33115"/>
                    </a:cubicBezTo>
                    <a:cubicBezTo>
                      <a:pt x="504" y="33226"/>
                      <a:pt x="504" y="33282"/>
                      <a:pt x="504" y="33397"/>
                    </a:cubicBezTo>
                    <a:cubicBezTo>
                      <a:pt x="615" y="35465"/>
                      <a:pt x="1957" y="36584"/>
                      <a:pt x="4195" y="36584"/>
                    </a:cubicBezTo>
                    <a:cubicBezTo>
                      <a:pt x="7775" y="36584"/>
                      <a:pt x="10347" y="34905"/>
                      <a:pt x="14264" y="30206"/>
                    </a:cubicBezTo>
                    <a:close/>
                    <a:moveTo>
                      <a:pt x="15494" y="3246"/>
                    </a:moveTo>
                    <a:cubicBezTo>
                      <a:pt x="15494" y="1457"/>
                      <a:pt x="13482" y="0"/>
                      <a:pt x="11466" y="0"/>
                    </a:cubicBezTo>
                    <a:cubicBezTo>
                      <a:pt x="9509" y="0"/>
                      <a:pt x="8112" y="1119"/>
                      <a:pt x="8112" y="2742"/>
                    </a:cubicBezTo>
                    <a:cubicBezTo>
                      <a:pt x="8112" y="2853"/>
                      <a:pt x="8112" y="2909"/>
                      <a:pt x="8112" y="2965"/>
                    </a:cubicBezTo>
                    <a:cubicBezTo>
                      <a:pt x="8223" y="4754"/>
                      <a:pt x="9731" y="5929"/>
                      <a:pt x="11914" y="5929"/>
                    </a:cubicBezTo>
                    <a:cubicBezTo>
                      <a:pt x="13815" y="5929"/>
                      <a:pt x="15494" y="4699"/>
                      <a:pt x="15494" y="324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96" name="stacklabel0"/>
            <p:cNvGrpSpPr/>
            <p:nvPr/>
          </p:nvGrpSpPr>
          <p:grpSpPr>
            <a:xfrm>
              <a:off x="2812534" y="763110"/>
              <a:ext cx="67747" cy="60965"/>
              <a:chOff x="2827945" y="776363"/>
              <a:chExt cx="67747" cy="60965"/>
            </a:xfrm>
          </p:grpSpPr>
          <p:sp>
            <p:nvSpPr>
              <p:cNvPr id="197" name="stacklabel0_outline_0"/>
              <p:cNvSpPr/>
              <p:nvPr/>
            </p:nvSpPr>
            <p:spPr>
              <a:xfrm>
                <a:off x="2827945" y="776363"/>
                <a:ext cx="45283" cy="51407"/>
              </a:xfrm>
              <a:custGeom>
                <a:avLst/>
                <a:gdLst/>
                <a:ahLst/>
                <a:cxnLst/>
                <a:rect l="0" t="0" r="r" b="b"/>
                <a:pathLst>
                  <a:path w="45283" h="51407">
                    <a:moveTo>
                      <a:pt x="40362" y="36485"/>
                    </a:moveTo>
                    <a:cubicBezTo>
                      <a:pt x="39989" y="31635"/>
                      <a:pt x="37751" y="28801"/>
                      <a:pt x="28202" y="21935"/>
                    </a:cubicBezTo>
                    <a:cubicBezTo>
                      <a:pt x="18649" y="15145"/>
                      <a:pt x="17681" y="14101"/>
                      <a:pt x="17383" y="10446"/>
                    </a:cubicBezTo>
                    <a:cubicBezTo>
                      <a:pt x="17383" y="10295"/>
                      <a:pt x="17383" y="10073"/>
                      <a:pt x="17383" y="9922"/>
                    </a:cubicBezTo>
                    <a:cubicBezTo>
                      <a:pt x="17383" y="5521"/>
                      <a:pt x="21336" y="2838"/>
                      <a:pt x="27829" y="2838"/>
                    </a:cubicBezTo>
                    <a:cubicBezTo>
                      <a:pt x="31556" y="2838"/>
                      <a:pt x="34540" y="3731"/>
                      <a:pt x="36854" y="5521"/>
                    </a:cubicBezTo>
                    <a:cubicBezTo>
                      <a:pt x="39243" y="7386"/>
                      <a:pt x="40136" y="9922"/>
                      <a:pt x="40584" y="14922"/>
                    </a:cubicBezTo>
                    <a:lnTo>
                      <a:pt x="42525" y="15145"/>
                    </a:lnTo>
                    <a:lnTo>
                      <a:pt x="45283" y="0"/>
                    </a:lnTo>
                    <a:lnTo>
                      <a:pt x="43196" y="0"/>
                    </a:lnTo>
                    <a:cubicBezTo>
                      <a:pt x="42001" y="1865"/>
                      <a:pt x="41033" y="2238"/>
                      <a:pt x="38795" y="2238"/>
                    </a:cubicBezTo>
                    <a:cubicBezTo>
                      <a:pt x="37525" y="2238"/>
                      <a:pt x="36405" y="1719"/>
                      <a:pt x="34167" y="1119"/>
                    </a:cubicBezTo>
                    <a:cubicBezTo>
                      <a:pt x="32004" y="449"/>
                      <a:pt x="28722" y="75"/>
                      <a:pt x="25590" y="75"/>
                    </a:cubicBezTo>
                    <a:cubicBezTo>
                      <a:pt x="15518" y="75"/>
                      <a:pt x="8576" y="4850"/>
                      <a:pt x="8576" y="11787"/>
                    </a:cubicBezTo>
                    <a:cubicBezTo>
                      <a:pt x="8576" y="12013"/>
                      <a:pt x="8576" y="12311"/>
                      <a:pt x="8576" y="12533"/>
                    </a:cubicBezTo>
                    <a:cubicBezTo>
                      <a:pt x="8878" y="16566"/>
                      <a:pt x="10593" y="18729"/>
                      <a:pt x="16935" y="23503"/>
                    </a:cubicBezTo>
                    <a:cubicBezTo>
                      <a:pt x="18276" y="24471"/>
                      <a:pt x="19693" y="25515"/>
                      <a:pt x="21038" y="26634"/>
                    </a:cubicBezTo>
                    <a:lnTo>
                      <a:pt x="25217" y="29770"/>
                    </a:lnTo>
                    <a:cubicBezTo>
                      <a:pt x="30067" y="33425"/>
                      <a:pt x="31409" y="35366"/>
                      <a:pt x="31631" y="38572"/>
                    </a:cubicBezTo>
                    <a:cubicBezTo>
                      <a:pt x="31631" y="38799"/>
                      <a:pt x="31631" y="39021"/>
                      <a:pt x="31631" y="39172"/>
                    </a:cubicBezTo>
                    <a:cubicBezTo>
                      <a:pt x="31631" y="44541"/>
                      <a:pt x="26634" y="48494"/>
                      <a:pt x="19621" y="48494"/>
                    </a:cubicBezTo>
                    <a:cubicBezTo>
                      <a:pt x="11339" y="48494"/>
                      <a:pt x="4774" y="43200"/>
                      <a:pt x="4251" y="35886"/>
                    </a:cubicBezTo>
                    <a:cubicBezTo>
                      <a:pt x="4251" y="35366"/>
                      <a:pt x="4175" y="35068"/>
                      <a:pt x="4326" y="34393"/>
                    </a:cubicBezTo>
                    <a:lnTo>
                      <a:pt x="2163" y="34246"/>
                    </a:lnTo>
                    <a:lnTo>
                      <a:pt x="0" y="51181"/>
                    </a:lnTo>
                    <a:lnTo>
                      <a:pt x="1865" y="51181"/>
                    </a:lnTo>
                    <a:cubicBezTo>
                      <a:pt x="2536" y="49169"/>
                      <a:pt x="3429" y="48423"/>
                      <a:pt x="5521" y="48423"/>
                    </a:cubicBezTo>
                    <a:cubicBezTo>
                      <a:pt x="6640" y="48423"/>
                      <a:pt x="8057" y="48720"/>
                      <a:pt x="10815" y="49391"/>
                    </a:cubicBezTo>
                    <a:cubicBezTo>
                      <a:pt x="15442" y="50661"/>
                      <a:pt x="18201" y="51407"/>
                      <a:pt x="21336" y="51407"/>
                    </a:cubicBezTo>
                    <a:cubicBezTo>
                      <a:pt x="32377" y="51407"/>
                      <a:pt x="40362" y="45438"/>
                      <a:pt x="40362" y="37378"/>
                    </a:cubicBezTo>
                    <a:cubicBezTo>
                      <a:pt x="40362" y="37080"/>
                      <a:pt x="40362" y="36782"/>
                      <a:pt x="40362" y="36485"/>
                    </a:cubicBez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" name="stacklabel0_outline_1"/>
              <p:cNvSpPr/>
              <p:nvPr/>
            </p:nvSpPr>
            <p:spPr>
              <a:xfrm>
                <a:off x="2880905" y="802007"/>
                <a:ext cx="14787" cy="35321"/>
              </a:xfrm>
              <a:custGeom>
                <a:avLst/>
                <a:gdLst/>
                <a:ahLst/>
                <a:cxnLst/>
                <a:rect l="0" t="0" r="r" b="b"/>
                <a:pathLst>
                  <a:path w="14788" h="35322">
                    <a:moveTo>
                      <a:pt x="14788" y="35322"/>
                    </a:moveTo>
                    <a:lnTo>
                      <a:pt x="14788" y="34540"/>
                    </a:lnTo>
                    <a:cubicBezTo>
                      <a:pt x="10660" y="34484"/>
                      <a:pt x="9823" y="33965"/>
                      <a:pt x="9823" y="31456"/>
                    </a:cubicBezTo>
                    <a:lnTo>
                      <a:pt x="9823" y="107"/>
                    </a:lnTo>
                    <a:lnTo>
                      <a:pt x="9406" y="0"/>
                    </a:lnTo>
                    <a:lnTo>
                      <a:pt x="0" y="4754"/>
                    </a:lnTo>
                    <a:lnTo>
                      <a:pt x="0" y="5489"/>
                    </a:lnTo>
                    <a:cubicBezTo>
                      <a:pt x="627" y="5227"/>
                      <a:pt x="1203" y="5016"/>
                      <a:pt x="1413" y="4913"/>
                    </a:cubicBezTo>
                    <a:cubicBezTo>
                      <a:pt x="2353" y="4548"/>
                      <a:pt x="3242" y="4338"/>
                      <a:pt x="3762" y="4338"/>
                    </a:cubicBezTo>
                    <a:cubicBezTo>
                      <a:pt x="4862" y="4338"/>
                      <a:pt x="5330" y="5124"/>
                      <a:pt x="5330" y="6795"/>
                    </a:cubicBezTo>
                    <a:lnTo>
                      <a:pt x="5330" y="30464"/>
                    </a:lnTo>
                    <a:cubicBezTo>
                      <a:pt x="5330" y="32187"/>
                      <a:pt x="4913" y="33389"/>
                      <a:pt x="4076" y="33857"/>
                    </a:cubicBezTo>
                    <a:cubicBezTo>
                      <a:pt x="3294" y="34330"/>
                      <a:pt x="2560" y="34484"/>
                      <a:pt x="365" y="34540"/>
                    </a:cubicBezTo>
                    <a:lnTo>
                      <a:pt x="365" y="35322"/>
                    </a:lnTo>
                    <a:lnTo>
                      <a:pt x="14788" y="35322"/>
                    </a:ln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99" name="stacklabel1"/>
            <p:cNvGrpSpPr/>
            <p:nvPr/>
          </p:nvGrpSpPr>
          <p:grpSpPr>
            <a:xfrm>
              <a:off x="2812534" y="891515"/>
              <a:ext cx="71978" cy="60965"/>
              <a:chOff x="2827945" y="904768"/>
              <a:chExt cx="71978" cy="60965"/>
            </a:xfrm>
          </p:grpSpPr>
          <p:sp>
            <p:nvSpPr>
              <p:cNvPr id="200" name="stacklabel1_outline_0"/>
              <p:cNvSpPr/>
              <p:nvPr/>
            </p:nvSpPr>
            <p:spPr>
              <a:xfrm>
                <a:off x="2827945" y="904768"/>
                <a:ext cx="45283" cy="51407"/>
              </a:xfrm>
              <a:custGeom>
                <a:avLst/>
                <a:gdLst/>
                <a:ahLst/>
                <a:cxnLst/>
                <a:rect l="0" t="0" r="r" b="b"/>
                <a:pathLst>
                  <a:path w="45283" h="51407">
                    <a:moveTo>
                      <a:pt x="40362" y="36485"/>
                    </a:moveTo>
                    <a:cubicBezTo>
                      <a:pt x="39989" y="31635"/>
                      <a:pt x="37751" y="28801"/>
                      <a:pt x="28202" y="21935"/>
                    </a:cubicBezTo>
                    <a:cubicBezTo>
                      <a:pt x="18649" y="15145"/>
                      <a:pt x="17681" y="14101"/>
                      <a:pt x="17383" y="10446"/>
                    </a:cubicBezTo>
                    <a:cubicBezTo>
                      <a:pt x="17383" y="10295"/>
                      <a:pt x="17383" y="10073"/>
                      <a:pt x="17383" y="9922"/>
                    </a:cubicBezTo>
                    <a:cubicBezTo>
                      <a:pt x="17383" y="5521"/>
                      <a:pt x="21336" y="2838"/>
                      <a:pt x="27829" y="2838"/>
                    </a:cubicBezTo>
                    <a:cubicBezTo>
                      <a:pt x="31556" y="2838"/>
                      <a:pt x="34540" y="3731"/>
                      <a:pt x="36854" y="5521"/>
                    </a:cubicBezTo>
                    <a:cubicBezTo>
                      <a:pt x="39243" y="7386"/>
                      <a:pt x="40136" y="9922"/>
                      <a:pt x="40584" y="14922"/>
                    </a:cubicBezTo>
                    <a:lnTo>
                      <a:pt x="42525" y="15145"/>
                    </a:lnTo>
                    <a:lnTo>
                      <a:pt x="45283" y="0"/>
                    </a:lnTo>
                    <a:lnTo>
                      <a:pt x="43196" y="0"/>
                    </a:lnTo>
                    <a:cubicBezTo>
                      <a:pt x="42001" y="1865"/>
                      <a:pt x="41033" y="2238"/>
                      <a:pt x="38795" y="2238"/>
                    </a:cubicBezTo>
                    <a:cubicBezTo>
                      <a:pt x="37525" y="2238"/>
                      <a:pt x="36405" y="1719"/>
                      <a:pt x="34167" y="1119"/>
                    </a:cubicBezTo>
                    <a:cubicBezTo>
                      <a:pt x="32004" y="449"/>
                      <a:pt x="28722" y="75"/>
                      <a:pt x="25590" y="75"/>
                    </a:cubicBezTo>
                    <a:cubicBezTo>
                      <a:pt x="15518" y="75"/>
                      <a:pt x="8576" y="4850"/>
                      <a:pt x="8576" y="11787"/>
                    </a:cubicBezTo>
                    <a:cubicBezTo>
                      <a:pt x="8576" y="12013"/>
                      <a:pt x="8576" y="12311"/>
                      <a:pt x="8576" y="12533"/>
                    </a:cubicBezTo>
                    <a:cubicBezTo>
                      <a:pt x="8878" y="16566"/>
                      <a:pt x="10593" y="18729"/>
                      <a:pt x="16935" y="23503"/>
                    </a:cubicBezTo>
                    <a:cubicBezTo>
                      <a:pt x="18276" y="24471"/>
                      <a:pt x="19693" y="25515"/>
                      <a:pt x="21038" y="26634"/>
                    </a:cubicBezTo>
                    <a:lnTo>
                      <a:pt x="25217" y="29770"/>
                    </a:lnTo>
                    <a:cubicBezTo>
                      <a:pt x="30067" y="33425"/>
                      <a:pt x="31409" y="35366"/>
                      <a:pt x="31631" y="38572"/>
                    </a:cubicBezTo>
                    <a:cubicBezTo>
                      <a:pt x="31631" y="38799"/>
                      <a:pt x="31631" y="39021"/>
                      <a:pt x="31631" y="39172"/>
                    </a:cubicBezTo>
                    <a:cubicBezTo>
                      <a:pt x="31631" y="44541"/>
                      <a:pt x="26634" y="48494"/>
                      <a:pt x="19621" y="48494"/>
                    </a:cubicBezTo>
                    <a:cubicBezTo>
                      <a:pt x="11339" y="48494"/>
                      <a:pt x="4774" y="43200"/>
                      <a:pt x="4251" y="35886"/>
                    </a:cubicBezTo>
                    <a:cubicBezTo>
                      <a:pt x="4251" y="35366"/>
                      <a:pt x="4175" y="35068"/>
                      <a:pt x="4326" y="34393"/>
                    </a:cubicBezTo>
                    <a:lnTo>
                      <a:pt x="2163" y="34246"/>
                    </a:lnTo>
                    <a:lnTo>
                      <a:pt x="0" y="51181"/>
                    </a:lnTo>
                    <a:lnTo>
                      <a:pt x="1865" y="51181"/>
                    </a:lnTo>
                    <a:cubicBezTo>
                      <a:pt x="2536" y="49169"/>
                      <a:pt x="3429" y="48423"/>
                      <a:pt x="5521" y="48423"/>
                    </a:cubicBezTo>
                    <a:cubicBezTo>
                      <a:pt x="6640" y="48423"/>
                      <a:pt x="8057" y="48720"/>
                      <a:pt x="10815" y="49391"/>
                    </a:cubicBezTo>
                    <a:cubicBezTo>
                      <a:pt x="15442" y="50661"/>
                      <a:pt x="18201" y="51407"/>
                      <a:pt x="21336" y="51407"/>
                    </a:cubicBezTo>
                    <a:cubicBezTo>
                      <a:pt x="32377" y="51407"/>
                      <a:pt x="40362" y="45438"/>
                      <a:pt x="40362" y="37378"/>
                    </a:cubicBezTo>
                    <a:cubicBezTo>
                      <a:pt x="40362" y="37080"/>
                      <a:pt x="40362" y="36782"/>
                      <a:pt x="40362" y="36485"/>
                    </a:cubicBezTo>
                    <a:close/>
                  </a:path>
                </a:pathLst>
              </a:custGeom>
              <a:solidFill>
                <a:srgbClr val="0085A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1" name="stacklabel1_outline_1"/>
              <p:cNvSpPr/>
              <p:nvPr/>
            </p:nvSpPr>
            <p:spPr>
              <a:xfrm>
                <a:off x="2876675" y="930412"/>
                <a:ext cx="23248" cy="35321"/>
              </a:xfrm>
              <a:custGeom>
                <a:avLst/>
                <a:gdLst/>
                <a:ahLst/>
                <a:cxnLst/>
                <a:rect l="0" t="0" r="r" b="b"/>
                <a:pathLst>
                  <a:path w="23249" h="35322">
                    <a:moveTo>
                      <a:pt x="23249" y="28162"/>
                    </a:moveTo>
                    <a:lnTo>
                      <a:pt x="22570" y="27904"/>
                    </a:lnTo>
                    <a:cubicBezTo>
                      <a:pt x="20637" y="30881"/>
                      <a:pt x="19959" y="31349"/>
                      <a:pt x="17609" y="31349"/>
                    </a:cubicBezTo>
                    <a:lnTo>
                      <a:pt x="5120" y="31349"/>
                    </a:lnTo>
                    <a:lnTo>
                      <a:pt x="13899" y="22153"/>
                    </a:lnTo>
                    <a:cubicBezTo>
                      <a:pt x="18550" y="17296"/>
                      <a:pt x="20586" y="13327"/>
                      <a:pt x="20586" y="9251"/>
                    </a:cubicBezTo>
                    <a:cubicBezTo>
                      <a:pt x="20586" y="4024"/>
                      <a:pt x="16355" y="0"/>
                      <a:pt x="10918" y="0"/>
                    </a:cubicBezTo>
                    <a:cubicBezTo>
                      <a:pt x="8045" y="0"/>
                      <a:pt x="5330" y="1151"/>
                      <a:pt x="3397" y="3242"/>
                    </a:cubicBezTo>
                    <a:cubicBezTo>
                      <a:pt x="1722" y="5016"/>
                      <a:pt x="941" y="6691"/>
                      <a:pt x="52" y="10398"/>
                    </a:cubicBezTo>
                    <a:lnTo>
                      <a:pt x="1151" y="10660"/>
                    </a:lnTo>
                    <a:cubicBezTo>
                      <a:pt x="3238" y="5540"/>
                      <a:pt x="5120" y="3870"/>
                      <a:pt x="8727" y="3870"/>
                    </a:cubicBezTo>
                    <a:cubicBezTo>
                      <a:pt x="13113" y="3870"/>
                      <a:pt x="16093" y="6846"/>
                      <a:pt x="16093" y="11236"/>
                    </a:cubicBezTo>
                    <a:cubicBezTo>
                      <a:pt x="16093" y="15311"/>
                      <a:pt x="13688" y="20169"/>
                      <a:pt x="9299" y="24821"/>
                    </a:cubicBezTo>
                    <a:lnTo>
                      <a:pt x="0" y="34695"/>
                    </a:lnTo>
                    <a:lnTo>
                      <a:pt x="0" y="35322"/>
                    </a:lnTo>
                    <a:lnTo>
                      <a:pt x="20376" y="35322"/>
                    </a:lnTo>
                    <a:lnTo>
                      <a:pt x="23249" y="28162"/>
                    </a:lnTo>
                    <a:close/>
                  </a:path>
                </a:pathLst>
              </a:custGeom>
              <a:solidFill>
                <a:srgbClr val="0085A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02" name="stacklabel2"/>
            <p:cNvGrpSpPr/>
            <p:nvPr/>
          </p:nvGrpSpPr>
          <p:grpSpPr>
            <a:xfrm>
              <a:off x="2812534" y="1019552"/>
              <a:ext cx="69731" cy="61683"/>
              <a:chOff x="2827945" y="1032818"/>
              <a:chExt cx="69731" cy="61683"/>
            </a:xfrm>
          </p:grpSpPr>
          <p:sp>
            <p:nvSpPr>
              <p:cNvPr id="203" name="stacklabel2_outline_0"/>
              <p:cNvSpPr/>
              <p:nvPr/>
            </p:nvSpPr>
            <p:spPr>
              <a:xfrm>
                <a:off x="2827945" y="1032818"/>
                <a:ext cx="45283" cy="51407"/>
              </a:xfrm>
              <a:custGeom>
                <a:avLst/>
                <a:gdLst/>
                <a:ahLst/>
                <a:cxnLst/>
                <a:rect l="0" t="0" r="r" b="b"/>
                <a:pathLst>
                  <a:path w="45283" h="51407">
                    <a:moveTo>
                      <a:pt x="40362" y="36485"/>
                    </a:moveTo>
                    <a:cubicBezTo>
                      <a:pt x="39989" y="31635"/>
                      <a:pt x="37751" y="28801"/>
                      <a:pt x="28202" y="21935"/>
                    </a:cubicBezTo>
                    <a:cubicBezTo>
                      <a:pt x="18649" y="15145"/>
                      <a:pt x="17681" y="14101"/>
                      <a:pt x="17383" y="10446"/>
                    </a:cubicBezTo>
                    <a:cubicBezTo>
                      <a:pt x="17383" y="10295"/>
                      <a:pt x="17383" y="10073"/>
                      <a:pt x="17383" y="9922"/>
                    </a:cubicBezTo>
                    <a:cubicBezTo>
                      <a:pt x="17383" y="5521"/>
                      <a:pt x="21336" y="2838"/>
                      <a:pt x="27829" y="2838"/>
                    </a:cubicBezTo>
                    <a:cubicBezTo>
                      <a:pt x="31556" y="2838"/>
                      <a:pt x="34540" y="3731"/>
                      <a:pt x="36854" y="5521"/>
                    </a:cubicBezTo>
                    <a:cubicBezTo>
                      <a:pt x="39243" y="7386"/>
                      <a:pt x="40136" y="9922"/>
                      <a:pt x="40584" y="14922"/>
                    </a:cubicBezTo>
                    <a:lnTo>
                      <a:pt x="42525" y="15145"/>
                    </a:lnTo>
                    <a:lnTo>
                      <a:pt x="45283" y="0"/>
                    </a:lnTo>
                    <a:lnTo>
                      <a:pt x="43196" y="0"/>
                    </a:lnTo>
                    <a:cubicBezTo>
                      <a:pt x="42001" y="1865"/>
                      <a:pt x="41033" y="2238"/>
                      <a:pt x="38795" y="2238"/>
                    </a:cubicBezTo>
                    <a:cubicBezTo>
                      <a:pt x="37525" y="2238"/>
                      <a:pt x="36405" y="1718"/>
                      <a:pt x="34167" y="1119"/>
                    </a:cubicBezTo>
                    <a:cubicBezTo>
                      <a:pt x="32004" y="448"/>
                      <a:pt x="28722" y="75"/>
                      <a:pt x="25590" y="75"/>
                    </a:cubicBezTo>
                    <a:cubicBezTo>
                      <a:pt x="15518" y="75"/>
                      <a:pt x="8576" y="4850"/>
                      <a:pt x="8576" y="11787"/>
                    </a:cubicBezTo>
                    <a:cubicBezTo>
                      <a:pt x="8576" y="12013"/>
                      <a:pt x="8576" y="12311"/>
                      <a:pt x="8576" y="12533"/>
                    </a:cubicBezTo>
                    <a:cubicBezTo>
                      <a:pt x="8878" y="16566"/>
                      <a:pt x="10593" y="18729"/>
                      <a:pt x="16935" y="23503"/>
                    </a:cubicBezTo>
                    <a:cubicBezTo>
                      <a:pt x="18276" y="24471"/>
                      <a:pt x="19693" y="25515"/>
                      <a:pt x="21038" y="26634"/>
                    </a:cubicBezTo>
                    <a:lnTo>
                      <a:pt x="25217" y="29770"/>
                    </a:lnTo>
                    <a:cubicBezTo>
                      <a:pt x="30067" y="33425"/>
                      <a:pt x="31409" y="35366"/>
                      <a:pt x="31631" y="38572"/>
                    </a:cubicBezTo>
                    <a:cubicBezTo>
                      <a:pt x="31631" y="38799"/>
                      <a:pt x="31631" y="39021"/>
                      <a:pt x="31631" y="39172"/>
                    </a:cubicBezTo>
                    <a:cubicBezTo>
                      <a:pt x="31631" y="44541"/>
                      <a:pt x="26634" y="48494"/>
                      <a:pt x="19621" y="48494"/>
                    </a:cubicBezTo>
                    <a:cubicBezTo>
                      <a:pt x="11339" y="48494"/>
                      <a:pt x="4774" y="43200"/>
                      <a:pt x="4251" y="35886"/>
                    </a:cubicBezTo>
                    <a:cubicBezTo>
                      <a:pt x="4251" y="35366"/>
                      <a:pt x="4175" y="35068"/>
                      <a:pt x="4326" y="34393"/>
                    </a:cubicBezTo>
                    <a:lnTo>
                      <a:pt x="2163" y="34246"/>
                    </a:lnTo>
                    <a:lnTo>
                      <a:pt x="0" y="51181"/>
                    </a:lnTo>
                    <a:lnTo>
                      <a:pt x="1865" y="51181"/>
                    </a:lnTo>
                    <a:cubicBezTo>
                      <a:pt x="2536" y="49169"/>
                      <a:pt x="3429" y="48423"/>
                      <a:pt x="5521" y="48423"/>
                    </a:cubicBezTo>
                    <a:cubicBezTo>
                      <a:pt x="6640" y="48423"/>
                      <a:pt x="8057" y="48720"/>
                      <a:pt x="10815" y="49391"/>
                    </a:cubicBezTo>
                    <a:cubicBezTo>
                      <a:pt x="15442" y="50661"/>
                      <a:pt x="18201" y="51407"/>
                      <a:pt x="21336" y="51407"/>
                    </a:cubicBezTo>
                    <a:cubicBezTo>
                      <a:pt x="32377" y="51407"/>
                      <a:pt x="40362" y="45438"/>
                      <a:pt x="40362" y="37378"/>
                    </a:cubicBezTo>
                    <a:cubicBezTo>
                      <a:pt x="40362" y="37080"/>
                      <a:pt x="40362" y="36782"/>
                      <a:pt x="40362" y="3648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4" name="stacklabel2_outline_1"/>
              <p:cNvSpPr/>
              <p:nvPr/>
            </p:nvSpPr>
            <p:spPr>
              <a:xfrm>
                <a:off x="2877353" y="1058449"/>
                <a:ext cx="20323" cy="36052"/>
              </a:xfrm>
              <a:custGeom>
                <a:avLst/>
                <a:gdLst/>
                <a:ahLst/>
                <a:cxnLst/>
                <a:rect l="0" t="0" r="r" b="b"/>
                <a:pathLst>
                  <a:path w="20324" h="36052">
                    <a:moveTo>
                      <a:pt x="20324" y="23880"/>
                    </a:moveTo>
                    <a:cubicBezTo>
                      <a:pt x="20324" y="21213"/>
                      <a:pt x="19491" y="18760"/>
                      <a:pt x="17974" y="17141"/>
                    </a:cubicBezTo>
                    <a:cubicBezTo>
                      <a:pt x="16931" y="15990"/>
                      <a:pt x="15935" y="15363"/>
                      <a:pt x="13637" y="14371"/>
                    </a:cubicBezTo>
                    <a:cubicBezTo>
                      <a:pt x="17244" y="11914"/>
                      <a:pt x="18550" y="9981"/>
                      <a:pt x="18550" y="7160"/>
                    </a:cubicBezTo>
                    <a:cubicBezTo>
                      <a:pt x="18550" y="2929"/>
                      <a:pt x="15204" y="0"/>
                      <a:pt x="10398" y="0"/>
                    </a:cubicBezTo>
                    <a:cubicBezTo>
                      <a:pt x="7787" y="0"/>
                      <a:pt x="5485" y="889"/>
                      <a:pt x="3604" y="2564"/>
                    </a:cubicBezTo>
                    <a:cubicBezTo>
                      <a:pt x="2040" y="3973"/>
                      <a:pt x="1254" y="5330"/>
                      <a:pt x="103" y="8465"/>
                    </a:cubicBezTo>
                    <a:lnTo>
                      <a:pt x="889" y="8676"/>
                    </a:lnTo>
                    <a:cubicBezTo>
                      <a:pt x="3032" y="4862"/>
                      <a:pt x="5382" y="3135"/>
                      <a:pt x="8672" y="3135"/>
                    </a:cubicBezTo>
                    <a:cubicBezTo>
                      <a:pt x="12069" y="3135"/>
                      <a:pt x="14422" y="5437"/>
                      <a:pt x="14422" y="8727"/>
                    </a:cubicBezTo>
                    <a:cubicBezTo>
                      <a:pt x="14422" y="10608"/>
                      <a:pt x="13637" y="12490"/>
                      <a:pt x="12331" y="13795"/>
                    </a:cubicBezTo>
                    <a:cubicBezTo>
                      <a:pt x="10763" y="15363"/>
                      <a:pt x="9299" y="16145"/>
                      <a:pt x="5747" y="17399"/>
                    </a:cubicBezTo>
                    <a:lnTo>
                      <a:pt x="5747" y="18082"/>
                    </a:lnTo>
                    <a:cubicBezTo>
                      <a:pt x="8830" y="18082"/>
                      <a:pt x="10033" y="18185"/>
                      <a:pt x="11287" y="18653"/>
                    </a:cubicBezTo>
                    <a:cubicBezTo>
                      <a:pt x="14526" y="19804"/>
                      <a:pt x="16562" y="22781"/>
                      <a:pt x="16562" y="26388"/>
                    </a:cubicBezTo>
                    <a:cubicBezTo>
                      <a:pt x="16562" y="30778"/>
                      <a:pt x="13585" y="34171"/>
                      <a:pt x="9719" y="34171"/>
                    </a:cubicBezTo>
                    <a:cubicBezTo>
                      <a:pt x="8307" y="34171"/>
                      <a:pt x="7263" y="33806"/>
                      <a:pt x="5330" y="32552"/>
                    </a:cubicBezTo>
                    <a:cubicBezTo>
                      <a:pt x="3762" y="31611"/>
                      <a:pt x="2873" y="31246"/>
                      <a:pt x="1984" y="31246"/>
                    </a:cubicBezTo>
                    <a:cubicBezTo>
                      <a:pt x="786" y="31246"/>
                      <a:pt x="0" y="31976"/>
                      <a:pt x="0" y="33076"/>
                    </a:cubicBezTo>
                    <a:cubicBezTo>
                      <a:pt x="0" y="34905"/>
                      <a:pt x="2246" y="36052"/>
                      <a:pt x="5906" y="36052"/>
                    </a:cubicBezTo>
                    <a:cubicBezTo>
                      <a:pt x="9926" y="36052"/>
                      <a:pt x="14057" y="34695"/>
                      <a:pt x="16510" y="32552"/>
                    </a:cubicBezTo>
                    <a:cubicBezTo>
                      <a:pt x="18967" y="30409"/>
                      <a:pt x="20324" y="27380"/>
                      <a:pt x="20324" y="2388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05" name="stacklabel3"/>
            <p:cNvGrpSpPr/>
            <p:nvPr/>
          </p:nvGrpSpPr>
          <p:grpSpPr>
            <a:xfrm>
              <a:off x="2812534" y="1148325"/>
              <a:ext cx="71823" cy="60965"/>
              <a:chOff x="2827945" y="1161578"/>
              <a:chExt cx="71823" cy="60965"/>
            </a:xfrm>
          </p:grpSpPr>
          <p:sp>
            <p:nvSpPr>
              <p:cNvPr id="206" name="stacklabel3_outline_0"/>
              <p:cNvSpPr/>
              <p:nvPr/>
            </p:nvSpPr>
            <p:spPr>
              <a:xfrm>
                <a:off x="2827945" y="1161578"/>
                <a:ext cx="45283" cy="51407"/>
              </a:xfrm>
              <a:custGeom>
                <a:avLst/>
                <a:gdLst/>
                <a:ahLst/>
                <a:cxnLst/>
                <a:rect l="0" t="0" r="r" b="b"/>
                <a:pathLst>
                  <a:path w="45283" h="51407">
                    <a:moveTo>
                      <a:pt x="40362" y="36485"/>
                    </a:moveTo>
                    <a:cubicBezTo>
                      <a:pt x="39989" y="31635"/>
                      <a:pt x="37751" y="28801"/>
                      <a:pt x="28202" y="21935"/>
                    </a:cubicBezTo>
                    <a:cubicBezTo>
                      <a:pt x="18649" y="15145"/>
                      <a:pt x="17681" y="14101"/>
                      <a:pt x="17383" y="10446"/>
                    </a:cubicBezTo>
                    <a:cubicBezTo>
                      <a:pt x="17383" y="10295"/>
                      <a:pt x="17383" y="10073"/>
                      <a:pt x="17383" y="9922"/>
                    </a:cubicBezTo>
                    <a:cubicBezTo>
                      <a:pt x="17383" y="5521"/>
                      <a:pt x="21336" y="2838"/>
                      <a:pt x="27829" y="2838"/>
                    </a:cubicBezTo>
                    <a:cubicBezTo>
                      <a:pt x="31556" y="2838"/>
                      <a:pt x="34540" y="3731"/>
                      <a:pt x="36854" y="5521"/>
                    </a:cubicBezTo>
                    <a:cubicBezTo>
                      <a:pt x="39243" y="7386"/>
                      <a:pt x="40136" y="9922"/>
                      <a:pt x="40584" y="14922"/>
                    </a:cubicBezTo>
                    <a:lnTo>
                      <a:pt x="42525" y="15145"/>
                    </a:lnTo>
                    <a:lnTo>
                      <a:pt x="45283" y="0"/>
                    </a:lnTo>
                    <a:lnTo>
                      <a:pt x="43196" y="0"/>
                    </a:lnTo>
                    <a:cubicBezTo>
                      <a:pt x="42001" y="1865"/>
                      <a:pt x="41033" y="2238"/>
                      <a:pt x="38795" y="2238"/>
                    </a:cubicBezTo>
                    <a:cubicBezTo>
                      <a:pt x="37525" y="2238"/>
                      <a:pt x="36405" y="1719"/>
                      <a:pt x="34167" y="1119"/>
                    </a:cubicBezTo>
                    <a:cubicBezTo>
                      <a:pt x="32004" y="449"/>
                      <a:pt x="28722" y="75"/>
                      <a:pt x="25590" y="75"/>
                    </a:cubicBezTo>
                    <a:cubicBezTo>
                      <a:pt x="15518" y="75"/>
                      <a:pt x="8576" y="4850"/>
                      <a:pt x="8576" y="11787"/>
                    </a:cubicBezTo>
                    <a:cubicBezTo>
                      <a:pt x="8576" y="12013"/>
                      <a:pt x="8576" y="12311"/>
                      <a:pt x="8576" y="12533"/>
                    </a:cubicBezTo>
                    <a:cubicBezTo>
                      <a:pt x="8878" y="16566"/>
                      <a:pt x="10593" y="18729"/>
                      <a:pt x="16935" y="23503"/>
                    </a:cubicBezTo>
                    <a:cubicBezTo>
                      <a:pt x="18276" y="24471"/>
                      <a:pt x="19693" y="25515"/>
                      <a:pt x="21038" y="26634"/>
                    </a:cubicBezTo>
                    <a:lnTo>
                      <a:pt x="25217" y="29770"/>
                    </a:lnTo>
                    <a:cubicBezTo>
                      <a:pt x="30067" y="33425"/>
                      <a:pt x="31409" y="35366"/>
                      <a:pt x="31631" y="38572"/>
                    </a:cubicBezTo>
                    <a:cubicBezTo>
                      <a:pt x="31631" y="38799"/>
                      <a:pt x="31631" y="39021"/>
                      <a:pt x="31631" y="39172"/>
                    </a:cubicBezTo>
                    <a:cubicBezTo>
                      <a:pt x="31631" y="44541"/>
                      <a:pt x="26634" y="48494"/>
                      <a:pt x="19621" y="48494"/>
                    </a:cubicBezTo>
                    <a:cubicBezTo>
                      <a:pt x="11339" y="48494"/>
                      <a:pt x="4774" y="43200"/>
                      <a:pt x="4251" y="35886"/>
                    </a:cubicBezTo>
                    <a:cubicBezTo>
                      <a:pt x="4251" y="35366"/>
                      <a:pt x="4175" y="35068"/>
                      <a:pt x="4326" y="34393"/>
                    </a:cubicBezTo>
                    <a:lnTo>
                      <a:pt x="2163" y="34246"/>
                    </a:lnTo>
                    <a:lnTo>
                      <a:pt x="0" y="51181"/>
                    </a:lnTo>
                    <a:lnTo>
                      <a:pt x="1865" y="51181"/>
                    </a:lnTo>
                    <a:cubicBezTo>
                      <a:pt x="2536" y="49169"/>
                      <a:pt x="3429" y="48423"/>
                      <a:pt x="5521" y="48423"/>
                    </a:cubicBezTo>
                    <a:cubicBezTo>
                      <a:pt x="6640" y="48423"/>
                      <a:pt x="8057" y="48720"/>
                      <a:pt x="10815" y="49391"/>
                    </a:cubicBezTo>
                    <a:cubicBezTo>
                      <a:pt x="15442" y="50661"/>
                      <a:pt x="18201" y="51407"/>
                      <a:pt x="21336" y="51407"/>
                    </a:cubicBezTo>
                    <a:cubicBezTo>
                      <a:pt x="32377" y="51407"/>
                      <a:pt x="40362" y="45438"/>
                      <a:pt x="40362" y="37378"/>
                    </a:cubicBezTo>
                    <a:cubicBezTo>
                      <a:pt x="40362" y="37080"/>
                      <a:pt x="40362" y="36782"/>
                      <a:pt x="40362" y="36485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7" name="stacklabel3_outline_1"/>
              <p:cNvSpPr/>
              <p:nvPr/>
            </p:nvSpPr>
            <p:spPr>
              <a:xfrm>
                <a:off x="2875734" y="1187222"/>
                <a:ext cx="24034" cy="35321"/>
              </a:xfrm>
              <a:custGeom>
                <a:avLst/>
                <a:gdLst/>
                <a:ahLst/>
                <a:cxnLst/>
                <a:rect l="0" t="0" r="r" b="b"/>
                <a:pathLst>
                  <a:path w="24035" h="35322">
                    <a:moveTo>
                      <a:pt x="24035" y="26595"/>
                    </a:moveTo>
                    <a:lnTo>
                      <a:pt x="24035" y="23253"/>
                    </a:lnTo>
                    <a:lnTo>
                      <a:pt x="18705" y="23253"/>
                    </a:lnTo>
                    <a:lnTo>
                      <a:pt x="18705" y="0"/>
                    </a:lnTo>
                    <a:lnTo>
                      <a:pt x="16407" y="0"/>
                    </a:lnTo>
                    <a:lnTo>
                      <a:pt x="0" y="23253"/>
                    </a:lnTo>
                    <a:lnTo>
                      <a:pt x="0" y="26595"/>
                    </a:lnTo>
                    <a:lnTo>
                      <a:pt x="14680" y="26595"/>
                    </a:lnTo>
                    <a:lnTo>
                      <a:pt x="14680" y="35322"/>
                    </a:lnTo>
                    <a:lnTo>
                      <a:pt x="18705" y="35322"/>
                    </a:lnTo>
                    <a:lnTo>
                      <a:pt x="18705" y="26595"/>
                    </a:lnTo>
                    <a:lnTo>
                      <a:pt x="24035" y="26595"/>
                    </a:lnTo>
                    <a:close/>
                    <a:moveTo>
                      <a:pt x="14629" y="23253"/>
                    </a:moveTo>
                    <a:lnTo>
                      <a:pt x="2092" y="23253"/>
                    </a:lnTo>
                    <a:lnTo>
                      <a:pt x="14629" y="5330"/>
                    </a:lnTo>
                    <a:lnTo>
                      <a:pt x="14629" y="23253"/>
                    </a:ln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08" name="stack_S"/>
            <p:cNvGrpSpPr/>
            <p:nvPr/>
          </p:nvGrpSpPr>
          <p:grpSpPr>
            <a:xfrm>
              <a:off x="2231965" y="1052881"/>
              <a:ext cx="119970" cy="56749"/>
              <a:chOff x="2247510" y="1066198"/>
              <a:chExt cx="119970" cy="56749"/>
            </a:xfrm>
          </p:grpSpPr>
          <p:sp>
            <p:nvSpPr>
              <p:cNvPr id="209" name="stack_S_outline_0"/>
              <p:cNvSpPr/>
              <p:nvPr/>
            </p:nvSpPr>
            <p:spPr>
              <a:xfrm>
                <a:off x="2247510" y="1066198"/>
                <a:ext cx="44854" cy="56749"/>
              </a:xfrm>
              <a:custGeom>
                <a:avLst/>
                <a:gdLst/>
                <a:ahLst/>
                <a:cxnLst/>
                <a:rect l="0" t="0" r="r" b="b"/>
                <a:pathLst>
                  <a:path w="44855" h="56749">
                    <a:moveTo>
                      <a:pt x="38989" y="40231"/>
                    </a:moveTo>
                    <a:cubicBezTo>
                      <a:pt x="38826" y="34861"/>
                      <a:pt x="36596" y="31722"/>
                      <a:pt x="27674" y="24122"/>
                    </a:cubicBezTo>
                    <a:cubicBezTo>
                      <a:pt x="18752" y="16605"/>
                      <a:pt x="17927" y="15446"/>
                      <a:pt x="17760" y="11402"/>
                    </a:cubicBezTo>
                    <a:cubicBezTo>
                      <a:pt x="17597" y="6195"/>
                      <a:pt x="21479" y="2977"/>
                      <a:pt x="27920" y="2977"/>
                    </a:cubicBezTo>
                    <a:cubicBezTo>
                      <a:pt x="31472" y="2977"/>
                      <a:pt x="34365" y="3965"/>
                      <a:pt x="36513" y="5949"/>
                    </a:cubicBezTo>
                    <a:cubicBezTo>
                      <a:pt x="38826" y="8013"/>
                      <a:pt x="39568" y="10823"/>
                      <a:pt x="39898" y="16355"/>
                    </a:cubicBezTo>
                    <a:lnTo>
                      <a:pt x="41632" y="16605"/>
                    </a:lnTo>
                    <a:lnTo>
                      <a:pt x="44855" y="0"/>
                    </a:lnTo>
                    <a:lnTo>
                      <a:pt x="42708" y="0"/>
                    </a:lnTo>
                    <a:cubicBezTo>
                      <a:pt x="41470" y="1901"/>
                      <a:pt x="40644" y="2314"/>
                      <a:pt x="38493" y="2314"/>
                    </a:cubicBezTo>
                    <a:cubicBezTo>
                      <a:pt x="37255" y="2314"/>
                      <a:pt x="36183" y="1901"/>
                      <a:pt x="34115" y="1238"/>
                    </a:cubicBezTo>
                    <a:cubicBezTo>
                      <a:pt x="31968" y="496"/>
                      <a:pt x="28829" y="83"/>
                      <a:pt x="25856" y="83"/>
                    </a:cubicBezTo>
                    <a:cubicBezTo>
                      <a:pt x="15863" y="83"/>
                      <a:pt x="9088" y="5783"/>
                      <a:pt x="9335" y="13879"/>
                    </a:cubicBezTo>
                    <a:cubicBezTo>
                      <a:pt x="9501" y="18340"/>
                      <a:pt x="10986" y="20733"/>
                      <a:pt x="16935" y="26023"/>
                    </a:cubicBezTo>
                    <a:cubicBezTo>
                      <a:pt x="18173" y="27095"/>
                      <a:pt x="19578" y="28254"/>
                      <a:pt x="20816" y="29492"/>
                    </a:cubicBezTo>
                    <a:lnTo>
                      <a:pt x="24702" y="32961"/>
                    </a:lnTo>
                    <a:cubicBezTo>
                      <a:pt x="29242" y="37009"/>
                      <a:pt x="30484" y="39156"/>
                      <a:pt x="30647" y="42708"/>
                    </a:cubicBezTo>
                    <a:cubicBezTo>
                      <a:pt x="30813" y="48986"/>
                      <a:pt x="25773" y="53693"/>
                      <a:pt x="18752" y="53693"/>
                    </a:cubicBezTo>
                    <a:cubicBezTo>
                      <a:pt x="10823" y="53693"/>
                      <a:pt x="4711" y="47827"/>
                      <a:pt x="4461" y="39735"/>
                    </a:cubicBezTo>
                    <a:cubicBezTo>
                      <a:pt x="4378" y="39156"/>
                      <a:pt x="4378" y="38826"/>
                      <a:pt x="4544" y="38080"/>
                    </a:cubicBezTo>
                    <a:lnTo>
                      <a:pt x="2560" y="37918"/>
                    </a:lnTo>
                    <a:lnTo>
                      <a:pt x="0" y="56503"/>
                    </a:lnTo>
                    <a:lnTo>
                      <a:pt x="1734" y="56503"/>
                    </a:lnTo>
                    <a:cubicBezTo>
                      <a:pt x="2397" y="54435"/>
                      <a:pt x="3223" y="53610"/>
                      <a:pt x="5207" y="53610"/>
                    </a:cubicBezTo>
                    <a:cubicBezTo>
                      <a:pt x="6279" y="53610"/>
                      <a:pt x="7684" y="53943"/>
                      <a:pt x="10243" y="54685"/>
                    </a:cubicBezTo>
                    <a:cubicBezTo>
                      <a:pt x="14621" y="56090"/>
                      <a:pt x="17347" y="56749"/>
                      <a:pt x="20320" y="56749"/>
                    </a:cubicBezTo>
                    <a:cubicBezTo>
                      <a:pt x="31310" y="56749"/>
                      <a:pt x="39322" y="49645"/>
                      <a:pt x="38989" y="4023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0" name="stack_S_outline_1"/>
              <p:cNvSpPr/>
              <p:nvPr/>
            </p:nvSpPr>
            <p:spPr>
              <a:xfrm>
                <a:off x="2325185" y="1089412"/>
                <a:ext cx="42295" cy="21395"/>
              </a:xfrm>
              <a:custGeom>
                <a:avLst/>
                <a:gdLst/>
                <a:ahLst/>
                <a:cxnLst/>
                <a:rect l="0" t="0" r="r" b="b"/>
                <a:pathLst>
                  <a:path w="42295" h="21395">
                    <a:moveTo>
                      <a:pt x="42295" y="4624"/>
                    </a:moveTo>
                    <a:lnTo>
                      <a:pt x="42295" y="0"/>
                    </a:lnTo>
                    <a:lnTo>
                      <a:pt x="0" y="0"/>
                    </a:lnTo>
                    <a:lnTo>
                      <a:pt x="0" y="4624"/>
                    </a:lnTo>
                    <a:lnTo>
                      <a:pt x="42295" y="4624"/>
                    </a:lnTo>
                    <a:close/>
                    <a:moveTo>
                      <a:pt x="42295" y="21395"/>
                    </a:moveTo>
                    <a:lnTo>
                      <a:pt x="42295" y="16768"/>
                    </a:lnTo>
                    <a:lnTo>
                      <a:pt x="0" y="16768"/>
                    </a:lnTo>
                    <a:lnTo>
                      <a:pt x="0" y="21395"/>
                    </a:lnTo>
                    <a:lnTo>
                      <a:pt x="42295" y="21395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11" name="P"/>
            <p:cNvGrpSpPr/>
            <p:nvPr/>
          </p:nvGrpSpPr>
          <p:grpSpPr>
            <a:xfrm>
              <a:off x="3006819" y="1012135"/>
              <a:ext cx="126992" cy="55689"/>
              <a:chOff x="3024503" y="1024835"/>
              <a:chExt cx="134988" cy="55689"/>
            </a:xfrm>
          </p:grpSpPr>
          <p:sp>
            <p:nvSpPr>
              <p:cNvPr id="212" name="P_outline_0"/>
              <p:cNvSpPr/>
              <p:nvPr/>
            </p:nvSpPr>
            <p:spPr>
              <a:xfrm>
                <a:off x="3024503" y="1024835"/>
                <a:ext cx="56974" cy="55689"/>
              </a:xfrm>
              <a:custGeom>
                <a:avLst/>
                <a:gdLst/>
                <a:ahLst/>
                <a:cxnLst/>
                <a:rect l="0" t="0" r="r" b="b"/>
                <a:pathLst>
                  <a:path w="56975" h="55689">
                    <a:moveTo>
                      <a:pt x="56967" y="12708"/>
                    </a:moveTo>
                    <a:cubicBezTo>
                      <a:pt x="56709" y="4520"/>
                      <a:pt x="49205" y="0"/>
                      <a:pt x="36072" y="0"/>
                    </a:cubicBezTo>
                    <a:lnTo>
                      <a:pt x="12109" y="0"/>
                    </a:lnTo>
                    <a:lnTo>
                      <a:pt x="12109" y="1365"/>
                    </a:lnTo>
                    <a:cubicBezTo>
                      <a:pt x="17653" y="1960"/>
                      <a:pt x="19102" y="2643"/>
                      <a:pt x="19185" y="4945"/>
                    </a:cubicBezTo>
                    <a:cubicBezTo>
                      <a:pt x="19185" y="6227"/>
                      <a:pt x="18931" y="7759"/>
                      <a:pt x="17736" y="11767"/>
                    </a:cubicBezTo>
                    <a:lnTo>
                      <a:pt x="7842" y="48014"/>
                    </a:lnTo>
                    <a:cubicBezTo>
                      <a:pt x="6310" y="53130"/>
                      <a:pt x="5540" y="53642"/>
                      <a:pt x="0" y="54324"/>
                    </a:cubicBezTo>
                    <a:lnTo>
                      <a:pt x="83" y="55689"/>
                    </a:lnTo>
                    <a:lnTo>
                      <a:pt x="24134" y="55689"/>
                    </a:lnTo>
                    <a:lnTo>
                      <a:pt x="24047" y="54324"/>
                    </a:lnTo>
                    <a:cubicBezTo>
                      <a:pt x="17907" y="53558"/>
                      <a:pt x="17395" y="53300"/>
                      <a:pt x="17312" y="50316"/>
                    </a:cubicBezTo>
                    <a:cubicBezTo>
                      <a:pt x="17224" y="49379"/>
                      <a:pt x="17395" y="48697"/>
                      <a:pt x="18336" y="45454"/>
                    </a:cubicBezTo>
                    <a:lnTo>
                      <a:pt x="22769" y="29166"/>
                    </a:lnTo>
                    <a:cubicBezTo>
                      <a:pt x="25412" y="29678"/>
                      <a:pt x="27630" y="29849"/>
                      <a:pt x="31639" y="29849"/>
                    </a:cubicBezTo>
                    <a:cubicBezTo>
                      <a:pt x="39227" y="29849"/>
                      <a:pt x="45537" y="28484"/>
                      <a:pt x="49462" y="25924"/>
                    </a:cubicBezTo>
                    <a:cubicBezTo>
                      <a:pt x="54324" y="22856"/>
                      <a:pt x="57138" y="17824"/>
                      <a:pt x="56967" y="12708"/>
                    </a:cubicBezTo>
                    <a:close/>
                    <a:moveTo>
                      <a:pt x="46732" y="12708"/>
                    </a:moveTo>
                    <a:cubicBezTo>
                      <a:pt x="46903" y="18252"/>
                      <a:pt x="45196" y="22173"/>
                      <a:pt x="41529" y="24392"/>
                    </a:cubicBezTo>
                    <a:cubicBezTo>
                      <a:pt x="38632" y="25841"/>
                      <a:pt x="34707" y="26523"/>
                      <a:pt x="28654" y="26523"/>
                    </a:cubicBezTo>
                    <a:cubicBezTo>
                      <a:pt x="26948" y="26523"/>
                      <a:pt x="26436" y="26523"/>
                      <a:pt x="23622" y="26095"/>
                    </a:cubicBezTo>
                    <a:lnTo>
                      <a:pt x="29420" y="4945"/>
                    </a:lnTo>
                    <a:cubicBezTo>
                      <a:pt x="29849" y="3155"/>
                      <a:pt x="31040" y="2560"/>
                      <a:pt x="33687" y="2560"/>
                    </a:cubicBezTo>
                    <a:cubicBezTo>
                      <a:pt x="37267" y="2560"/>
                      <a:pt x="40934" y="3326"/>
                      <a:pt x="42894" y="4520"/>
                    </a:cubicBezTo>
                    <a:cubicBezTo>
                      <a:pt x="45367" y="6056"/>
                      <a:pt x="46561" y="8612"/>
                      <a:pt x="46732" y="12708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3" name="P_outline_1"/>
              <p:cNvSpPr/>
              <p:nvPr/>
            </p:nvSpPr>
            <p:spPr>
              <a:xfrm>
                <a:off x="3115827" y="1047603"/>
                <a:ext cx="43664" cy="22090"/>
              </a:xfrm>
              <a:custGeom>
                <a:avLst/>
                <a:gdLst/>
                <a:ahLst/>
                <a:cxnLst/>
                <a:rect l="0" t="0" r="r" b="b"/>
                <a:pathLst>
                  <a:path w="43664" h="22090">
                    <a:moveTo>
                      <a:pt x="43664" y="4778"/>
                    </a:moveTo>
                    <a:lnTo>
                      <a:pt x="43664" y="0"/>
                    </a:lnTo>
                    <a:lnTo>
                      <a:pt x="0" y="0"/>
                    </a:lnTo>
                    <a:lnTo>
                      <a:pt x="0" y="4778"/>
                    </a:lnTo>
                    <a:lnTo>
                      <a:pt x="43664" y="4778"/>
                    </a:lnTo>
                    <a:close/>
                    <a:moveTo>
                      <a:pt x="43664" y="22090"/>
                    </a:moveTo>
                    <a:lnTo>
                      <a:pt x="43664" y="17316"/>
                    </a:lnTo>
                    <a:lnTo>
                      <a:pt x="0" y="17316"/>
                    </a:lnTo>
                    <a:lnTo>
                      <a:pt x="0" y="22090"/>
                    </a:lnTo>
                    <a:lnTo>
                      <a:pt x="43664" y="2209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14" name="certificate"/>
            <p:cNvGrpSpPr/>
            <p:nvPr/>
          </p:nvGrpSpPr>
          <p:grpSpPr>
            <a:xfrm>
              <a:off x="3179533" y="1511150"/>
              <a:ext cx="305569" cy="77344"/>
              <a:chOff x="3197853" y="1522987"/>
              <a:chExt cx="305569" cy="77344"/>
            </a:xfrm>
          </p:grpSpPr>
          <p:sp>
            <p:nvSpPr>
              <p:cNvPr id="215" name="certificate_outline_0"/>
              <p:cNvSpPr/>
              <p:nvPr/>
            </p:nvSpPr>
            <p:spPr>
              <a:xfrm>
                <a:off x="3197853" y="1532133"/>
                <a:ext cx="64079" cy="62634"/>
              </a:xfrm>
              <a:custGeom>
                <a:avLst/>
                <a:gdLst/>
                <a:ahLst/>
                <a:cxnLst/>
                <a:rect l="0" t="0" r="r" b="b"/>
                <a:pathLst>
                  <a:path w="64080" h="62635">
                    <a:moveTo>
                      <a:pt x="64071" y="14291"/>
                    </a:moveTo>
                    <a:cubicBezTo>
                      <a:pt x="63786" y="5084"/>
                      <a:pt x="55344" y="0"/>
                      <a:pt x="40573" y="0"/>
                    </a:cubicBezTo>
                    <a:lnTo>
                      <a:pt x="13621" y="0"/>
                    </a:lnTo>
                    <a:lnTo>
                      <a:pt x="13621" y="1536"/>
                    </a:lnTo>
                    <a:cubicBezTo>
                      <a:pt x="19856" y="2207"/>
                      <a:pt x="21487" y="2973"/>
                      <a:pt x="21582" y="5564"/>
                    </a:cubicBezTo>
                    <a:cubicBezTo>
                      <a:pt x="21582" y="7001"/>
                      <a:pt x="21292" y="8727"/>
                      <a:pt x="19951" y="13236"/>
                    </a:cubicBezTo>
                    <a:lnTo>
                      <a:pt x="8823" y="54003"/>
                    </a:lnTo>
                    <a:cubicBezTo>
                      <a:pt x="7096" y="59757"/>
                      <a:pt x="6235" y="60333"/>
                      <a:pt x="0" y="61099"/>
                    </a:cubicBezTo>
                    <a:lnTo>
                      <a:pt x="95" y="62635"/>
                    </a:lnTo>
                    <a:lnTo>
                      <a:pt x="27146" y="62635"/>
                    </a:lnTo>
                    <a:lnTo>
                      <a:pt x="27047" y="61099"/>
                    </a:lnTo>
                    <a:cubicBezTo>
                      <a:pt x="20141" y="60238"/>
                      <a:pt x="19566" y="59948"/>
                      <a:pt x="19471" y="56590"/>
                    </a:cubicBezTo>
                    <a:cubicBezTo>
                      <a:pt x="19375" y="55539"/>
                      <a:pt x="19566" y="54769"/>
                      <a:pt x="20622" y="51125"/>
                    </a:cubicBezTo>
                    <a:lnTo>
                      <a:pt x="25610" y="32806"/>
                    </a:lnTo>
                    <a:cubicBezTo>
                      <a:pt x="28583" y="33381"/>
                      <a:pt x="31075" y="33572"/>
                      <a:pt x="35584" y="33572"/>
                    </a:cubicBezTo>
                    <a:cubicBezTo>
                      <a:pt x="44121" y="33572"/>
                      <a:pt x="51221" y="32036"/>
                      <a:pt x="55634" y="29158"/>
                    </a:cubicBezTo>
                    <a:cubicBezTo>
                      <a:pt x="61099" y="25706"/>
                      <a:pt x="64266" y="20046"/>
                      <a:pt x="64071" y="14291"/>
                    </a:cubicBezTo>
                    <a:close/>
                    <a:moveTo>
                      <a:pt x="52562" y="14291"/>
                    </a:moveTo>
                    <a:cubicBezTo>
                      <a:pt x="52757" y="20526"/>
                      <a:pt x="50836" y="24940"/>
                      <a:pt x="46712" y="27432"/>
                    </a:cubicBezTo>
                    <a:cubicBezTo>
                      <a:pt x="43450" y="29063"/>
                      <a:pt x="39037" y="29829"/>
                      <a:pt x="32226" y="29829"/>
                    </a:cubicBezTo>
                    <a:cubicBezTo>
                      <a:pt x="30309" y="29829"/>
                      <a:pt x="29734" y="29829"/>
                      <a:pt x="26571" y="29353"/>
                    </a:cubicBezTo>
                    <a:lnTo>
                      <a:pt x="33091" y="5564"/>
                    </a:lnTo>
                    <a:cubicBezTo>
                      <a:pt x="33572" y="3548"/>
                      <a:pt x="34913" y="2877"/>
                      <a:pt x="37886" y="2877"/>
                    </a:cubicBezTo>
                    <a:cubicBezTo>
                      <a:pt x="41914" y="2877"/>
                      <a:pt x="46042" y="3743"/>
                      <a:pt x="48248" y="5084"/>
                    </a:cubicBezTo>
                    <a:cubicBezTo>
                      <a:pt x="51030" y="6810"/>
                      <a:pt x="52372" y="9688"/>
                      <a:pt x="52562" y="1429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6" name="certificate_outline_1"/>
              <p:cNvSpPr/>
              <p:nvPr/>
            </p:nvSpPr>
            <p:spPr>
              <a:xfrm>
                <a:off x="3272143" y="1522987"/>
                <a:ext cx="39508" cy="36956"/>
              </a:xfrm>
              <a:custGeom>
                <a:avLst/>
                <a:gdLst/>
                <a:ahLst/>
                <a:cxnLst/>
                <a:rect l="0" t="0" r="r" b="b"/>
                <a:pathLst>
                  <a:path w="39509" h="36957">
                    <a:moveTo>
                      <a:pt x="39509" y="3762"/>
                    </a:moveTo>
                    <a:lnTo>
                      <a:pt x="39509" y="0"/>
                    </a:lnTo>
                    <a:lnTo>
                      <a:pt x="0" y="0"/>
                    </a:lnTo>
                    <a:lnTo>
                      <a:pt x="0" y="3762"/>
                    </a:lnTo>
                    <a:lnTo>
                      <a:pt x="17871" y="3762"/>
                    </a:lnTo>
                    <a:lnTo>
                      <a:pt x="17871" y="36957"/>
                    </a:lnTo>
                    <a:lnTo>
                      <a:pt x="21634" y="36957"/>
                    </a:lnTo>
                    <a:lnTo>
                      <a:pt x="21634" y="3762"/>
                    </a:lnTo>
                    <a:lnTo>
                      <a:pt x="39509" y="376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7" name="certificate_outline_2"/>
              <p:cNvSpPr/>
              <p:nvPr/>
            </p:nvSpPr>
            <p:spPr>
              <a:xfrm>
                <a:off x="3360497" y="1539709"/>
                <a:ext cx="49113" cy="60622"/>
              </a:xfrm>
              <a:custGeom>
                <a:avLst/>
                <a:gdLst/>
                <a:ahLst/>
                <a:cxnLst/>
                <a:rect l="0" t="0" r="r" b="b"/>
                <a:pathLst>
                  <a:path w="49113" h="60623">
                    <a:moveTo>
                      <a:pt x="49113" y="48153"/>
                    </a:moveTo>
                    <a:lnTo>
                      <a:pt x="49113" y="42779"/>
                    </a:lnTo>
                    <a:lnTo>
                      <a:pt x="9211" y="24078"/>
                    </a:lnTo>
                    <a:lnTo>
                      <a:pt x="49113" y="5374"/>
                    </a:lnTo>
                    <a:lnTo>
                      <a:pt x="49113" y="0"/>
                    </a:lnTo>
                    <a:lnTo>
                      <a:pt x="0" y="23213"/>
                    </a:lnTo>
                    <a:lnTo>
                      <a:pt x="0" y="25130"/>
                    </a:lnTo>
                    <a:lnTo>
                      <a:pt x="49113" y="48153"/>
                    </a:lnTo>
                    <a:close/>
                    <a:moveTo>
                      <a:pt x="49113" y="60623"/>
                    </a:moveTo>
                    <a:lnTo>
                      <a:pt x="49113" y="55539"/>
                    </a:lnTo>
                    <a:lnTo>
                      <a:pt x="0" y="55539"/>
                    </a:lnTo>
                    <a:lnTo>
                      <a:pt x="0" y="60623"/>
                    </a:lnTo>
                    <a:lnTo>
                      <a:pt x="49113" y="60623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8" name="certificate_outline_3"/>
              <p:cNvSpPr/>
              <p:nvPr/>
            </p:nvSpPr>
            <p:spPr>
              <a:xfrm>
                <a:off x="3451337" y="1530791"/>
                <a:ext cx="52085" cy="65893"/>
              </a:xfrm>
              <a:custGeom>
                <a:avLst/>
                <a:gdLst/>
                <a:ahLst/>
                <a:cxnLst/>
                <a:rect l="0" t="0" r="r" b="b"/>
                <a:pathLst>
                  <a:path w="52086" h="65893">
                    <a:moveTo>
                      <a:pt x="45276" y="46712"/>
                    </a:moveTo>
                    <a:cubicBezTo>
                      <a:pt x="45085" y="40477"/>
                      <a:pt x="42493" y="36830"/>
                      <a:pt x="32135" y="28008"/>
                    </a:cubicBezTo>
                    <a:cubicBezTo>
                      <a:pt x="21776" y="19276"/>
                      <a:pt x="20816" y="17935"/>
                      <a:pt x="20626" y="13236"/>
                    </a:cubicBezTo>
                    <a:cubicBezTo>
                      <a:pt x="20431" y="7191"/>
                      <a:pt x="24940" y="3453"/>
                      <a:pt x="32421" y="3453"/>
                    </a:cubicBezTo>
                    <a:cubicBezTo>
                      <a:pt x="36548" y="3453"/>
                      <a:pt x="39902" y="4604"/>
                      <a:pt x="42398" y="6906"/>
                    </a:cubicBezTo>
                    <a:cubicBezTo>
                      <a:pt x="45085" y="9303"/>
                      <a:pt x="45946" y="12565"/>
                      <a:pt x="46331" y="18991"/>
                    </a:cubicBezTo>
                    <a:lnTo>
                      <a:pt x="48343" y="19276"/>
                    </a:lnTo>
                    <a:lnTo>
                      <a:pt x="52086" y="0"/>
                    </a:lnTo>
                    <a:lnTo>
                      <a:pt x="49594" y="0"/>
                    </a:lnTo>
                    <a:cubicBezTo>
                      <a:pt x="48153" y="2203"/>
                      <a:pt x="47192" y="2683"/>
                      <a:pt x="44700" y="2683"/>
                    </a:cubicBezTo>
                    <a:cubicBezTo>
                      <a:pt x="43259" y="2683"/>
                      <a:pt x="42013" y="2203"/>
                      <a:pt x="39616" y="1437"/>
                    </a:cubicBezTo>
                    <a:cubicBezTo>
                      <a:pt x="37124" y="576"/>
                      <a:pt x="33476" y="95"/>
                      <a:pt x="30024" y="95"/>
                    </a:cubicBezTo>
                    <a:cubicBezTo>
                      <a:pt x="18419" y="95"/>
                      <a:pt x="10553" y="6711"/>
                      <a:pt x="10839" y="16113"/>
                    </a:cubicBezTo>
                    <a:cubicBezTo>
                      <a:pt x="11033" y="21292"/>
                      <a:pt x="12759" y="24075"/>
                      <a:pt x="19665" y="30214"/>
                    </a:cubicBezTo>
                    <a:cubicBezTo>
                      <a:pt x="21102" y="31460"/>
                      <a:pt x="22733" y="32802"/>
                      <a:pt x="24174" y="34242"/>
                    </a:cubicBezTo>
                    <a:lnTo>
                      <a:pt x="28682" y="38271"/>
                    </a:lnTo>
                    <a:cubicBezTo>
                      <a:pt x="33957" y="42970"/>
                      <a:pt x="35397" y="45462"/>
                      <a:pt x="35588" y="49590"/>
                    </a:cubicBezTo>
                    <a:cubicBezTo>
                      <a:pt x="35778" y="56880"/>
                      <a:pt x="29928" y="62345"/>
                      <a:pt x="21776" y="62345"/>
                    </a:cubicBezTo>
                    <a:cubicBezTo>
                      <a:pt x="12565" y="62345"/>
                      <a:pt x="5469" y="55535"/>
                      <a:pt x="5179" y="46137"/>
                    </a:cubicBezTo>
                    <a:cubicBezTo>
                      <a:pt x="5084" y="45462"/>
                      <a:pt x="5084" y="45081"/>
                      <a:pt x="5278" y="44216"/>
                    </a:cubicBezTo>
                    <a:lnTo>
                      <a:pt x="2977" y="44025"/>
                    </a:lnTo>
                    <a:lnTo>
                      <a:pt x="0" y="65607"/>
                    </a:lnTo>
                    <a:lnTo>
                      <a:pt x="2016" y="65607"/>
                    </a:lnTo>
                    <a:cubicBezTo>
                      <a:pt x="2782" y="63210"/>
                      <a:pt x="3743" y="62250"/>
                      <a:pt x="6044" y="62250"/>
                    </a:cubicBezTo>
                    <a:cubicBezTo>
                      <a:pt x="7291" y="62250"/>
                      <a:pt x="8922" y="62635"/>
                      <a:pt x="11894" y="63496"/>
                    </a:cubicBezTo>
                    <a:cubicBezTo>
                      <a:pt x="16978" y="65127"/>
                      <a:pt x="20145" y="65893"/>
                      <a:pt x="23598" y="65893"/>
                    </a:cubicBezTo>
                    <a:cubicBezTo>
                      <a:pt x="36354" y="65893"/>
                      <a:pt x="45660" y="57646"/>
                      <a:pt x="45276" y="4671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219" name="module_hard"/>
          <p:cNvGrpSpPr/>
          <p:nvPr/>
        </p:nvGrpSpPr>
        <p:grpSpPr>
          <a:xfrm>
            <a:off x="3686296" y="21400"/>
            <a:ext cx="1313477" cy="1642515"/>
            <a:chOff x="3686296" y="21400"/>
            <a:chExt cx="1313477" cy="1642515"/>
          </a:xfrm>
        </p:grpSpPr>
        <p:sp>
          <p:nvSpPr>
            <p:cNvPr id="220" name="hard_border"/>
            <p:cNvSpPr/>
            <p:nvPr/>
          </p:nvSpPr>
          <p:spPr>
            <a:xfrm>
              <a:off x="3686296" y="21400"/>
              <a:ext cx="1313477" cy="1642515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4815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1" name="hard_title"/>
            <p:cNvSpPr txBox="1"/>
            <p:nvPr/>
          </p:nvSpPr>
          <p:spPr>
            <a:xfrm>
              <a:off x="3745148" y="45476"/>
              <a:ext cx="1198447" cy="1364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0" b="1">
                  <a:solidFill>
                    <a:srgbClr val="DC1418"/>
                  </a:solidFill>
                  <a:latin typeface="Times New Roman"/>
                </a:rPr>
                <a:t>Constraint</a:t>
              </a:r>
            </a:p>
          </p:txBody>
        </p:sp>
        <p:sp>
          <p:nvSpPr>
            <p:cNvPr id="222" name="hard_x"/>
            <p:cNvSpPr/>
            <p:nvPr/>
          </p:nvSpPr>
          <p:spPr>
            <a:xfrm>
              <a:off x="3860178" y="1383030"/>
              <a:ext cx="1104818" cy="26"/>
            </a:xfrm>
            <a:custGeom>
              <a:avLst/>
              <a:gdLst/>
              <a:ahLst/>
              <a:cxnLst/>
              <a:rect l="0" t="0" r="r" b="b"/>
              <a:pathLst>
                <a:path w="1104818" h="1" fill="none">
                  <a:moveTo>
                    <a:pt x="0" y="0"/>
                  </a:moveTo>
                  <a:lnTo>
                    <a:pt x="1104818" y="0"/>
                  </a:lnTo>
                </a:path>
              </a:pathLst>
            </a:custGeom>
            <a:noFill/>
            <a:ln w="4547">
              <a:solidFill>
                <a:srgbClr val="10101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3" name="hard_y"/>
            <p:cNvSpPr/>
            <p:nvPr/>
          </p:nvSpPr>
          <p:spPr>
            <a:xfrm>
              <a:off x="3860178" y="724953"/>
              <a:ext cx="26" cy="660751"/>
            </a:xfrm>
            <a:custGeom>
              <a:avLst/>
              <a:gdLst/>
              <a:ahLst/>
              <a:cxnLst/>
              <a:rect l="0" t="0" r="r" b="b"/>
              <a:pathLst>
                <a:path w="1" h="660751" fill="none">
                  <a:moveTo>
                    <a:pt x="0" y="660751"/>
                  </a:moveTo>
                  <a:lnTo>
                    <a:pt x="0" y="0"/>
                  </a:lnTo>
                </a:path>
              </a:pathLst>
            </a:custGeom>
            <a:noFill/>
            <a:ln w="4547">
              <a:solidFill>
                <a:srgbClr val="10101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4" name="hardbound0"/>
            <p:cNvSpPr/>
            <p:nvPr/>
          </p:nvSpPr>
          <p:spPr>
            <a:xfrm>
              <a:off x="3860178" y="933612"/>
              <a:ext cx="1083418" cy="26"/>
            </a:xfrm>
            <a:custGeom>
              <a:avLst/>
              <a:gdLst/>
              <a:ahLst/>
              <a:cxnLst/>
              <a:rect l="0" t="0" r="r" b="b"/>
              <a:pathLst>
                <a:path w="1083418" h="1" fill="none">
                  <a:moveTo>
                    <a:pt x="0" y="0"/>
                  </a:moveTo>
                  <a:lnTo>
                    <a:pt x="1083418" y="0"/>
                  </a:lnTo>
                </a:path>
              </a:pathLst>
            </a:custGeom>
            <a:noFill/>
            <a:ln w="3477">
              <a:solidFill>
                <a:srgbClr val="FF0709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5" name="hardbound1"/>
            <p:cNvSpPr/>
            <p:nvPr/>
          </p:nvSpPr>
          <p:spPr>
            <a:xfrm>
              <a:off x="3860178" y="1043291"/>
              <a:ext cx="1083418" cy="26"/>
            </a:xfrm>
            <a:custGeom>
              <a:avLst/>
              <a:gdLst/>
              <a:ahLst/>
              <a:cxnLst/>
              <a:rect l="0" t="0" r="r" b="b"/>
              <a:pathLst>
                <a:path w="1083418" h="1" fill="none">
                  <a:moveTo>
                    <a:pt x="0" y="0"/>
                  </a:moveTo>
                  <a:lnTo>
                    <a:pt x="1083418" y="0"/>
                  </a:lnTo>
                </a:path>
              </a:pathLst>
            </a:custGeom>
            <a:noFill/>
            <a:ln w="3477">
              <a:solidFill>
                <a:srgbClr val="FF0709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6" name="dots"/>
            <p:cNvSpPr txBox="1"/>
            <p:nvPr/>
          </p:nvSpPr>
          <p:spPr>
            <a:xfrm>
              <a:off x="3750499" y="1008515"/>
              <a:ext cx="61527" cy="1150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8" b="0" i="0">
                  <a:solidFill>
                    <a:srgbClr val="101010"/>
                  </a:solidFill>
                  <a:latin typeface="Liberation Serif"/>
                </a:rPr>
                <a:t>⋮</a:t>
              </a:r>
            </a:p>
          </p:txBody>
        </p:sp>
        <p:sp>
          <p:nvSpPr>
            <p:cNvPr id="227" name="oscillation"/>
            <p:cNvSpPr/>
            <p:nvPr/>
          </p:nvSpPr>
          <p:spPr>
            <a:xfrm>
              <a:off x="3906992" y="902179"/>
              <a:ext cx="952337" cy="365152"/>
            </a:xfrm>
            <a:custGeom>
              <a:avLst/>
              <a:gdLst/>
              <a:ahLst/>
              <a:cxnLst/>
              <a:rect l="0" t="0" r="r" b="b"/>
              <a:pathLst>
                <a:path w="952337" h="365152" fill="none">
                  <a:moveTo>
                    <a:pt x="0" y="88947"/>
                  </a:moveTo>
                  <a:lnTo>
                    <a:pt x="2675" y="92291"/>
                  </a:lnTo>
                  <a:lnTo>
                    <a:pt x="8025" y="108676"/>
                  </a:lnTo>
                  <a:lnTo>
                    <a:pt x="58852" y="305965"/>
                  </a:lnTo>
                  <a:lnTo>
                    <a:pt x="72227" y="336394"/>
                  </a:lnTo>
                  <a:lnTo>
                    <a:pt x="80253" y="349435"/>
                  </a:lnTo>
                  <a:lnTo>
                    <a:pt x="88278" y="354451"/>
                  </a:lnTo>
                  <a:lnTo>
                    <a:pt x="96303" y="356123"/>
                  </a:lnTo>
                  <a:lnTo>
                    <a:pt x="107004" y="350438"/>
                  </a:lnTo>
                  <a:lnTo>
                    <a:pt x="112354" y="342748"/>
                  </a:lnTo>
                  <a:lnTo>
                    <a:pt x="117704" y="330710"/>
                  </a:lnTo>
                  <a:lnTo>
                    <a:pt x="125730" y="306968"/>
                  </a:lnTo>
                  <a:lnTo>
                    <a:pt x="133755" y="270185"/>
                  </a:lnTo>
                  <a:lnTo>
                    <a:pt x="149805" y="203308"/>
                  </a:lnTo>
                  <a:lnTo>
                    <a:pt x="163181" y="152982"/>
                  </a:lnTo>
                  <a:lnTo>
                    <a:pt x="168531" y="128237"/>
                  </a:lnTo>
                  <a:lnTo>
                    <a:pt x="179232" y="89281"/>
                  </a:lnTo>
                  <a:lnTo>
                    <a:pt x="200632" y="22292"/>
                  </a:lnTo>
                  <a:lnTo>
                    <a:pt x="208658" y="10366"/>
                  </a:lnTo>
                  <a:lnTo>
                    <a:pt x="216683" y="3343"/>
                  </a:lnTo>
                  <a:lnTo>
                    <a:pt x="227384" y="0"/>
                  </a:lnTo>
                  <a:lnTo>
                    <a:pt x="235409" y="3343"/>
                  </a:lnTo>
                  <a:lnTo>
                    <a:pt x="240759" y="8359"/>
                  </a:lnTo>
                  <a:lnTo>
                    <a:pt x="251460" y="23407"/>
                  </a:lnTo>
                  <a:lnTo>
                    <a:pt x="264835" y="57180"/>
                  </a:lnTo>
                  <a:lnTo>
                    <a:pt x="288911" y="131080"/>
                  </a:lnTo>
                  <a:lnTo>
                    <a:pt x="296936" y="163181"/>
                  </a:lnTo>
                  <a:lnTo>
                    <a:pt x="329038" y="268513"/>
                  </a:lnTo>
                  <a:lnTo>
                    <a:pt x="342413" y="307971"/>
                  </a:lnTo>
                  <a:lnTo>
                    <a:pt x="355789" y="335725"/>
                  </a:lnTo>
                  <a:lnTo>
                    <a:pt x="366489" y="352110"/>
                  </a:lnTo>
                  <a:lnTo>
                    <a:pt x="377190" y="361808"/>
                  </a:lnTo>
                  <a:lnTo>
                    <a:pt x="382540" y="364148"/>
                  </a:lnTo>
                  <a:lnTo>
                    <a:pt x="390565" y="365152"/>
                  </a:lnTo>
                  <a:lnTo>
                    <a:pt x="398590" y="362476"/>
                  </a:lnTo>
                  <a:lnTo>
                    <a:pt x="401265" y="360470"/>
                  </a:lnTo>
                  <a:lnTo>
                    <a:pt x="411966" y="348432"/>
                  </a:lnTo>
                  <a:lnTo>
                    <a:pt x="422666" y="328369"/>
                  </a:lnTo>
                  <a:lnTo>
                    <a:pt x="430692" y="309309"/>
                  </a:lnTo>
                  <a:lnTo>
                    <a:pt x="460118" y="204980"/>
                  </a:lnTo>
                  <a:lnTo>
                    <a:pt x="478844" y="131247"/>
                  </a:lnTo>
                  <a:lnTo>
                    <a:pt x="484194" y="116032"/>
                  </a:lnTo>
                  <a:lnTo>
                    <a:pt x="494894" y="78246"/>
                  </a:lnTo>
                  <a:lnTo>
                    <a:pt x="502920" y="55174"/>
                  </a:lnTo>
                  <a:lnTo>
                    <a:pt x="508270" y="44696"/>
                  </a:lnTo>
                  <a:lnTo>
                    <a:pt x="516295" y="22515"/>
                  </a:lnTo>
                  <a:lnTo>
                    <a:pt x="524320" y="10031"/>
                  </a:lnTo>
                  <a:lnTo>
                    <a:pt x="532346" y="2340"/>
                  </a:lnTo>
                  <a:lnTo>
                    <a:pt x="540371" y="0"/>
                  </a:lnTo>
                  <a:lnTo>
                    <a:pt x="548396" y="2675"/>
                  </a:lnTo>
                  <a:lnTo>
                    <a:pt x="556422" y="10366"/>
                  </a:lnTo>
                  <a:lnTo>
                    <a:pt x="564447" y="22515"/>
                  </a:lnTo>
                  <a:lnTo>
                    <a:pt x="585848" y="81925"/>
                  </a:lnTo>
                  <a:lnTo>
                    <a:pt x="599223" y="127736"/>
                  </a:lnTo>
                  <a:lnTo>
                    <a:pt x="604574" y="152481"/>
                  </a:lnTo>
                  <a:lnTo>
                    <a:pt x="628650" y="239756"/>
                  </a:lnTo>
                  <a:lnTo>
                    <a:pt x="650050" y="311092"/>
                  </a:lnTo>
                  <a:lnTo>
                    <a:pt x="663426" y="341076"/>
                  </a:lnTo>
                  <a:lnTo>
                    <a:pt x="674126" y="357461"/>
                  </a:lnTo>
                  <a:lnTo>
                    <a:pt x="679477" y="362476"/>
                  </a:lnTo>
                  <a:lnTo>
                    <a:pt x="690177" y="364483"/>
                  </a:lnTo>
                  <a:lnTo>
                    <a:pt x="695527" y="362811"/>
                  </a:lnTo>
                  <a:lnTo>
                    <a:pt x="700877" y="358464"/>
                  </a:lnTo>
                  <a:lnTo>
                    <a:pt x="708903" y="347763"/>
                  </a:lnTo>
                  <a:lnTo>
                    <a:pt x="714253" y="336060"/>
                  </a:lnTo>
                  <a:lnTo>
                    <a:pt x="724953" y="305965"/>
                  </a:lnTo>
                  <a:lnTo>
                    <a:pt x="767755" y="129408"/>
                  </a:lnTo>
                  <a:lnTo>
                    <a:pt x="786481" y="63199"/>
                  </a:lnTo>
                  <a:lnTo>
                    <a:pt x="799856" y="23630"/>
                  </a:lnTo>
                  <a:lnTo>
                    <a:pt x="805207" y="14713"/>
                  </a:lnTo>
                  <a:lnTo>
                    <a:pt x="813232" y="5015"/>
                  </a:lnTo>
                  <a:lnTo>
                    <a:pt x="821257" y="1003"/>
                  </a:lnTo>
                  <a:lnTo>
                    <a:pt x="829282" y="1003"/>
                  </a:lnTo>
                  <a:lnTo>
                    <a:pt x="834633" y="3343"/>
                  </a:lnTo>
                  <a:lnTo>
                    <a:pt x="839983" y="7356"/>
                  </a:lnTo>
                  <a:lnTo>
                    <a:pt x="850683" y="21735"/>
                  </a:lnTo>
                  <a:lnTo>
                    <a:pt x="869409" y="66543"/>
                  </a:lnTo>
                  <a:lnTo>
                    <a:pt x="890810" y="130913"/>
                  </a:lnTo>
                  <a:lnTo>
                    <a:pt x="896160" y="152982"/>
                  </a:lnTo>
                  <a:lnTo>
                    <a:pt x="933612" y="274867"/>
                  </a:lnTo>
                  <a:lnTo>
                    <a:pt x="941637" y="306132"/>
                  </a:lnTo>
                  <a:lnTo>
                    <a:pt x="949662" y="330710"/>
                  </a:lnTo>
                  <a:lnTo>
                    <a:pt x="952337" y="335948"/>
                  </a:lnTo>
                </a:path>
              </a:pathLst>
            </a:custGeom>
            <a:noFill/>
            <a:ln w="5350">
              <a:solidFill>
                <a:srgbClr val="FF07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8" name="hard_episodes"/>
            <p:cNvSpPr txBox="1"/>
            <p:nvPr/>
          </p:nvSpPr>
          <p:spPr>
            <a:xfrm>
              <a:off x="4681436" y="1273350"/>
              <a:ext cx="262160" cy="8560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47" b="0" i="0">
                  <a:solidFill>
                    <a:srgbClr val="101010"/>
                  </a:solidFill>
                  <a:latin typeface="Liberation Serif"/>
                </a:rPr>
                <a:t>episodes</a:t>
              </a:r>
            </a:p>
          </p:txBody>
        </p:sp>
        <p:sp>
          <p:nvSpPr>
            <p:cNvPr id="229" name="hard_weak"/>
            <p:cNvSpPr txBox="1"/>
            <p:nvPr/>
          </p:nvSpPr>
          <p:spPr>
            <a:xfrm>
              <a:off x="3798651" y="1548886"/>
              <a:ext cx="1136920" cy="8827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50">
                  <a:solidFill>
                    <a:srgbClr val="DC1418"/>
                  </a:solidFill>
                  <a:latin typeface="Times New Roman"/>
                </a:rPr>
                <a:t>weakness: late / oscillation</a:t>
              </a:r>
            </a:p>
          </p:txBody>
        </p:sp>
        <p:grpSp>
          <p:nvGrpSpPr>
            <p:cNvPr id="230" name="hard_obj"/>
            <p:cNvGrpSpPr/>
            <p:nvPr/>
          </p:nvGrpSpPr>
          <p:grpSpPr>
            <a:xfrm>
              <a:off x="3897226" y="219667"/>
              <a:ext cx="896659" cy="73952"/>
              <a:chOff x="3911284" y="231610"/>
              <a:chExt cx="896659" cy="73952"/>
            </a:xfrm>
          </p:grpSpPr>
          <p:sp>
            <p:nvSpPr>
              <p:cNvPr id="231" name="hard_obj_outline_0"/>
              <p:cNvSpPr/>
              <p:nvPr/>
            </p:nvSpPr>
            <p:spPr>
              <a:xfrm>
                <a:off x="3911284" y="251227"/>
                <a:ext cx="148194" cy="41342"/>
              </a:xfrm>
              <a:custGeom>
                <a:avLst/>
                <a:gdLst/>
                <a:ahLst/>
                <a:cxnLst/>
                <a:rect l="0" t="0" r="r" b="b"/>
                <a:pathLst>
                  <a:path w="148195" h="41342">
                    <a:moveTo>
                      <a:pt x="66762" y="40461"/>
                    </a:moveTo>
                    <a:lnTo>
                      <a:pt x="66762" y="39144"/>
                    </a:lnTo>
                    <a:lnTo>
                      <a:pt x="64472" y="38965"/>
                    </a:lnTo>
                    <a:cubicBezTo>
                      <a:pt x="61837" y="38791"/>
                      <a:pt x="60690" y="37207"/>
                      <a:pt x="60690" y="33778"/>
                    </a:cubicBezTo>
                    <a:lnTo>
                      <a:pt x="60690" y="15657"/>
                    </a:lnTo>
                    <a:cubicBezTo>
                      <a:pt x="60690" y="5278"/>
                      <a:pt x="57261" y="0"/>
                      <a:pt x="50486" y="0"/>
                    </a:cubicBezTo>
                    <a:cubicBezTo>
                      <a:pt x="45387" y="0"/>
                      <a:pt x="40902" y="2286"/>
                      <a:pt x="36151" y="7390"/>
                    </a:cubicBezTo>
                    <a:cubicBezTo>
                      <a:pt x="34568" y="2373"/>
                      <a:pt x="31575" y="0"/>
                      <a:pt x="26825" y="0"/>
                    </a:cubicBezTo>
                    <a:cubicBezTo>
                      <a:pt x="22955" y="0"/>
                      <a:pt x="20495" y="1230"/>
                      <a:pt x="13192" y="6771"/>
                    </a:cubicBezTo>
                    <a:lnTo>
                      <a:pt x="13192" y="175"/>
                    </a:lnTo>
                    <a:lnTo>
                      <a:pt x="12577" y="0"/>
                    </a:lnTo>
                    <a:cubicBezTo>
                      <a:pt x="8092" y="1671"/>
                      <a:pt x="5100" y="2639"/>
                      <a:pt x="262" y="3957"/>
                    </a:cubicBezTo>
                    <a:lnTo>
                      <a:pt x="262" y="5453"/>
                    </a:lnTo>
                    <a:cubicBezTo>
                      <a:pt x="1405" y="5187"/>
                      <a:pt x="2111" y="5100"/>
                      <a:pt x="3076" y="5100"/>
                    </a:cubicBezTo>
                    <a:cubicBezTo>
                      <a:pt x="5366" y="5100"/>
                      <a:pt x="6156" y="6509"/>
                      <a:pt x="6156" y="10732"/>
                    </a:cubicBezTo>
                    <a:lnTo>
                      <a:pt x="6156" y="32984"/>
                    </a:lnTo>
                    <a:cubicBezTo>
                      <a:pt x="6156" y="37735"/>
                      <a:pt x="4925" y="39052"/>
                      <a:pt x="0" y="39144"/>
                    </a:cubicBezTo>
                    <a:lnTo>
                      <a:pt x="0" y="40461"/>
                    </a:lnTo>
                    <a:lnTo>
                      <a:pt x="19526" y="40461"/>
                    </a:lnTo>
                    <a:lnTo>
                      <a:pt x="19526" y="39144"/>
                    </a:lnTo>
                    <a:cubicBezTo>
                      <a:pt x="14863" y="38965"/>
                      <a:pt x="13545" y="37997"/>
                      <a:pt x="13545" y="34568"/>
                    </a:cubicBezTo>
                    <a:lnTo>
                      <a:pt x="13545" y="9763"/>
                    </a:lnTo>
                    <a:cubicBezTo>
                      <a:pt x="13545" y="9763"/>
                      <a:pt x="14248" y="8707"/>
                      <a:pt x="14863" y="8092"/>
                    </a:cubicBezTo>
                    <a:cubicBezTo>
                      <a:pt x="17062" y="6068"/>
                      <a:pt x="20844" y="4572"/>
                      <a:pt x="23924" y="4572"/>
                    </a:cubicBezTo>
                    <a:cubicBezTo>
                      <a:pt x="27793" y="4572"/>
                      <a:pt x="29730" y="7652"/>
                      <a:pt x="29730" y="13807"/>
                    </a:cubicBezTo>
                    <a:lnTo>
                      <a:pt x="29730" y="32897"/>
                    </a:lnTo>
                    <a:cubicBezTo>
                      <a:pt x="29730" y="37822"/>
                      <a:pt x="28762" y="38791"/>
                      <a:pt x="23749" y="39144"/>
                    </a:cubicBezTo>
                    <a:lnTo>
                      <a:pt x="23749" y="40461"/>
                    </a:lnTo>
                    <a:lnTo>
                      <a:pt x="43450" y="40461"/>
                    </a:lnTo>
                    <a:lnTo>
                      <a:pt x="43450" y="39144"/>
                    </a:lnTo>
                    <a:cubicBezTo>
                      <a:pt x="38437" y="39052"/>
                      <a:pt x="37120" y="37560"/>
                      <a:pt x="37120" y="32103"/>
                    </a:cubicBezTo>
                    <a:lnTo>
                      <a:pt x="37120" y="9938"/>
                    </a:lnTo>
                    <a:cubicBezTo>
                      <a:pt x="39759" y="6156"/>
                      <a:pt x="42660" y="4572"/>
                      <a:pt x="46704" y="4572"/>
                    </a:cubicBezTo>
                    <a:cubicBezTo>
                      <a:pt x="51721" y="4572"/>
                      <a:pt x="53304" y="6949"/>
                      <a:pt x="53304" y="14248"/>
                    </a:cubicBezTo>
                    <a:lnTo>
                      <a:pt x="53304" y="32810"/>
                    </a:lnTo>
                    <a:cubicBezTo>
                      <a:pt x="53304" y="37822"/>
                      <a:pt x="52598" y="38525"/>
                      <a:pt x="47498" y="39144"/>
                    </a:cubicBezTo>
                    <a:lnTo>
                      <a:pt x="47498" y="40461"/>
                    </a:lnTo>
                    <a:lnTo>
                      <a:pt x="66762" y="40461"/>
                    </a:lnTo>
                    <a:close/>
                    <a:moveTo>
                      <a:pt x="105892" y="36941"/>
                    </a:moveTo>
                    <a:lnTo>
                      <a:pt x="105892" y="34655"/>
                    </a:lnTo>
                    <a:cubicBezTo>
                      <a:pt x="104396" y="35885"/>
                      <a:pt x="103344" y="36326"/>
                      <a:pt x="102023" y="36326"/>
                    </a:cubicBezTo>
                    <a:cubicBezTo>
                      <a:pt x="99999" y="36326"/>
                      <a:pt x="99383" y="35096"/>
                      <a:pt x="99383" y="31226"/>
                    </a:cubicBezTo>
                    <a:lnTo>
                      <a:pt x="99383" y="14073"/>
                    </a:lnTo>
                    <a:cubicBezTo>
                      <a:pt x="99383" y="9588"/>
                      <a:pt x="98943" y="7124"/>
                      <a:pt x="97713" y="5100"/>
                    </a:cubicBezTo>
                    <a:cubicBezTo>
                      <a:pt x="95867" y="1758"/>
                      <a:pt x="92085" y="0"/>
                      <a:pt x="86719" y="0"/>
                    </a:cubicBezTo>
                    <a:cubicBezTo>
                      <a:pt x="82230" y="0"/>
                      <a:pt x="78008" y="1230"/>
                      <a:pt x="75547" y="3254"/>
                    </a:cubicBezTo>
                    <a:cubicBezTo>
                      <a:pt x="73348" y="5100"/>
                      <a:pt x="71940" y="7652"/>
                      <a:pt x="71940" y="9850"/>
                    </a:cubicBezTo>
                    <a:cubicBezTo>
                      <a:pt x="71940" y="11875"/>
                      <a:pt x="73610" y="13633"/>
                      <a:pt x="75722" y="13633"/>
                    </a:cubicBezTo>
                    <a:cubicBezTo>
                      <a:pt x="77833" y="13633"/>
                      <a:pt x="79683" y="11875"/>
                      <a:pt x="79683" y="9938"/>
                    </a:cubicBezTo>
                    <a:cubicBezTo>
                      <a:pt x="79683" y="9588"/>
                      <a:pt x="79591" y="9148"/>
                      <a:pt x="79504" y="8533"/>
                    </a:cubicBezTo>
                    <a:cubicBezTo>
                      <a:pt x="79329" y="7739"/>
                      <a:pt x="79242" y="7037"/>
                      <a:pt x="79242" y="6421"/>
                    </a:cubicBezTo>
                    <a:cubicBezTo>
                      <a:pt x="79242" y="4044"/>
                      <a:pt x="82056" y="2111"/>
                      <a:pt x="85572" y="2111"/>
                    </a:cubicBezTo>
                    <a:cubicBezTo>
                      <a:pt x="89886" y="2111"/>
                      <a:pt x="92260" y="4659"/>
                      <a:pt x="92260" y="9410"/>
                    </a:cubicBezTo>
                    <a:lnTo>
                      <a:pt x="92260" y="14776"/>
                    </a:lnTo>
                    <a:cubicBezTo>
                      <a:pt x="78714" y="20229"/>
                      <a:pt x="77218" y="20935"/>
                      <a:pt x="73436" y="24277"/>
                    </a:cubicBezTo>
                    <a:cubicBezTo>
                      <a:pt x="71499" y="26035"/>
                      <a:pt x="70269" y="29027"/>
                      <a:pt x="70269" y="31929"/>
                    </a:cubicBezTo>
                    <a:cubicBezTo>
                      <a:pt x="70269" y="37469"/>
                      <a:pt x="74051" y="41342"/>
                      <a:pt x="79504" y="41342"/>
                    </a:cubicBezTo>
                    <a:cubicBezTo>
                      <a:pt x="83373" y="41342"/>
                      <a:pt x="86981" y="39493"/>
                      <a:pt x="92347" y="34921"/>
                    </a:cubicBezTo>
                    <a:cubicBezTo>
                      <a:pt x="92787" y="39580"/>
                      <a:pt x="94371" y="41342"/>
                      <a:pt x="97978" y="41342"/>
                    </a:cubicBezTo>
                    <a:cubicBezTo>
                      <a:pt x="100967" y="41342"/>
                      <a:pt x="102816" y="40287"/>
                      <a:pt x="105892" y="36941"/>
                    </a:cubicBezTo>
                    <a:close/>
                    <a:moveTo>
                      <a:pt x="92260" y="29643"/>
                    </a:moveTo>
                    <a:cubicBezTo>
                      <a:pt x="92260" y="32369"/>
                      <a:pt x="91819" y="33159"/>
                      <a:pt x="89974" y="34306"/>
                    </a:cubicBezTo>
                    <a:cubicBezTo>
                      <a:pt x="87862" y="35536"/>
                      <a:pt x="85398" y="36239"/>
                      <a:pt x="83552" y="36239"/>
                    </a:cubicBezTo>
                    <a:cubicBezTo>
                      <a:pt x="80472" y="36239"/>
                      <a:pt x="78008" y="33250"/>
                      <a:pt x="78008" y="29468"/>
                    </a:cubicBezTo>
                    <a:lnTo>
                      <a:pt x="78008" y="29115"/>
                    </a:lnTo>
                    <a:cubicBezTo>
                      <a:pt x="78008" y="23924"/>
                      <a:pt x="81615" y="20756"/>
                      <a:pt x="92260" y="16887"/>
                    </a:cubicBezTo>
                    <a:lnTo>
                      <a:pt x="92260" y="29643"/>
                    </a:lnTo>
                    <a:close/>
                    <a:moveTo>
                      <a:pt x="148195" y="40461"/>
                    </a:moveTo>
                    <a:lnTo>
                      <a:pt x="148195" y="39144"/>
                    </a:lnTo>
                    <a:cubicBezTo>
                      <a:pt x="145469" y="39144"/>
                      <a:pt x="143710" y="37735"/>
                      <a:pt x="140983" y="33865"/>
                    </a:cubicBezTo>
                    <a:lnTo>
                      <a:pt x="129725" y="16625"/>
                    </a:lnTo>
                    <a:lnTo>
                      <a:pt x="137027" y="6068"/>
                    </a:lnTo>
                    <a:cubicBezTo>
                      <a:pt x="138697" y="3695"/>
                      <a:pt x="141337" y="2286"/>
                      <a:pt x="144151" y="2199"/>
                    </a:cubicBezTo>
                    <a:lnTo>
                      <a:pt x="144151" y="877"/>
                    </a:lnTo>
                    <a:lnTo>
                      <a:pt x="130252" y="877"/>
                    </a:lnTo>
                    <a:lnTo>
                      <a:pt x="130252" y="2199"/>
                    </a:lnTo>
                    <a:cubicBezTo>
                      <a:pt x="132891" y="2373"/>
                      <a:pt x="133769" y="2901"/>
                      <a:pt x="133769" y="4131"/>
                    </a:cubicBezTo>
                    <a:cubicBezTo>
                      <a:pt x="133769" y="5187"/>
                      <a:pt x="132717" y="7124"/>
                      <a:pt x="130515" y="9850"/>
                    </a:cubicBezTo>
                    <a:cubicBezTo>
                      <a:pt x="130078" y="10378"/>
                      <a:pt x="129023" y="11962"/>
                      <a:pt x="127880" y="13720"/>
                    </a:cubicBezTo>
                    <a:lnTo>
                      <a:pt x="126645" y="11962"/>
                    </a:lnTo>
                    <a:cubicBezTo>
                      <a:pt x="124184" y="8267"/>
                      <a:pt x="122601" y="5278"/>
                      <a:pt x="122601" y="4131"/>
                    </a:cubicBezTo>
                    <a:cubicBezTo>
                      <a:pt x="122601" y="2901"/>
                      <a:pt x="123744" y="2286"/>
                      <a:pt x="126382" y="2199"/>
                    </a:cubicBezTo>
                    <a:lnTo>
                      <a:pt x="126382" y="877"/>
                    </a:lnTo>
                    <a:lnTo>
                      <a:pt x="108174" y="877"/>
                    </a:lnTo>
                    <a:lnTo>
                      <a:pt x="108174" y="2199"/>
                    </a:lnTo>
                    <a:lnTo>
                      <a:pt x="108964" y="2199"/>
                    </a:lnTo>
                    <a:cubicBezTo>
                      <a:pt x="111603" y="2199"/>
                      <a:pt x="113012" y="3342"/>
                      <a:pt x="115739" y="7477"/>
                    </a:cubicBezTo>
                    <a:lnTo>
                      <a:pt x="124006" y="20141"/>
                    </a:lnTo>
                    <a:lnTo>
                      <a:pt x="113980" y="34655"/>
                    </a:lnTo>
                    <a:cubicBezTo>
                      <a:pt x="111341" y="38263"/>
                      <a:pt x="110460" y="38878"/>
                      <a:pt x="107559" y="39144"/>
                    </a:cubicBezTo>
                    <a:lnTo>
                      <a:pt x="107559" y="40461"/>
                    </a:lnTo>
                    <a:lnTo>
                      <a:pt x="120311" y="40461"/>
                    </a:lnTo>
                    <a:lnTo>
                      <a:pt x="120311" y="39144"/>
                    </a:lnTo>
                    <a:cubicBezTo>
                      <a:pt x="117850" y="39144"/>
                      <a:pt x="116794" y="38703"/>
                      <a:pt x="116794" y="37560"/>
                    </a:cubicBezTo>
                    <a:cubicBezTo>
                      <a:pt x="116794" y="37032"/>
                      <a:pt x="117409" y="35711"/>
                      <a:pt x="118552" y="33953"/>
                    </a:cubicBezTo>
                    <a:lnTo>
                      <a:pt x="125502" y="23134"/>
                    </a:lnTo>
                    <a:lnTo>
                      <a:pt x="133507" y="35449"/>
                    </a:lnTo>
                    <a:cubicBezTo>
                      <a:pt x="133860" y="35977"/>
                      <a:pt x="134034" y="36505"/>
                      <a:pt x="134034" y="37032"/>
                    </a:cubicBezTo>
                    <a:cubicBezTo>
                      <a:pt x="134034" y="38616"/>
                      <a:pt x="133419" y="38965"/>
                      <a:pt x="130515" y="39144"/>
                    </a:cubicBezTo>
                    <a:lnTo>
                      <a:pt x="130515" y="40461"/>
                    </a:lnTo>
                    <a:lnTo>
                      <a:pt x="148195" y="40461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2" name="hard_obj_outline_1"/>
              <p:cNvSpPr/>
              <p:nvPr/>
            </p:nvSpPr>
            <p:spPr>
              <a:xfrm>
                <a:off x="4168503" y="234249"/>
                <a:ext cx="48469" cy="59023"/>
              </a:xfrm>
              <a:custGeom>
                <a:avLst/>
                <a:gdLst/>
                <a:ahLst/>
                <a:cxnLst/>
                <a:rect l="0" t="0" r="r" b="b"/>
                <a:pathLst>
                  <a:path w="48470" h="59023">
                    <a:moveTo>
                      <a:pt x="48470" y="1409"/>
                    </a:moveTo>
                    <a:lnTo>
                      <a:pt x="48470" y="0"/>
                    </a:lnTo>
                    <a:lnTo>
                      <a:pt x="22871" y="0"/>
                    </a:lnTo>
                    <a:lnTo>
                      <a:pt x="22871" y="1409"/>
                    </a:lnTo>
                    <a:cubicBezTo>
                      <a:pt x="29205" y="1937"/>
                      <a:pt x="30702" y="2639"/>
                      <a:pt x="30789" y="5017"/>
                    </a:cubicBezTo>
                    <a:cubicBezTo>
                      <a:pt x="30789" y="6334"/>
                      <a:pt x="30523" y="8092"/>
                      <a:pt x="29733" y="10644"/>
                    </a:cubicBezTo>
                    <a:lnTo>
                      <a:pt x="17505" y="51546"/>
                    </a:lnTo>
                    <a:cubicBezTo>
                      <a:pt x="16628" y="54975"/>
                      <a:pt x="15307" y="56297"/>
                      <a:pt x="13021" y="56297"/>
                    </a:cubicBezTo>
                    <a:cubicBezTo>
                      <a:pt x="10735" y="56297"/>
                      <a:pt x="9500" y="55241"/>
                      <a:pt x="9413" y="52776"/>
                    </a:cubicBezTo>
                    <a:cubicBezTo>
                      <a:pt x="9413" y="52340"/>
                      <a:pt x="9592" y="51899"/>
                      <a:pt x="9679" y="51459"/>
                    </a:cubicBezTo>
                    <a:lnTo>
                      <a:pt x="9592" y="50665"/>
                    </a:lnTo>
                    <a:cubicBezTo>
                      <a:pt x="9592" y="48466"/>
                      <a:pt x="7040" y="46534"/>
                      <a:pt x="4313" y="46534"/>
                    </a:cubicBezTo>
                    <a:cubicBezTo>
                      <a:pt x="1587" y="46534"/>
                      <a:pt x="-84" y="48466"/>
                      <a:pt x="3" y="51284"/>
                    </a:cubicBezTo>
                    <a:cubicBezTo>
                      <a:pt x="91" y="55944"/>
                      <a:pt x="4841" y="59023"/>
                      <a:pt x="11878" y="59023"/>
                    </a:cubicBezTo>
                    <a:cubicBezTo>
                      <a:pt x="16890" y="59023"/>
                      <a:pt x="21375" y="57265"/>
                      <a:pt x="24367" y="54011"/>
                    </a:cubicBezTo>
                    <a:cubicBezTo>
                      <a:pt x="27007" y="51193"/>
                      <a:pt x="28852" y="47236"/>
                      <a:pt x="30614" y="40553"/>
                    </a:cubicBezTo>
                    <a:lnTo>
                      <a:pt x="40465" y="7918"/>
                    </a:lnTo>
                    <a:cubicBezTo>
                      <a:pt x="42048" y="2639"/>
                      <a:pt x="42838" y="2111"/>
                      <a:pt x="48470" y="1409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3" name="hard_obj_outline_2"/>
              <p:cNvSpPr/>
              <p:nvPr/>
            </p:nvSpPr>
            <p:spPr>
              <a:xfrm>
                <a:off x="4215361" y="277718"/>
                <a:ext cx="33944" cy="27844"/>
              </a:xfrm>
              <a:custGeom>
                <a:avLst/>
                <a:gdLst/>
                <a:ahLst/>
                <a:cxnLst/>
                <a:rect l="0" t="0" r="r" b="b"/>
                <a:pathLst>
                  <a:path w="33945" h="27845">
                    <a:moveTo>
                      <a:pt x="33945" y="0"/>
                    </a:moveTo>
                    <a:lnTo>
                      <a:pt x="11954" y="0"/>
                    </a:lnTo>
                    <a:cubicBezTo>
                      <a:pt x="5298" y="0"/>
                      <a:pt x="742" y="6775"/>
                      <a:pt x="0" y="7946"/>
                    </a:cubicBezTo>
                    <a:lnTo>
                      <a:pt x="1234" y="7946"/>
                    </a:lnTo>
                    <a:cubicBezTo>
                      <a:pt x="1603" y="7513"/>
                      <a:pt x="4624" y="4497"/>
                      <a:pt x="8442" y="4497"/>
                    </a:cubicBezTo>
                    <a:lnTo>
                      <a:pt x="16697" y="4497"/>
                    </a:lnTo>
                    <a:lnTo>
                      <a:pt x="11339" y="17804"/>
                    </a:lnTo>
                    <a:cubicBezTo>
                      <a:pt x="10537" y="19836"/>
                      <a:pt x="9981" y="21622"/>
                      <a:pt x="9981" y="22916"/>
                    </a:cubicBezTo>
                    <a:cubicBezTo>
                      <a:pt x="10045" y="25563"/>
                      <a:pt x="11831" y="27845"/>
                      <a:pt x="15649" y="27845"/>
                    </a:cubicBezTo>
                    <a:cubicBezTo>
                      <a:pt x="17498" y="27845"/>
                      <a:pt x="19840" y="27476"/>
                      <a:pt x="19840" y="25194"/>
                    </a:cubicBezTo>
                    <a:cubicBezTo>
                      <a:pt x="19776" y="21745"/>
                      <a:pt x="16141" y="22054"/>
                      <a:pt x="16081" y="19098"/>
                    </a:cubicBezTo>
                    <a:cubicBezTo>
                      <a:pt x="16081" y="18479"/>
                      <a:pt x="16327" y="17804"/>
                      <a:pt x="16633" y="16879"/>
                    </a:cubicBezTo>
                    <a:lnTo>
                      <a:pt x="21193" y="4497"/>
                    </a:lnTo>
                    <a:lnTo>
                      <a:pt x="32468" y="4497"/>
                    </a:lnTo>
                    <a:lnTo>
                      <a:pt x="33945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4" name="hard_obj_outline_3"/>
              <p:cNvSpPr/>
              <p:nvPr/>
            </p:nvSpPr>
            <p:spPr>
              <a:xfrm>
                <a:off x="4351926" y="251314"/>
                <a:ext cx="26126" cy="41255"/>
              </a:xfrm>
              <a:custGeom>
                <a:avLst/>
                <a:gdLst/>
                <a:ahLst/>
                <a:cxnLst/>
                <a:rect l="0" t="0" r="r" b="b"/>
                <a:pathLst>
                  <a:path w="26126" h="41255">
                    <a:moveTo>
                      <a:pt x="26126" y="29996"/>
                    </a:moveTo>
                    <a:cubicBezTo>
                      <a:pt x="26126" y="25599"/>
                      <a:pt x="24102" y="22693"/>
                      <a:pt x="18736" y="19526"/>
                    </a:cubicBezTo>
                    <a:lnTo>
                      <a:pt x="9239" y="13899"/>
                    </a:lnTo>
                    <a:cubicBezTo>
                      <a:pt x="6775" y="12490"/>
                      <a:pt x="5453" y="10291"/>
                      <a:pt x="5453" y="7918"/>
                    </a:cubicBezTo>
                    <a:cubicBezTo>
                      <a:pt x="5453" y="4310"/>
                      <a:pt x="8184" y="1937"/>
                      <a:pt x="12228" y="1937"/>
                    </a:cubicBezTo>
                    <a:cubicBezTo>
                      <a:pt x="17240" y="1937"/>
                      <a:pt x="19879" y="4838"/>
                      <a:pt x="21904" y="12756"/>
                    </a:cubicBezTo>
                    <a:lnTo>
                      <a:pt x="23221" y="12756"/>
                    </a:lnTo>
                    <a:lnTo>
                      <a:pt x="22872" y="790"/>
                    </a:lnTo>
                    <a:lnTo>
                      <a:pt x="21904" y="790"/>
                    </a:lnTo>
                    <a:lnTo>
                      <a:pt x="21729" y="968"/>
                    </a:lnTo>
                    <a:cubicBezTo>
                      <a:pt x="20935" y="1584"/>
                      <a:pt x="20848" y="1671"/>
                      <a:pt x="20495" y="1671"/>
                    </a:cubicBezTo>
                    <a:cubicBezTo>
                      <a:pt x="19967" y="1671"/>
                      <a:pt x="19090" y="1496"/>
                      <a:pt x="18121" y="1056"/>
                    </a:cubicBezTo>
                    <a:cubicBezTo>
                      <a:pt x="16276" y="353"/>
                      <a:pt x="14252" y="0"/>
                      <a:pt x="12140" y="0"/>
                    </a:cubicBezTo>
                    <a:cubicBezTo>
                      <a:pt x="4925" y="0"/>
                      <a:pt x="0" y="4397"/>
                      <a:pt x="0" y="10819"/>
                    </a:cubicBezTo>
                    <a:cubicBezTo>
                      <a:pt x="0" y="15744"/>
                      <a:pt x="2818" y="19177"/>
                      <a:pt x="10291" y="23487"/>
                    </a:cubicBezTo>
                    <a:lnTo>
                      <a:pt x="15395" y="26388"/>
                    </a:lnTo>
                    <a:cubicBezTo>
                      <a:pt x="18475" y="28146"/>
                      <a:pt x="19967" y="30258"/>
                      <a:pt x="19967" y="32984"/>
                    </a:cubicBezTo>
                    <a:cubicBezTo>
                      <a:pt x="19967" y="36854"/>
                      <a:pt x="17153" y="39318"/>
                      <a:pt x="12668" y="39318"/>
                    </a:cubicBezTo>
                    <a:cubicBezTo>
                      <a:pt x="6600" y="39318"/>
                      <a:pt x="3520" y="35977"/>
                      <a:pt x="1496" y="27003"/>
                    </a:cubicBezTo>
                    <a:lnTo>
                      <a:pt x="91" y="27003"/>
                    </a:lnTo>
                    <a:lnTo>
                      <a:pt x="91" y="40727"/>
                    </a:lnTo>
                    <a:lnTo>
                      <a:pt x="1234" y="40727"/>
                    </a:lnTo>
                    <a:cubicBezTo>
                      <a:pt x="1849" y="39846"/>
                      <a:pt x="2199" y="39672"/>
                      <a:pt x="3254" y="39672"/>
                    </a:cubicBezTo>
                    <a:cubicBezTo>
                      <a:pt x="4223" y="39672"/>
                      <a:pt x="5191" y="39846"/>
                      <a:pt x="7303" y="40374"/>
                    </a:cubicBezTo>
                    <a:cubicBezTo>
                      <a:pt x="9763" y="40902"/>
                      <a:pt x="11966" y="41255"/>
                      <a:pt x="13811" y="41255"/>
                    </a:cubicBezTo>
                    <a:cubicBezTo>
                      <a:pt x="20495" y="41255"/>
                      <a:pt x="26126" y="36151"/>
                      <a:pt x="26126" y="2999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5" name="hard_obj_outline_4"/>
              <p:cNvSpPr/>
              <p:nvPr/>
            </p:nvSpPr>
            <p:spPr>
              <a:xfrm>
                <a:off x="4389660" y="282894"/>
                <a:ext cx="12315" cy="9763"/>
              </a:xfrm>
              <a:custGeom>
                <a:avLst/>
                <a:gdLst/>
                <a:ahLst/>
                <a:cxnLst/>
                <a:rect l="0" t="0" r="r" b="b"/>
                <a:pathLst>
                  <a:path w="12315" h="9763">
                    <a:moveTo>
                      <a:pt x="12315" y="5013"/>
                    </a:moveTo>
                    <a:cubicBezTo>
                      <a:pt x="12315" y="2286"/>
                      <a:pt x="9414" y="0"/>
                      <a:pt x="6072" y="0"/>
                    </a:cubicBezTo>
                    <a:cubicBezTo>
                      <a:pt x="2727" y="0"/>
                      <a:pt x="0" y="2199"/>
                      <a:pt x="0" y="5013"/>
                    </a:cubicBezTo>
                    <a:cubicBezTo>
                      <a:pt x="0" y="8354"/>
                      <a:pt x="3695" y="9763"/>
                      <a:pt x="6072" y="9763"/>
                    </a:cubicBezTo>
                    <a:cubicBezTo>
                      <a:pt x="8445" y="9763"/>
                      <a:pt x="12315" y="8267"/>
                      <a:pt x="12315" y="5013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6" name="hard_obj_outline_5"/>
              <p:cNvSpPr/>
              <p:nvPr/>
            </p:nvSpPr>
            <p:spPr>
              <a:xfrm>
                <a:off x="4411030" y="240758"/>
                <a:ext cx="23399" cy="51812"/>
              </a:xfrm>
              <a:custGeom>
                <a:avLst/>
                <a:gdLst/>
                <a:ahLst/>
                <a:cxnLst/>
                <a:rect l="0" t="0" r="r" b="b"/>
                <a:pathLst>
                  <a:path w="23400" h="51812">
                    <a:moveTo>
                      <a:pt x="23400" y="45125"/>
                    </a:moveTo>
                    <a:lnTo>
                      <a:pt x="22253" y="44156"/>
                    </a:lnTo>
                    <a:cubicBezTo>
                      <a:pt x="20320" y="46446"/>
                      <a:pt x="18911" y="47236"/>
                      <a:pt x="16978" y="47236"/>
                    </a:cubicBezTo>
                    <a:cubicBezTo>
                      <a:pt x="13724" y="47236"/>
                      <a:pt x="12402" y="44950"/>
                      <a:pt x="12402" y="39318"/>
                    </a:cubicBezTo>
                    <a:lnTo>
                      <a:pt x="12402" y="14165"/>
                    </a:lnTo>
                    <a:lnTo>
                      <a:pt x="21288" y="14165"/>
                    </a:lnTo>
                    <a:lnTo>
                      <a:pt x="21288" y="11347"/>
                    </a:lnTo>
                    <a:lnTo>
                      <a:pt x="12402" y="11347"/>
                    </a:lnTo>
                    <a:lnTo>
                      <a:pt x="12402" y="1143"/>
                    </a:lnTo>
                    <a:cubicBezTo>
                      <a:pt x="12402" y="266"/>
                      <a:pt x="12228" y="0"/>
                      <a:pt x="11787" y="0"/>
                    </a:cubicBezTo>
                    <a:cubicBezTo>
                      <a:pt x="11259" y="881"/>
                      <a:pt x="10644" y="1671"/>
                      <a:pt x="10029" y="2465"/>
                    </a:cubicBezTo>
                    <a:cubicBezTo>
                      <a:pt x="6775" y="7303"/>
                      <a:pt x="3782" y="10557"/>
                      <a:pt x="1496" y="11874"/>
                    </a:cubicBezTo>
                    <a:cubicBezTo>
                      <a:pt x="528" y="12494"/>
                      <a:pt x="0" y="13022"/>
                      <a:pt x="0" y="13549"/>
                    </a:cubicBezTo>
                    <a:cubicBezTo>
                      <a:pt x="0" y="13811"/>
                      <a:pt x="87" y="13986"/>
                      <a:pt x="353" y="14165"/>
                    </a:cubicBezTo>
                    <a:lnTo>
                      <a:pt x="5013" y="14165"/>
                    </a:lnTo>
                    <a:lnTo>
                      <a:pt x="5013" y="40640"/>
                    </a:lnTo>
                    <a:cubicBezTo>
                      <a:pt x="5013" y="48030"/>
                      <a:pt x="7652" y="51812"/>
                      <a:pt x="12756" y="51812"/>
                    </a:cubicBezTo>
                    <a:cubicBezTo>
                      <a:pt x="17153" y="51812"/>
                      <a:pt x="20495" y="49701"/>
                      <a:pt x="23400" y="4512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7" name="hard_obj_outline_6"/>
              <p:cNvSpPr/>
              <p:nvPr/>
            </p:nvSpPr>
            <p:spPr>
              <a:xfrm>
                <a:off x="4442429" y="282894"/>
                <a:ext cx="12315" cy="9763"/>
              </a:xfrm>
              <a:custGeom>
                <a:avLst/>
                <a:gdLst/>
                <a:ahLst/>
                <a:cxnLst/>
                <a:rect l="0" t="0" r="r" b="b"/>
                <a:pathLst>
                  <a:path w="12315" h="9763">
                    <a:moveTo>
                      <a:pt x="12315" y="5013"/>
                    </a:moveTo>
                    <a:cubicBezTo>
                      <a:pt x="12315" y="2286"/>
                      <a:pt x="9414" y="0"/>
                      <a:pt x="6072" y="0"/>
                    </a:cubicBezTo>
                    <a:cubicBezTo>
                      <a:pt x="2727" y="0"/>
                      <a:pt x="0" y="2199"/>
                      <a:pt x="0" y="5013"/>
                    </a:cubicBezTo>
                    <a:cubicBezTo>
                      <a:pt x="0" y="8354"/>
                      <a:pt x="3695" y="9763"/>
                      <a:pt x="6072" y="9763"/>
                    </a:cubicBezTo>
                    <a:cubicBezTo>
                      <a:pt x="8446" y="9763"/>
                      <a:pt x="12315" y="8267"/>
                      <a:pt x="12315" y="5013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8" name="hard_obj_outline_7"/>
              <p:cNvSpPr/>
              <p:nvPr/>
            </p:nvSpPr>
            <p:spPr>
              <a:xfrm>
                <a:off x="4555149" y="234249"/>
                <a:ext cx="48469" cy="59023"/>
              </a:xfrm>
              <a:custGeom>
                <a:avLst/>
                <a:gdLst/>
                <a:ahLst/>
                <a:cxnLst/>
                <a:rect l="0" t="0" r="r" b="b"/>
                <a:pathLst>
                  <a:path w="48470" h="59023">
                    <a:moveTo>
                      <a:pt x="48470" y="1409"/>
                    </a:moveTo>
                    <a:lnTo>
                      <a:pt x="48470" y="0"/>
                    </a:lnTo>
                    <a:lnTo>
                      <a:pt x="22872" y="0"/>
                    </a:lnTo>
                    <a:lnTo>
                      <a:pt x="22872" y="1409"/>
                    </a:lnTo>
                    <a:cubicBezTo>
                      <a:pt x="29205" y="1937"/>
                      <a:pt x="30701" y="2639"/>
                      <a:pt x="30789" y="5017"/>
                    </a:cubicBezTo>
                    <a:cubicBezTo>
                      <a:pt x="30789" y="6334"/>
                      <a:pt x="30523" y="8092"/>
                      <a:pt x="29733" y="10644"/>
                    </a:cubicBezTo>
                    <a:lnTo>
                      <a:pt x="17506" y="51546"/>
                    </a:lnTo>
                    <a:cubicBezTo>
                      <a:pt x="16628" y="54975"/>
                      <a:pt x="15306" y="56297"/>
                      <a:pt x="13020" y="56297"/>
                    </a:cubicBezTo>
                    <a:cubicBezTo>
                      <a:pt x="10734" y="56297"/>
                      <a:pt x="9501" y="55241"/>
                      <a:pt x="9413" y="52776"/>
                    </a:cubicBezTo>
                    <a:cubicBezTo>
                      <a:pt x="9413" y="52340"/>
                      <a:pt x="9591" y="51899"/>
                      <a:pt x="9679" y="51459"/>
                    </a:cubicBezTo>
                    <a:lnTo>
                      <a:pt x="9591" y="50665"/>
                    </a:lnTo>
                    <a:cubicBezTo>
                      <a:pt x="9591" y="48466"/>
                      <a:pt x="7040" y="46534"/>
                      <a:pt x="4313" y="46534"/>
                    </a:cubicBezTo>
                    <a:cubicBezTo>
                      <a:pt x="1587" y="46534"/>
                      <a:pt x="-84" y="48466"/>
                      <a:pt x="3" y="51284"/>
                    </a:cubicBezTo>
                    <a:cubicBezTo>
                      <a:pt x="91" y="55944"/>
                      <a:pt x="4841" y="59023"/>
                      <a:pt x="11877" y="59023"/>
                    </a:cubicBezTo>
                    <a:cubicBezTo>
                      <a:pt x="16890" y="59023"/>
                      <a:pt x="21374" y="57265"/>
                      <a:pt x="24368" y="54011"/>
                    </a:cubicBezTo>
                    <a:cubicBezTo>
                      <a:pt x="27007" y="51193"/>
                      <a:pt x="28852" y="47236"/>
                      <a:pt x="30614" y="40553"/>
                    </a:cubicBezTo>
                    <a:lnTo>
                      <a:pt x="40465" y="7918"/>
                    </a:lnTo>
                    <a:cubicBezTo>
                      <a:pt x="42049" y="2639"/>
                      <a:pt x="42839" y="2111"/>
                      <a:pt x="48470" y="1409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9" name="hard_obj_outline_8"/>
              <p:cNvSpPr/>
              <p:nvPr/>
            </p:nvSpPr>
            <p:spPr>
              <a:xfrm>
                <a:off x="4601119" y="277718"/>
                <a:ext cx="31480" cy="27844"/>
              </a:xfrm>
              <a:custGeom>
                <a:avLst/>
                <a:gdLst/>
                <a:ahLst/>
                <a:cxnLst/>
                <a:rect l="0" t="0" r="r" b="b"/>
                <a:pathLst>
                  <a:path w="31480" h="27845">
                    <a:moveTo>
                      <a:pt x="27662" y="21253"/>
                    </a:moveTo>
                    <a:lnTo>
                      <a:pt x="26305" y="20638"/>
                    </a:lnTo>
                    <a:cubicBezTo>
                      <a:pt x="22118" y="24269"/>
                      <a:pt x="19098" y="25626"/>
                      <a:pt x="15093" y="25626"/>
                    </a:cubicBezTo>
                    <a:cubicBezTo>
                      <a:pt x="10474" y="25626"/>
                      <a:pt x="7517" y="23039"/>
                      <a:pt x="7207" y="18602"/>
                    </a:cubicBezTo>
                    <a:cubicBezTo>
                      <a:pt x="7207" y="18296"/>
                      <a:pt x="7207" y="17927"/>
                      <a:pt x="7207" y="17617"/>
                    </a:cubicBezTo>
                    <a:cubicBezTo>
                      <a:pt x="7207" y="12688"/>
                      <a:pt x="9672" y="7636"/>
                      <a:pt x="13617" y="4251"/>
                    </a:cubicBezTo>
                    <a:cubicBezTo>
                      <a:pt x="15772" y="2401"/>
                      <a:pt x="18911" y="1294"/>
                      <a:pt x="22118" y="1294"/>
                    </a:cubicBezTo>
                    <a:cubicBezTo>
                      <a:pt x="24027" y="1294"/>
                      <a:pt x="25198" y="1786"/>
                      <a:pt x="25257" y="2524"/>
                    </a:cubicBezTo>
                    <a:cubicBezTo>
                      <a:pt x="25257" y="2834"/>
                      <a:pt x="25198" y="3139"/>
                      <a:pt x="24888" y="3695"/>
                    </a:cubicBezTo>
                    <a:cubicBezTo>
                      <a:pt x="24396" y="4374"/>
                      <a:pt x="24209" y="4743"/>
                      <a:pt x="24209" y="5235"/>
                    </a:cubicBezTo>
                    <a:cubicBezTo>
                      <a:pt x="24209" y="6898"/>
                      <a:pt x="25626" y="7822"/>
                      <a:pt x="27662" y="7822"/>
                    </a:cubicBezTo>
                    <a:cubicBezTo>
                      <a:pt x="29940" y="7822"/>
                      <a:pt x="31480" y="6715"/>
                      <a:pt x="31480" y="5175"/>
                    </a:cubicBezTo>
                    <a:cubicBezTo>
                      <a:pt x="31480" y="2092"/>
                      <a:pt x="27539" y="0"/>
                      <a:pt x="22487" y="0"/>
                    </a:cubicBezTo>
                    <a:cubicBezTo>
                      <a:pt x="10533" y="0"/>
                      <a:pt x="0" y="8438"/>
                      <a:pt x="0" y="17740"/>
                    </a:cubicBezTo>
                    <a:cubicBezTo>
                      <a:pt x="0" y="18050"/>
                      <a:pt x="0" y="18296"/>
                      <a:pt x="0" y="18602"/>
                    </a:cubicBezTo>
                    <a:cubicBezTo>
                      <a:pt x="433" y="24455"/>
                      <a:pt x="5175" y="27845"/>
                      <a:pt x="12752" y="27845"/>
                    </a:cubicBezTo>
                    <a:cubicBezTo>
                      <a:pt x="18911" y="27845"/>
                      <a:pt x="22979" y="25995"/>
                      <a:pt x="27662" y="21253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0" name="hard_obj_outline_9"/>
              <p:cNvSpPr/>
              <p:nvPr/>
            </p:nvSpPr>
            <p:spPr>
              <a:xfrm>
                <a:off x="4678928" y="241198"/>
                <a:ext cx="45037" cy="55590"/>
              </a:xfrm>
              <a:custGeom>
                <a:avLst/>
                <a:gdLst/>
                <a:ahLst/>
                <a:cxnLst/>
                <a:rect l="0" t="0" r="r" b="b"/>
                <a:pathLst>
                  <a:path w="45037" h="55590">
                    <a:moveTo>
                      <a:pt x="45037" y="44156"/>
                    </a:moveTo>
                    <a:lnTo>
                      <a:pt x="45037" y="39231"/>
                    </a:lnTo>
                    <a:lnTo>
                      <a:pt x="8446" y="22078"/>
                    </a:lnTo>
                    <a:lnTo>
                      <a:pt x="45037" y="4925"/>
                    </a:lnTo>
                    <a:lnTo>
                      <a:pt x="45037" y="0"/>
                    </a:lnTo>
                    <a:lnTo>
                      <a:pt x="0" y="21288"/>
                    </a:lnTo>
                    <a:lnTo>
                      <a:pt x="0" y="23047"/>
                    </a:lnTo>
                    <a:lnTo>
                      <a:pt x="45037" y="44156"/>
                    </a:lnTo>
                    <a:close/>
                    <a:moveTo>
                      <a:pt x="45037" y="55590"/>
                    </a:moveTo>
                    <a:lnTo>
                      <a:pt x="45037" y="50931"/>
                    </a:lnTo>
                    <a:lnTo>
                      <a:pt x="0" y="50931"/>
                    </a:lnTo>
                    <a:lnTo>
                      <a:pt x="0" y="55590"/>
                    </a:lnTo>
                    <a:lnTo>
                      <a:pt x="45037" y="5559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1" name="hard_obj_outline_10"/>
              <p:cNvSpPr/>
              <p:nvPr/>
            </p:nvSpPr>
            <p:spPr>
              <a:xfrm>
                <a:off x="4763076" y="231610"/>
                <a:ext cx="44867" cy="61047"/>
              </a:xfrm>
              <a:custGeom>
                <a:avLst/>
                <a:gdLst/>
                <a:ahLst/>
                <a:cxnLst/>
                <a:rect l="0" t="0" r="r" b="b"/>
                <a:pathLst>
                  <a:path w="44867" h="61047">
                    <a:moveTo>
                      <a:pt x="44859" y="31845"/>
                    </a:moveTo>
                    <a:cubicBezTo>
                      <a:pt x="44684" y="25686"/>
                      <a:pt x="39493" y="21288"/>
                      <a:pt x="32722" y="21288"/>
                    </a:cubicBezTo>
                    <a:cubicBezTo>
                      <a:pt x="25686" y="21288"/>
                      <a:pt x="20407" y="24896"/>
                      <a:pt x="13633" y="34572"/>
                    </a:cubicBezTo>
                    <a:lnTo>
                      <a:pt x="23134" y="441"/>
                    </a:lnTo>
                    <a:lnTo>
                      <a:pt x="22431" y="0"/>
                    </a:lnTo>
                    <a:cubicBezTo>
                      <a:pt x="17328" y="794"/>
                      <a:pt x="13811" y="1322"/>
                      <a:pt x="7037" y="2024"/>
                    </a:cubicBezTo>
                    <a:lnTo>
                      <a:pt x="7124" y="3520"/>
                    </a:lnTo>
                    <a:cubicBezTo>
                      <a:pt x="13017" y="3695"/>
                      <a:pt x="13633" y="3961"/>
                      <a:pt x="13724" y="5894"/>
                    </a:cubicBezTo>
                    <a:cubicBezTo>
                      <a:pt x="13724" y="6687"/>
                      <a:pt x="13458" y="7656"/>
                      <a:pt x="12843" y="9676"/>
                    </a:cubicBezTo>
                    <a:lnTo>
                      <a:pt x="12402" y="11347"/>
                    </a:lnTo>
                    <a:lnTo>
                      <a:pt x="12228" y="11966"/>
                    </a:lnTo>
                    <a:lnTo>
                      <a:pt x="0" y="56031"/>
                    </a:lnTo>
                    <a:lnTo>
                      <a:pt x="87" y="56384"/>
                    </a:lnTo>
                    <a:cubicBezTo>
                      <a:pt x="87" y="58408"/>
                      <a:pt x="7918" y="61047"/>
                      <a:pt x="13633" y="61047"/>
                    </a:cubicBezTo>
                    <a:cubicBezTo>
                      <a:pt x="28940" y="61047"/>
                      <a:pt x="45299" y="45740"/>
                      <a:pt x="44859" y="31845"/>
                    </a:cubicBezTo>
                    <a:close/>
                    <a:moveTo>
                      <a:pt x="36239" y="33163"/>
                    </a:moveTo>
                    <a:cubicBezTo>
                      <a:pt x="36417" y="38969"/>
                      <a:pt x="31492" y="48379"/>
                      <a:pt x="25773" y="53832"/>
                    </a:cubicBezTo>
                    <a:cubicBezTo>
                      <a:pt x="22078" y="57178"/>
                      <a:pt x="17855" y="59023"/>
                      <a:pt x="13545" y="59023"/>
                    </a:cubicBezTo>
                    <a:cubicBezTo>
                      <a:pt x="10470" y="59023"/>
                      <a:pt x="8886" y="58055"/>
                      <a:pt x="8795" y="56031"/>
                    </a:cubicBezTo>
                    <a:cubicBezTo>
                      <a:pt x="8620" y="50756"/>
                      <a:pt x="11347" y="42311"/>
                      <a:pt x="15395" y="35715"/>
                    </a:cubicBezTo>
                    <a:cubicBezTo>
                      <a:pt x="19526" y="28940"/>
                      <a:pt x="24015" y="25599"/>
                      <a:pt x="28853" y="25599"/>
                    </a:cubicBezTo>
                    <a:cubicBezTo>
                      <a:pt x="33250" y="25599"/>
                      <a:pt x="36064" y="28500"/>
                      <a:pt x="36239" y="33163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42" name="hard_tau"/>
            <p:cNvGrpSpPr/>
            <p:nvPr/>
          </p:nvGrpSpPr>
          <p:grpSpPr>
            <a:xfrm>
              <a:off x="4123417" y="367260"/>
              <a:ext cx="224173" cy="58844"/>
              <a:chOff x="4141871" y="379828"/>
              <a:chExt cx="224173" cy="58844"/>
            </a:xfrm>
          </p:grpSpPr>
          <p:sp>
            <p:nvSpPr>
              <p:cNvPr id="243" name="hard_tau_outline_0"/>
              <p:cNvSpPr/>
              <p:nvPr/>
            </p:nvSpPr>
            <p:spPr>
              <a:xfrm>
                <a:off x="4141871" y="399871"/>
                <a:ext cx="44009" cy="38544"/>
              </a:xfrm>
              <a:custGeom>
                <a:avLst/>
                <a:gdLst/>
                <a:ahLst/>
                <a:cxnLst/>
                <a:rect l="0" t="0" r="r" b="b"/>
                <a:pathLst>
                  <a:path w="44009" h="38545">
                    <a:moveTo>
                      <a:pt x="44009" y="0"/>
                    </a:moveTo>
                    <a:lnTo>
                      <a:pt x="15522" y="0"/>
                    </a:lnTo>
                    <a:cubicBezTo>
                      <a:pt x="6910" y="0"/>
                      <a:pt x="941" y="9378"/>
                      <a:pt x="0" y="11001"/>
                    </a:cubicBezTo>
                    <a:lnTo>
                      <a:pt x="1623" y="11001"/>
                    </a:lnTo>
                    <a:cubicBezTo>
                      <a:pt x="2135" y="10402"/>
                      <a:pt x="5973" y="6223"/>
                      <a:pt x="10918" y="6223"/>
                    </a:cubicBezTo>
                    <a:lnTo>
                      <a:pt x="21578" y="6223"/>
                    </a:lnTo>
                    <a:lnTo>
                      <a:pt x="14502" y="24646"/>
                    </a:lnTo>
                    <a:cubicBezTo>
                      <a:pt x="13391" y="27460"/>
                      <a:pt x="12708" y="29932"/>
                      <a:pt x="12708" y="31722"/>
                    </a:cubicBezTo>
                    <a:cubicBezTo>
                      <a:pt x="12708" y="35389"/>
                      <a:pt x="15010" y="38545"/>
                      <a:pt x="19959" y="38545"/>
                    </a:cubicBezTo>
                    <a:cubicBezTo>
                      <a:pt x="22344" y="38545"/>
                      <a:pt x="25333" y="38033"/>
                      <a:pt x="25333" y="34877"/>
                    </a:cubicBezTo>
                    <a:cubicBezTo>
                      <a:pt x="25333" y="30103"/>
                      <a:pt x="20641" y="30528"/>
                      <a:pt x="20641" y="26436"/>
                    </a:cubicBezTo>
                    <a:cubicBezTo>
                      <a:pt x="20641" y="25583"/>
                      <a:pt x="20895" y="24646"/>
                      <a:pt x="21324" y="23364"/>
                    </a:cubicBezTo>
                    <a:lnTo>
                      <a:pt x="27376" y="6223"/>
                    </a:lnTo>
                    <a:lnTo>
                      <a:pt x="41962" y="6223"/>
                    </a:lnTo>
                    <a:lnTo>
                      <a:pt x="44009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4" name="hard_tau_outline_1"/>
              <p:cNvSpPr/>
              <p:nvPr/>
            </p:nvSpPr>
            <p:spPr>
              <a:xfrm>
                <a:off x="4219711" y="398077"/>
                <a:ext cx="76755" cy="34968"/>
              </a:xfrm>
              <a:custGeom>
                <a:avLst/>
                <a:gdLst/>
                <a:ahLst/>
                <a:cxnLst/>
                <a:rect l="0" t="0" r="r" b="b"/>
                <a:pathLst>
                  <a:path w="76756" h="34969">
                    <a:moveTo>
                      <a:pt x="76756" y="17399"/>
                    </a:moveTo>
                    <a:lnTo>
                      <a:pt x="60039" y="0"/>
                    </a:lnTo>
                    <a:lnTo>
                      <a:pt x="57396" y="2814"/>
                    </a:lnTo>
                    <a:lnTo>
                      <a:pt x="67544" y="15097"/>
                    </a:lnTo>
                    <a:lnTo>
                      <a:pt x="0" y="15097"/>
                    </a:lnTo>
                    <a:lnTo>
                      <a:pt x="0" y="19872"/>
                    </a:lnTo>
                    <a:lnTo>
                      <a:pt x="67544" y="19872"/>
                    </a:lnTo>
                    <a:lnTo>
                      <a:pt x="57396" y="32151"/>
                    </a:lnTo>
                    <a:lnTo>
                      <a:pt x="60039" y="34969"/>
                    </a:lnTo>
                    <a:lnTo>
                      <a:pt x="76756" y="17399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5" name="hard_tau_outline_2"/>
              <p:cNvSpPr/>
              <p:nvPr/>
            </p:nvSpPr>
            <p:spPr>
              <a:xfrm>
                <a:off x="4327496" y="379828"/>
                <a:ext cx="38548" cy="58844"/>
              </a:xfrm>
              <a:custGeom>
                <a:avLst/>
                <a:gdLst/>
                <a:ahLst/>
                <a:cxnLst/>
                <a:rect l="0" t="0" r="r" b="b"/>
                <a:pathLst>
                  <a:path w="38549" h="58845">
                    <a:moveTo>
                      <a:pt x="38549" y="29508"/>
                    </a:moveTo>
                    <a:cubicBezTo>
                      <a:pt x="38549" y="12025"/>
                      <a:pt x="30786" y="0"/>
                      <a:pt x="19614" y="0"/>
                    </a:cubicBezTo>
                    <a:cubicBezTo>
                      <a:pt x="14923" y="0"/>
                      <a:pt x="11343" y="1449"/>
                      <a:pt x="8188" y="4433"/>
                    </a:cubicBezTo>
                    <a:cubicBezTo>
                      <a:pt x="3238" y="9207"/>
                      <a:pt x="0" y="19018"/>
                      <a:pt x="0" y="28996"/>
                    </a:cubicBezTo>
                    <a:cubicBezTo>
                      <a:pt x="0" y="38290"/>
                      <a:pt x="2814" y="48268"/>
                      <a:pt x="6822" y="53046"/>
                    </a:cubicBezTo>
                    <a:cubicBezTo>
                      <a:pt x="9977" y="56797"/>
                      <a:pt x="14327" y="58845"/>
                      <a:pt x="19272" y="58845"/>
                    </a:cubicBezTo>
                    <a:cubicBezTo>
                      <a:pt x="23622" y="58845"/>
                      <a:pt x="27289" y="57396"/>
                      <a:pt x="30361" y="54408"/>
                    </a:cubicBezTo>
                    <a:cubicBezTo>
                      <a:pt x="35306" y="49720"/>
                      <a:pt x="38549" y="39826"/>
                      <a:pt x="38549" y="29508"/>
                    </a:cubicBezTo>
                    <a:close/>
                    <a:moveTo>
                      <a:pt x="30361" y="29678"/>
                    </a:moveTo>
                    <a:cubicBezTo>
                      <a:pt x="30361" y="47502"/>
                      <a:pt x="26607" y="56626"/>
                      <a:pt x="19272" y="56626"/>
                    </a:cubicBezTo>
                    <a:cubicBezTo>
                      <a:pt x="11938" y="56626"/>
                      <a:pt x="8188" y="47502"/>
                      <a:pt x="8188" y="29762"/>
                    </a:cubicBezTo>
                    <a:cubicBezTo>
                      <a:pt x="8188" y="11684"/>
                      <a:pt x="12025" y="2214"/>
                      <a:pt x="19360" y="2214"/>
                    </a:cubicBezTo>
                    <a:cubicBezTo>
                      <a:pt x="26523" y="2214"/>
                      <a:pt x="30361" y="11855"/>
                      <a:pt x="30361" y="29678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46" name="hard_vector"/>
            <p:cNvGrpSpPr/>
            <p:nvPr/>
          </p:nvGrpSpPr>
          <p:grpSpPr>
            <a:xfrm>
              <a:off x="3734448" y="540936"/>
              <a:ext cx="1199149" cy="70225"/>
              <a:chOff x="3750758" y="552965"/>
              <a:chExt cx="1471673" cy="70225"/>
            </a:xfrm>
          </p:grpSpPr>
          <p:sp>
            <p:nvSpPr>
              <p:cNvPr id="247" name="hard_vector_outline_0"/>
              <p:cNvSpPr/>
              <p:nvPr/>
            </p:nvSpPr>
            <p:spPr>
              <a:xfrm>
                <a:off x="3750758" y="560071"/>
                <a:ext cx="46033" cy="50061"/>
              </a:xfrm>
              <a:custGeom>
                <a:avLst/>
                <a:gdLst/>
                <a:ahLst/>
                <a:cxnLst/>
                <a:rect l="0" t="0" r="r" b="b"/>
                <a:pathLst>
                  <a:path w="46033" h="50062">
                    <a:moveTo>
                      <a:pt x="46033" y="1195"/>
                    </a:moveTo>
                    <a:lnTo>
                      <a:pt x="45958" y="0"/>
                    </a:lnTo>
                    <a:lnTo>
                      <a:pt x="20967" y="0"/>
                    </a:lnTo>
                    <a:lnTo>
                      <a:pt x="21038" y="1195"/>
                    </a:lnTo>
                    <a:cubicBezTo>
                      <a:pt x="27234" y="1643"/>
                      <a:pt x="28650" y="2238"/>
                      <a:pt x="28801" y="4254"/>
                    </a:cubicBezTo>
                    <a:cubicBezTo>
                      <a:pt x="28801" y="4477"/>
                      <a:pt x="28873" y="4628"/>
                      <a:pt x="28873" y="4850"/>
                    </a:cubicBezTo>
                    <a:cubicBezTo>
                      <a:pt x="28873" y="5894"/>
                      <a:pt x="28650" y="7239"/>
                      <a:pt x="28055" y="9029"/>
                    </a:cubicBezTo>
                    <a:lnTo>
                      <a:pt x="17161" y="43720"/>
                    </a:lnTo>
                    <a:cubicBezTo>
                      <a:pt x="16415" y="46633"/>
                      <a:pt x="15145" y="47752"/>
                      <a:pt x="12906" y="47752"/>
                    </a:cubicBezTo>
                    <a:cubicBezTo>
                      <a:pt x="10668" y="47752"/>
                      <a:pt x="9477" y="46855"/>
                      <a:pt x="9327" y="44768"/>
                    </a:cubicBezTo>
                    <a:cubicBezTo>
                      <a:pt x="9327" y="44394"/>
                      <a:pt x="9624" y="44021"/>
                      <a:pt x="9624" y="43648"/>
                    </a:cubicBezTo>
                    <a:lnTo>
                      <a:pt x="9624" y="42974"/>
                    </a:lnTo>
                    <a:cubicBezTo>
                      <a:pt x="9477" y="41112"/>
                      <a:pt x="6866" y="39469"/>
                      <a:pt x="4104" y="39469"/>
                    </a:cubicBezTo>
                    <a:cubicBezTo>
                      <a:pt x="1492" y="39469"/>
                      <a:pt x="0" y="40962"/>
                      <a:pt x="0" y="43124"/>
                    </a:cubicBezTo>
                    <a:cubicBezTo>
                      <a:pt x="0" y="47450"/>
                      <a:pt x="4850" y="50062"/>
                      <a:pt x="11716" y="50062"/>
                    </a:cubicBezTo>
                    <a:cubicBezTo>
                      <a:pt x="16637" y="50062"/>
                      <a:pt x="20967" y="48570"/>
                      <a:pt x="23801" y="45811"/>
                    </a:cubicBezTo>
                    <a:cubicBezTo>
                      <a:pt x="26261" y="43422"/>
                      <a:pt x="28055" y="40065"/>
                      <a:pt x="29694" y="34397"/>
                    </a:cubicBezTo>
                    <a:lnTo>
                      <a:pt x="38350" y="6715"/>
                    </a:lnTo>
                    <a:cubicBezTo>
                      <a:pt x="39616" y="2238"/>
                      <a:pt x="40513" y="1794"/>
                      <a:pt x="46033" y="119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8" name="hard_vector_outline_1"/>
              <p:cNvSpPr/>
              <p:nvPr/>
            </p:nvSpPr>
            <p:spPr>
              <a:xfrm>
                <a:off x="3796410" y="596951"/>
                <a:ext cx="28789" cy="23618"/>
              </a:xfrm>
              <a:custGeom>
                <a:avLst/>
                <a:gdLst/>
                <a:ahLst/>
                <a:cxnLst/>
                <a:rect l="0" t="0" r="r" b="b"/>
                <a:pathLst>
                  <a:path w="28789" h="23618">
                    <a:moveTo>
                      <a:pt x="28789" y="0"/>
                    </a:moveTo>
                    <a:lnTo>
                      <a:pt x="10136" y="0"/>
                    </a:lnTo>
                    <a:cubicBezTo>
                      <a:pt x="4493" y="0"/>
                      <a:pt x="627" y="5747"/>
                      <a:pt x="0" y="6739"/>
                    </a:cubicBezTo>
                    <a:lnTo>
                      <a:pt x="1044" y="6739"/>
                    </a:lnTo>
                    <a:cubicBezTo>
                      <a:pt x="1357" y="6374"/>
                      <a:pt x="3917" y="3814"/>
                      <a:pt x="7156" y="3814"/>
                    </a:cubicBezTo>
                    <a:lnTo>
                      <a:pt x="14160" y="3814"/>
                    </a:lnTo>
                    <a:lnTo>
                      <a:pt x="9612" y="15101"/>
                    </a:lnTo>
                    <a:cubicBezTo>
                      <a:pt x="8934" y="16824"/>
                      <a:pt x="8465" y="18340"/>
                      <a:pt x="8465" y="19439"/>
                    </a:cubicBezTo>
                    <a:cubicBezTo>
                      <a:pt x="8517" y="21685"/>
                      <a:pt x="10033" y="23618"/>
                      <a:pt x="13271" y="23618"/>
                    </a:cubicBezTo>
                    <a:cubicBezTo>
                      <a:pt x="14839" y="23618"/>
                      <a:pt x="16824" y="23305"/>
                      <a:pt x="16824" y="21372"/>
                    </a:cubicBezTo>
                    <a:cubicBezTo>
                      <a:pt x="16772" y="18443"/>
                      <a:pt x="13688" y="18705"/>
                      <a:pt x="13637" y="16197"/>
                    </a:cubicBezTo>
                    <a:cubicBezTo>
                      <a:pt x="13637" y="15677"/>
                      <a:pt x="13847" y="15101"/>
                      <a:pt x="14105" y="14315"/>
                    </a:cubicBezTo>
                    <a:lnTo>
                      <a:pt x="17975" y="3814"/>
                    </a:lnTo>
                    <a:lnTo>
                      <a:pt x="27535" y="3814"/>
                    </a:lnTo>
                    <a:lnTo>
                      <a:pt x="28789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9" name="hard_vector_outline_2"/>
              <p:cNvSpPr/>
              <p:nvPr/>
            </p:nvSpPr>
            <p:spPr>
              <a:xfrm>
                <a:off x="3860158" y="579994"/>
                <a:ext cx="38199" cy="19323"/>
              </a:xfrm>
              <a:custGeom>
                <a:avLst/>
                <a:gdLst/>
                <a:ahLst/>
                <a:cxnLst/>
                <a:rect l="0" t="0" r="r" b="b"/>
                <a:pathLst>
                  <a:path w="38199" h="19324">
                    <a:moveTo>
                      <a:pt x="38199" y="4175"/>
                    </a:moveTo>
                    <a:lnTo>
                      <a:pt x="38199" y="0"/>
                    </a:lnTo>
                    <a:lnTo>
                      <a:pt x="0" y="0"/>
                    </a:lnTo>
                    <a:lnTo>
                      <a:pt x="0" y="4175"/>
                    </a:lnTo>
                    <a:lnTo>
                      <a:pt x="38199" y="4175"/>
                    </a:lnTo>
                    <a:close/>
                    <a:moveTo>
                      <a:pt x="38199" y="19324"/>
                    </a:moveTo>
                    <a:lnTo>
                      <a:pt x="38199" y="15145"/>
                    </a:lnTo>
                    <a:lnTo>
                      <a:pt x="0" y="15145"/>
                    </a:lnTo>
                    <a:lnTo>
                      <a:pt x="0" y="19324"/>
                    </a:lnTo>
                    <a:lnTo>
                      <a:pt x="38199" y="1932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0" name="hard_vector_outline_3"/>
              <p:cNvSpPr/>
              <p:nvPr/>
            </p:nvSpPr>
            <p:spPr>
              <a:xfrm>
                <a:off x="3936999" y="556043"/>
                <a:ext cx="15743" cy="67147"/>
              </a:xfrm>
              <a:custGeom>
                <a:avLst/>
                <a:gdLst/>
                <a:ahLst/>
                <a:cxnLst/>
                <a:rect l="0" t="0" r="r" b="b"/>
                <a:pathLst>
                  <a:path w="15744" h="67147">
                    <a:moveTo>
                      <a:pt x="15744" y="65282"/>
                    </a:moveTo>
                    <a:lnTo>
                      <a:pt x="9327" y="65282"/>
                    </a:lnTo>
                    <a:cubicBezTo>
                      <a:pt x="6866" y="65282"/>
                      <a:pt x="5671" y="64016"/>
                      <a:pt x="5671" y="61404"/>
                    </a:cubicBezTo>
                    <a:lnTo>
                      <a:pt x="5671" y="5147"/>
                    </a:lnTo>
                    <a:cubicBezTo>
                      <a:pt x="5671" y="2838"/>
                      <a:pt x="6640" y="1865"/>
                      <a:pt x="9029" y="1865"/>
                    </a:cubicBezTo>
                    <a:lnTo>
                      <a:pt x="15744" y="1865"/>
                    </a:lnTo>
                    <a:lnTo>
                      <a:pt x="15744" y="0"/>
                    </a:lnTo>
                    <a:lnTo>
                      <a:pt x="0" y="0"/>
                    </a:lnTo>
                    <a:lnTo>
                      <a:pt x="0" y="67147"/>
                    </a:lnTo>
                    <a:lnTo>
                      <a:pt x="15744" y="67147"/>
                    </a:lnTo>
                    <a:lnTo>
                      <a:pt x="15744" y="6528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1" name="hard_vector_outline_4"/>
              <p:cNvSpPr/>
              <p:nvPr/>
            </p:nvSpPr>
            <p:spPr>
              <a:xfrm>
                <a:off x="3961173" y="560071"/>
                <a:ext cx="46033" cy="50061"/>
              </a:xfrm>
              <a:custGeom>
                <a:avLst/>
                <a:gdLst/>
                <a:ahLst/>
                <a:cxnLst/>
                <a:rect l="0" t="0" r="r" b="b"/>
                <a:pathLst>
                  <a:path w="46034" h="50062">
                    <a:moveTo>
                      <a:pt x="46034" y="1195"/>
                    </a:moveTo>
                    <a:lnTo>
                      <a:pt x="45958" y="0"/>
                    </a:lnTo>
                    <a:lnTo>
                      <a:pt x="20967" y="0"/>
                    </a:lnTo>
                    <a:lnTo>
                      <a:pt x="21038" y="1195"/>
                    </a:lnTo>
                    <a:cubicBezTo>
                      <a:pt x="27234" y="1643"/>
                      <a:pt x="28650" y="2238"/>
                      <a:pt x="28801" y="4254"/>
                    </a:cubicBezTo>
                    <a:cubicBezTo>
                      <a:pt x="28801" y="4477"/>
                      <a:pt x="28873" y="4628"/>
                      <a:pt x="28873" y="4850"/>
                    </a:cubicBezTo>
                    <a:cubicBezTo>
                      <a:pt x="28873" y="5894"/>
                      <a:pt x="28650" y="7239"/>
                      <a:pt x="28055" y="9029"/>
                    </a:cubicBezTo>
                    <a:lnTo>
                      <a:pt x="17161" y="43720"/>
                    </a:lnTo>
                    <a:cubicBezTo>
                      <a:pt x="16415" y="46633"/>
                      <a:pt x="15145" y="47752"/>
                      <a:pt x="12906" y="47752"/>
                    </a:cubicBezTo>
                    <a:cubicBezTo>
                      <a:pt x="10668" y="47752"/>
                      <a:pt x="9477" y="46855"/>
                      <a:pt x="9327" y="44768"/>
                    </a:cubicBezTo>
                    <a:cubicBezTo>
                      <a:pt x="9327" y="44394"/>
                      <a:pt x="9624" y="44021"/>
                      <a:pt x="9624" y="43648"/>
                    </a:cubicBezTo>
                    <a:lnTo>
                      <a:pt x="9624" y="42974"/>
                    </a:lnTo>
                    <a:cubicBezTo>
                      <a:pt x="9477" y="41112"/>
                      <a:pt x="6866" y="39469"/>
                      <a:pt x="4104" y="39469"/>
                    </a:cubicBezTo>
                    <a:cubicBezTo>
                      <a:pt x="1492" y="39469"/>
                      <a:pt x="0" y="40962"/>
                      <a:pt x="0" y="43124"/>
                    </a:cubicBezTo>
                    <a:cubicBezTo>
                      <a:pt x="0" y="47450"/>
                      <a:pt x="4850" y="50062"/>
                      <a:pt x="11716" y="50062"/>
                    </a:cubicBezTo>
                    <a:cubicBezTo>
                      <a:pt x="16637" y="50062"/>
                      <a:pt x="20967" y="48570"/>
                      <a:pt x="23801" y="45811"/>
                    </a:cubicBezTo>
                    <a:cubicBezTo>
                      <a:pt x="26261" y="43422"/>
                      <a:pt x="28055" y="40065"/>
                      <a:pt x="29694" y="34397"/>
                    </a:cubicBezTo>
                    <a:lnTo>
                      <a:pt x="38350" y="6715"/>
                    </a:lnTo>
                    <a:cubicBezTo>
                      <a:pt x="39616" y="2238"/>
                      <a:pt x="40513" y="1794"/>
                      <a:pt x="46034" y="119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2" name="hard_vector_outline_5"/>
              <p:cNvSpPr/>
              <p:nvPr/>
            </p:nvSpPr>
            <p:spPr>
              <a:xfrm>
                <a:off x="4006042" y="596951"/>
                <a:ext cx="26697" cy="23618"/>
              </a:xfrm>
              <a:custGeom>
                <a:avLst/>
                <a:gdLst/>
                <a:ahLst/>
                <a:cxnLst/>
                <a:rect l="0" t="0" r="r" b="b"/>
                <a:pathLst>
                  <a:path w="26698" h="23618">
                    <a:moveTo>
                      <a:pt x="23459" y="18026"/>
                    </a:moveTo>
                    <a:lnTo>
                      <a:pt x="22308" y="17506"/>
                    </a:lnTo>
                    <a:cubicBezTo>
                      <a:pt x="18756" y="20586"/>
                      <a:pt x="16196" y="21737"/>
                      <a:pt x="12799" y="21737"/>
                    </a:cubicBezTo>
                    <a:cubicBezTo>
                      <a:pt x="8882" y="21737"/>
                      <a:pt x="6374" y="19542"/>
                      <a:pt x="6112" y="15780"/>
                    </a:cubicBezTo>
                    <a:cubicBezTo>
                      <a:pt x="6112" y="15518"/>
                      <a:pt x="6112" y="15204"/>
                      <a:pt x="6112" y="14942"/>
                    </a:cubicBezTo>
                    <a:cubicBezTo>
                      <a:pt x="6112" y="10763"/>
                      <a:pt x="8203" y="6481"/>
                      <a:pt x="11545" y="3608"/>
                    </a:cubicBezTo>
                    <a:cubicBezTo>
                      <a:pt x="13375" y="2040"/>
                      <a:pt x="16038" y="1099"/>
                      <a:pt x="18756" y="1099"/>
                    </a:cubicBezTo>
                    <a:cubicBezTo>
                      <a:pt x="20376" y="1099"/>
                      <a:pt x="21368" y="1516"/>
                      <a:pt x="21419" y="2143"/>
                    </a:cubicBezTo>
                    <a:cubicBezTo>
                      <a:pt x="21419" y="2405"/>
                      <a:pt x="21368" y="2667"/>
                      <a:pt x="21106" y="3135"/>
                    </a:cubicBezTo>
                    <a:cubicBezTo>
                      <a:pt x="20689" y="3711"/>
                      <a:pt x="20534" y="4024"/>
                      <a:pt x="20534" y="4441"/>
                    </a:cubicBezTo>
                    <a:cubicBezTo>
                      <a:pt x="20534" y="5854"/>
                      <a:pt x="21733" y="6636"/>
                      <a:pt x="23459" y="6636"/>
                    </a:cubicBezTo>
                    <a:cubicBezTo>
                      <a:pt x="25392" y="6636"/>
                      <a:pt x="26698" y="5695"/>
                      <a:pt x="26698" y="4390"/>
                    </a:cubicBezTo>
                    <a:cubicBezTo>
                      <a:pt x="26698" y="1778"/>
                      <a:pt x="23356" y="0"/>
                      <a:pt x="19070" y="0"/>
                    </a:cubicBezTo>
                    <a:cubicBezTo>
                      <a:pt x="8934" y="0"/>
                      <a:pt x="0" y="7160"/>
                      <a:pt x="0" y="15050"/>
                    </a:cubicBezTo>
                    <a:cubicBezTo>
                      <a:pt x="0" y="15311"/>
                      <a:pt x="0" y="15518"/>
                      <a:pt x="0" y="15780"/>
                    </a:cubicBezTo>
                    <a:cubicBezTo>
                      <a:pt x="365" y="20745"/>
                      <a:pt x="4389" y="23618"/>
                      <a:pt x="10815" y="23618"/>
                    </a:cubicBezTo>
                    <a:cubicBezTo>
                      <a:pt x="16038" y="23618"/>
                      <a:pt x="19487" y="22050"/>
                      <a:pt x="23459" y="1802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3" name="hard_vector_outline_6"/>
              <p:cNvSpPr/>
              <p:nvPr/>
            </p:nvSpPr>
            <p:spPr>
              <a:xfrm>
                <a:off x="4042646" y="584672"/>
                <a:ext cx="14787" cy="35321"/>
              </a:xfrm>
              <a:custGeom>
                <a:avLst/>
                <a:gdLst/>
                <a:ahLst/>
                <a:cxnLst/>
                <a:rect l="0" t="0" r="r" b="b"/>
                <a:pathLst>
                  <a:path w="14788" h="35322">
                    <a:moveTo>
                      <a:pt x="14788" y="35322"/>
                    </a:moveTo>
                    <a:lnTo>
                      <a:pt x="14788" y="34540"/>
                    </a:lnTo>
                    <a:cubicBezTo>
                      <a:pt x="10660" y="34484"/>
                      <a:pt x="9823" y="33965"/>
                      <a:pt x="9823" y="31456"/>
                    </a:cubicBezTo>
                    <a:lnTo>
                      <a:pt x="9823" y="107"/>
                    </a:lnTo>
                    <a:lnTo>
                      <a:pt x="9406" y="0"/>
                    </a:lnTo>
                    <a:lnTo>
                      <a:pt x="0" y="4754"/>
                    </a:lnTo>
                    <a:lnTo>
                      <a:pt x="0" y="5489"/>
                    </a:lnTo>
                    <a:cubicBezTo>
                      <a:pt x="627" y="5227"/>
                      <a:pt x="1203" y="5016"/>
                      <a:pt x="1413" y="4913"/>
                    </a:cubicBezTo>
                    <a:cubicBezTo>
                      <a:pt x="2353" y="4548"/>
                      <a:pt x="3242" y="4338"/>
                      <a:pt x="3762" y="4338"/>
                    </a:cubicBezTo>
                    <a:cubicBezTo>
                      <a:pt x="4862" y="4338"/>
                      <a:pt x="5330" y="5124"/>
                      <a:pt x="5330" y="6794"/>
                    </a:cubicBezTo>
                    <a:lnTo>
                      <a:pt x="5330" y="30464"/>
                    </a:lnTo>
                    <a:cubicBezTo>
                      <a:pt x="5330" y="32187"/>
                      <a:pt x="4913" y="33389"/>
                      <a:pt x="4076" y="33857"/>
                    </a:cubicBezTo>
                    <a:cubicBezTo>
                      <a:pt x="3294" y="34330"/>
                      <a:pt x="2560" y="34484"/>
                      <a:pt x="365" y="34540"/>
                    </a:cubicBezTo>
                    <a:lnTo>
                      <a:pt x="365" y="35322"/>
                    </a:lnTo>
                    <a:lnTo>
                      <a:pt x="14788" y="3532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4" name="hard_vector_outline_7"/>
              <p:cNvSpPr/>
              <p:nvPr/>
            </p:nvSpPr>
            <p:spPr>
              <a:xfrm>
                <a:off x="4075569" y="601184"/>
                <a:ext cx="12759" cy="18426"/>
              </a:xfrm>
              <a:custGeom>
                <a:avLst/>
                <a:gdLst/>
                <a:ahLst/>
                <a:cxnLst/>
                <a:rect l="0" t="0" r="r" b="b"/>
                <a:pathLst>
                  <a:path w="12759" h="18427">
                    <a:moveTo>
                      <a:pt x="12759" y="7160"/>
                    </a:moveTo>
                    <a:cubicBezTo>
                      <a:pt x="12759" y="968"/>
                      <a:pt x="7537" y="0"/>
                      <a:pt x="5374" y="0"/>
                    </a:cubicBezTo>
                    <a:cubicBezTo>
                      <a:pt x="3060" y="0"/>
                      <a:pt x="0" y="1417"/>
                      <a:pt x="0" y="4624"/>
                    </a:cubicBezTo>
                    <a:cubicBezTo>
                      <a:pt x="0" y="7608"/>
                      <a:pt x="3135" y="8354"/>
                      <a:pt x="5445" y="8354"/>
                    </a:cubicBezTo>
                    <a:cubicBezTo>
                      <a:pt x="6044" y="8354"/>
                      <a:pt x="6493" y="8279"/>
                      <a:pt x="6715" y="8203"/>
                    </a:cubicBezTo>
                    <a:cubicBezTo>
                      <a:pt x="7013" y="8132"/>
                      <a:pt x="7461" y="8057"/>
                      <a:pt x="7612" y="8057"/>
                    </a:cubicBezTo>
                    <a:cubicBezTo>
                      <a:pt x="8207" y="8057"/>
                      <a:pt x="8803" y="8430"/>
                      <a:pt x="8803" y="9100"/>
                    </a:cubicBezTo>
                    <a:cubicBezTo>
                      <a:pt x="8803" y="10517"/>
                      <a:pt x="7386" y="13652"/>
                      <a:pt x="1568" y="16784"/>
                    </a:cubicBezTo>
                    <a:lnTo>
                      <a:pt x="2314" y="18427"/>
                    </a:lnTo>
                    <a:cubicBezTo>
                      <a:pt x="5147" y="17681"/>
                      <a:pt x="12759" y="12458"/>
                      <a:pt x="12759" y="716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5" name="hard_vector_outline_8"/>
              <p:cNvSpPr/>
              <p:nvPr/>
            </p:nvSpPr>
            <p:spPr>
              <a:xfrm>
                <a:off x="4115531" y="601331"/>
                <a:ext cx="11267" cy="8282"/>
              </a:xfrm>
              <a:custGeom>
                <a:avLst/>
                <a:gdLst/>
                <a:ahLst/>
                <a:cxnLst/>
                <a:rect l="0" t="0" r="r" b="b"/>
                <a:pathLst>
                  <a:path w="11267" h="8283">
                    <a:moveTo>
                      <a:pt x="11267" y="4254"/>
                    </a:moveTo>
                    <a:cubicBezTo>
                      <a:pt x="11267" y="1941"/>
                      <a:pt x="8656" y="0"/>
                      <a:pt x="5596" y="0"/>
                    </a:cubicBezTo>
                    <a:cubicBezTo>
                      <a:pt x="2536" y="0"/>
                      <a:pt x="0" y="1865"/>
                      <a:pt x="0" y="4254"/>
                    </a:cubicBezTo>
                    <a:cubicBezTo>
                      <a:pt x="0" y="7088"/>
                      <a:pt x="3433" y="8283"/>
                      <a:pt x="5596" y="8283"/>
                    </a:cubicBezTo>
                    <a:cubicBezTo>
                      <a:pt x="7759" y="8283"/>
                      <a:pt x="11267" y="7013"/>
                      <a:pt x="11267" y="425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6" name="hard_vector_outline_9"/>
              <p:cNvSpPr/>
              <p:nvPr/>
            </p:nvSpPr>
            <p:spPr>
              <a:xfrm>
                <a:off x="4153399" y="601331"/>
                <a:ext cx="11267" cy="8282"/>
              </a:xfrm>
              <a:custGeom>
                <a:avLst/>
                <a:gdLst/>
                <a:ahLst/>
                <a:cxnLst/>
                <a:rect l="0" t="0" r="r" b="b"/>
                <a:pathLst>
                  <a:path w="11267" h="8283">
                    <a:moveTo>
                      <a:pt x="11267" y="4254"/>
                    </a:moveTo>
                    <a:cubicBezTo>
                      <a:pt x="11267" y="1941"/>
                      <a:pt x="8656" y="0"/>
                      <a:pt x="5596" y="0"/>
                    </a:cubicBezTo>
                    <a:cubicBezTo>
                      <a:pt x="2536" y="0"/>
                      <a:pt x="0" y="1865"/>
                      <a:pt x="0" y="4254"/>
                    </a:cubicBezTo>
                    <a:cubicBezTo>
                      <a:pt x="0" y="7088"/>
                      <a:pt x="3433" y="8283"/>
                      <a:pt x="5596" y="8283"/>
                    </a:cubicBezTo>
                    <a:cubicBezTo>
                      <a:pt x="7759" y="8283"/>
                      <a:pt x="11267" y="7013"/>
                      <a:pt x="11267" y="425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7" name="hard_vector_outline_10"/>
              <p:cNvSpPr/>
              <p:nvPr/>
            </p:nvSpPr>
            <p:spPr>
              <a:xfrm>
                <a:off x="4191343" y="601331"/>
                <a:ext cx="11266" cy="8282"/>
              </a:xfrm>
              <a:custGeom>
                <a:avLst/>
                <a:gdLst/>
                <a:ahLst/>
                <a:cxnLst/>
                <a:rect l="0" t="0" r="r" b="b"/>
                <a:pathLst>
                  <a:path w="11267" h="8283">
                    <a:moveTo>
                      <a:pt x="11267" y="4254"/>
                    </a:moveTo>
                    <a:cubicBezTo>
                      <a:pt x="11267" y="1941"/>
                      <a:pt x="8656" y="0"/>
                      <a:pt x="5596" y="0"/>
                    </a:cubicBezTo>
                    <a:cubicBezTo>
                      <a:pt x="2536" y="0"/>
                      <a:pt x="0" y="1865"/>
                      <a:pt x="0" y="4254"/>
                    </a:cubicBezTo>
                    <a:cubicBezTo>
                      <a:pt x="0" y="7088"/>
                      <a:pt x="3433" y="8283"/>
                      <a:pt x="5596" y="8283"/>
                    </a:cubicBezTo>
                    <a:cubicBezTo>
                      <a:pt x="7759" y="8283"/>
                      <a:pt x="11267" y="7013"/>
                      <a:pt x="11267" y="425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8" name="hard_vector_outline_11"/>
              <p:cNvSpPr/>
              <p:nvPr/>
            </p:nvSpPr>
            <p:spPr>
              <a:xfrm>
                <a:off x="4228390" y="601184"/>
                <a:ext cx="12759" cy="18426"/>
              </a:xfrm>
              <a:custGeom>
                <a:avLst/>
                <a:gdLst/>
                <a:ahLst/>
                <a:cxnLst/>
                <a:rect l="0" t="0" r="r" b="b"/>
                <a:pathLst>
                  <a:path w="12760" h="18427">
                    <a:moveTo>
                      <a:pt x="12760" y="7160"/>
                    </a:moveTo>
                    <a:cubicBezTo>
                      <a:pt x="12760" y="968"/>
                      <a:pt x="7536" y="0"/>
                      <a:pt x="5373" y="0"/>
                    </a:cubicBezTo>
                    <a:cubicBezTo>
                      <a:pt x="3059" y="0"/>
                      <a:pt x="0" y="1417"/>
                      <a:pt x="0" y="4624"/>
                    </a:cubicBezTo>
                    <a:cubicBezTo>
                      <a:pt x="0" y="7608"/>
                      <a:pt x="3134" y="8354"/>
                      <a:pt x="5444" y="8354"/>
                    </a:cubicBezTo>
                    <a:cubicBezTo>
                      <a:pt x="6044" y="8354"/>
                      <a:pt x="6492" y="8279"/>
                      <a:pt x="6714" y="8203"/>
                    </a:cubicBezTo>
                    <a:cubicBezTo>
                      <a:pt x="7013" y="8132"/>
                      <a:pt x="7461" y="8057"/>
                      <a:pt x="7611" y="8057"/>
                    </a:cubicBezTo>
                    <a:cubicBezTo>
                      <a:pt x="8207" y="8057"/>
                      <a:pt x="8802" y="8430"/>
                      <a:pt x="8802" y="9100"/>
                    </a:cubicBezTo>
                    <a:cubicBezTo>
                      <a:pt x="8802" y="10517"/>
                      <a:pt x="7385" y="13652"/>
                      <a:pt x="1567" y="16784"/>
                    </a:cubicBezTo>
                    <a:lnTo>
                      <a:pt x="2314" y="18427"/>
                    </a:lnTo>
                    <a:cubicBezTo>
                      <a:pt x="5147" y="17681"/>
                      <a:pt x="12760" y="12458"/>
                      <a:pt x="12760" y="716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9" name="hard_vector_outline_12"/>
              <p:cNvSpPr/>
              <p:nvPr/>
            </p:nvSpPr>
            <p:spPr>
              <a:xfrm>
                <a:off x="4264770" y="560071"/>
                <a:ext cx="46033" cy="50061"/>
              </a:xfrm>
              <a:custGeom>
                <a:avLst/>
                <a:gdLst/>
                <a:ahLst/>
                <a:cxnLst/>
                <a:rect l="0" t="0" r="r" b="b"/>
                <a:pathLst>
                  <a:path w="46034" h="50062">
                    <a:moveTo>
                      <a:pt x="46034" y="1195"/>
                    </a:moveTo>
                    <a:lnTo>
                      <a:pt x="45959" y="0"/>
                    </a:lnTo>
                    <a:lnTo>
                      <a:pt x="20966" y="0"/>
                    </a:lnTo>
                    <a:lnTo>
                      <a:pt x="21039" y="1195"/>
                    </a:lnTo>
                    <a:cubicBezTo>
                      <a:pt x="27234" y="1643"/>
                      <a:pt x="28650" y="2238"/>
                      <a:pt x="28801" y="4254"/>
                    </a:cubicBezTo>
                    <a:cubicBezTo>
                      <a:pt x="28801" y="4477"/>
                      <a:pt x="28872" y="4628"/>
                      <a:pt x="28872" y="4850"/>
                    </a:cubicBezTo>
                    <a:cubicBezTo>
                      <a:pt x="28872" y="5894"/>
                      <a:pt x="28650" y="7239"/>
                      <a:pt x="28056" y="9029"/>
                    </a:cubicBezTo>
                    <a:lnTo>
                      <a:pt x="17162" y="43720"/>
                    </a:lnTo>
                    <a:cubicBezTo>
                      <a:pt x="16415" y="46633"/>
                      <a:pt x="15145" y="47752"/>
                      <a:pt x="12907" y="47752"/>
                    </a:cubicBezTo>
                    <a:cubicBezTo>
                      <a:pt x="10668" y="47752"/>
                      <a:pt x="9478" y="46855"/>
                      <a:pt x="9327" y="44768"/>
                    </a:cubicBezTo>
                    <a:cubicBezTo>
                      <a:pt x="9327" y="44394"/>
                      <a:pt x="9624" y="44021"/>
                      <a:pt x="9624" y="43648"/>
                    </a:cubicBezTo>
                    <a:lnTo>
                      <a:pt x="9624" y="42974"/>
                    </a:lnTo>
                    <a:cubicBezTo>
                      <a:pt x="9478" y="41112"/>
                      <a:pt x="6866" y="39469"/>
                      <a:pt x="4103" y="39469"/>
                    </a:cubicBezTo>
                    <a:cubicBezTo>
                      <a:pt x="1492" y="39469"/>
                      <a:pt x="0" y="40962"/>
                      <a:pt x="0" y="43124"/>
                    </a:cubicBezTo>
                    <a:cubicBezTo>
                      <a:pt x="0" y="47450"/>
                      <a:pt x="4850" y="50062"/>
                      <a:pt x="11716" y="50062"/>
                    </a:cubicBezTo>
                    <a:cubicBezTo>
                      <a:pt x="16637" y="50062"/>
                      <a:pt x="20966" y="48570"/>
                      <a:pt x="23801" y="45811"/>
                    </a:cubicBezTo>
                    <a:cubicBezTo>
                      <a:pt x="26261" y="43422"/>
                      <a:pt x="28056" y="40065"/>
                      <a:pt x="29694" y="34397"/>
                    </a:cubicBezTo>
                    <a:lnTo>
                      <a:pt x="38350" y="6715"/>
                    </a:lnTo>
                    <a:cubicBezTo>
                      <a:pt x="39616" y="2238"/>
                      <a:pt x="40513" y="1794"/>
                      <a:pt x="46034" y="119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0" name="hard_vector_outline_13"/>
              <p:cNvSpPr/>
              <p:nvPr/>
            </p:nvSpPr>
            <p:spPr>
              <a:xfrm>
                <a:off x="4309864" y="596951"/>
                <a:ext cx="26697" cy="23618"/>
              </a:xfrm>
              <a:custGeom>
                <a:avLst/>
                <a:gdLst/>
                <a:ahLst/>
                <a:cxnLst/>
                <a:rect l="0" t="0" r="r" b="b"/>
                <a:pathLst>
                  <a:path w="26698" h="23618">
                    <a:moveTo>
                      <a:pt x="23459" y="18026"/>
                    </a:moveTo>
                    <a:lnTo>
                      <a:pt x="22308" y="17506"/>
                    </a:lnTo>
                    <a:cubicBezTo>
                      <a:pt x="18756" y="20586"/>
                      <a:pt x="16197" y="21737"/>
                      <a:pt x="12799" y="21737"/>
                    </a:cubicBezTo>
                    <a:cubicBezTo>
                      <a:pt x="8882" y="21737"/>
                      <a:pt x="6374" y="19542"/>
                      <a:pt x="6112" y="15780"/>
                    </a:cubicBezTo>
                    <a:cubicBezTo>
                      <a:pt x="6112" y="15518"/>
                      <a:pt x="6112" y="15204"/>
                      <a:pt x="6112" y="14942"/>
                    </a:cubicBezTo>
                    <a:cubicBezTo>
                      <a:pt x="6112" y="10763"/>
                      <a:pt x="8203" y="6481"/>
                      <a:pt x="11545" y="3608"/>
                    </a:cubicBezTo>
                    <a:cubicBezTo>
                      <a:pt x="13375" y="2040"/>
                      <a:pt x="16038" y="1099"/>
                      <a:pt x="18756" y="1099"/>
                    </a:cubicBezTo>
                    <a:cubicBezTo>
                      <a:pt x="20376" y="1099"/>
                      <a:pt x="21368" y="1516"/>
                      <a:pt x="21419" y="2143"/>
                    </a:cubicBezTo>
                    <a:cubicBezTo>
                      <a:pt x="21419" y="2405"/>
                      <a:pt x="21368" y="2667"/>
                      <a:pt x="21106" y="3135"/>
                    </a:cubicBezTo>
                    <a:cubicBezTo>
                      <a:pt x="20689" y="3711"/>
                      <a:pt x="20534" y="4024"/>
                      <a:pt x="20534" y="4441"/>
                    </a:cubicBezTo>
                    <a:cubicBezTo>
                      <a:pt x="20534" y="5854"/>
                      <a:pt x="21733" y="6636"/>
                      <a:pt x="23459" y="6636"/>
                    </a:cubicBezTo>
                    <a:cubicBezTo>
                      <a:pt x="25392" y="6636"/>
                      <a:pt x="26698" y="5695"/>
                      <a:pt x="26698" y="4390"/>
                    </a:cubicBezTo>
                    <a:cubicBezTo>
                      <a:pt x="26698" y="1778"/>
                      <a:pt x="23356" y="0"/>
                      <a:pt x="19070" y="0"/>
                    </a:cubicBezTo>
                    <a:cubicBezTo>
                      <a:pt x="8934" y="0"/>
                      <a:pt x="0" y="7160"/>
                      <a:pt x="0" y="15050"/>
                    </a:cubicBezTo>
                    <a:cubicBezTo>
                      <a:pt x="0" y="15311"/>
                      <a:pt x="0" y="15518"/>
                      <a:pt x="0" y="15780"/>
                    </a:cubicBezTo>
                    <a:cubicBezTo>
                      <a:pt x="365" y="20745"/>
                      <a:pt x="4389" y="23618"/>
                      <a:pt x="10815" y="23618"/>
                    </a:cubicBezTo>
                    <a:cubicBezTo>
                      <a:pt x="16038" y="23618"/>
                      <a:pt x="19487" y="22050"/>
                      <a:pt x="23459" y="1802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1" name="hard_vector_outline_14"/>
              <p:cNvSpPr/>
              <p:nvPr/>
            </p:nvSpPr>
            <p:spPr>
              <a:xfrm>
                <a:off x="4342873" y="585874"/>
                <a:ext cx="48692" cy="34901"/>
              </a:xfrm>
              <a:custGeom>
                <a:avLst/>
                <a:gdLst/>
                <a:ahLst/>
                <a:cxnLst/>
                <a:rect l="0" t="0" r="r" b="b"/>
                <a:pathLst>
                  <a:path w="48693" h="34901">
                    <a:moveTo>
                      <a:pt x="48693" y="837"/>
                    </a:moveTo>
                    <a:lnTo>
                      <a:pt x="48641" y="0"/>
                    </a:lnTo>
                    <a:lnTo>
                      <a:pt x="35528" y="0"/>
                    </a:lnTo>
                    <a:lnTo>
                      <a:pt x="35580" y="837"/>
                    </a:lnTo>
                    <a:cubicBezTo>
                      <a:pt x="39552" y="1099"/>
                      <a:pt x="40334" y="1619"/>
                      <a:pt x="40438" y="3500"/>
                    </a:cubicBezTo>
                    <a:cubicBezTo>
                      <a:pt x="40438" y="3608"/>
                      <a:pt x="40438" y="3711"/>
                      <a:pt x="40438" y="3814"/>
                    </a:cubicBezTo>
                    <a:cubicBezTo>
                      <a:pt x="40438" y="4338"/>
                      <a:pt x="40334" y="4913"/>
                      <a:pt x="40021" y="5802"/>
                    </a:cubicBezTo>
                    <a:lnTo>
                      <a:pt x="39918" y="6219"/>
                    </a:lnTo>
                    <a:lnTo>
                      <a:pt x="33544" y="26075"/>
                    </a:lnTo>
                    <a:lnTo>
                      <a:pt x="17712" y="0"/>
                    </a:lnTo>
                    <a:lnTo>
                      <a:pt x="6322" y="0"/>
                    </a:lnTo>
                    <a:lnTo>
                      <a:pt x="6374" y="837"/>
                    </a:lnTo>
                    <a:cubicBezTo>
                      <a:pt x="9664" y="1048"/>
                      <a:pt x="11231" y="1726"/>
                      <a:pt x="12486" y="3762"/>
                    </a:cubicBezTo>
                    <a:lnTo>
                      <a:pt x="6529" y="25551"/>
                    </a:lnTo>
                    <a:cubicBezTo>
                      <a:pt x="4334" y="32238"/>
                      <a:pt x="3865" y="32865"/>
                      <a:pt x="0" y="33282"/>
                    </a:cubicBezTo>
                    <a:lnTo>
                      <a:pt x="52" y="34119"/>
                    </a:lnTo>
                    <a:lnTo>
                      <a:pt x="13740" y="34119"/>
                    </a:lnTo>
                    <a:lnTo>
                      <a:pt x="13688" y="33282"/>
                    </a:lnTo>
                    <a:cubicBezTo>
                      <a:pt x="10029" y="33076"/>
                      <a:pt x="8723" y="32500"/>
                      <a:pt x="8723" y="30829"/>
                    </a:cubicBezTo>
                    <a:cubicBezTo>
                      <a:pt x="8723" y="30202"/>
                      <a:pt x="8934" y="29206"/>
                      <a:pt x="9140" y="28214"/>
                    </a:cubicBezTo>
                    <a:lnTo>
                      <a:pt x="15256" y="6167"/>
                    </a:lnTo>
                    <a:lnTo>
                      <a:pt x="32968" y="34901"/>
                    </a:lnTo>
                    <a:lnTo>
                      <a:pt x="34064" y="34901"/>
                    </a:lnTo>
                    <a:lnTo>
                      <a:pt x="42216" y="8620"/>
                    </a:lnTo>
                    <a:cubicBezTo>
                      <a:pt x="44307" y="1881"/>
                      <a:pt x="44462" y="1568"/>
                      <a:pt x="48693" y="837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2" name="hard_vector_outline_15"/>
              <p:cNvSpPr/>
              <p:nvPr/>
            </p:nvSpPr>
            <p:spPr>
              <a:xfrm>
                <a:off x="4408407" y="556043"/>
                <a:ext cx="15744" cy="67147"/>
              </a:xfrm>
              <a:custGeom>
                <a:avLst/>
                <a:gdLst/>
                <a:ahLst/>
                <a:cxnLst/>
                <a:rect l="0" t="0" r="r" b="b"/>
                <a:pathLst>
                  <a:path w="15744" h="67147">
                    <a:moveTo>
                      <a:pt x="0" y="65282"/>
                    </a:moveTo>
                    <a:lnTo>
                      <a:pt x="0" y="67147"/>
                    </a:lnTo>
                    <a:lnTo>
                      <a:pt x="15744" y="67147"/>
                    </a:lnTo>
                    <a:lnTo>
                      <a:pt x="15744" y="0"/>
                    </a:lnTo>
                    <a:lnTo>
                      <a:pt x="0" y="0"/>
                    </a:lnTo>
                    <a:lnTo>
                      <a:pt x="0" y="1865"/>
                    </a:lnTo>
                    <a:lnTo>
                      <a:pt x="6417" y="1865"/>
                    </a:lnTo>
                    <a:cubicBezTo>
                      <a:pt x="8878" y="1865"/>
                      <a:pt x="10073" y="3135"/>
                      <a:pt x="10073" y="5747"/>
                    </a:cubicBezTo>
                    <a:lnTo>
                      <a:pt x="10073" y="62000"/>
                    </a:lnTo>
                    <a:cubicBezTo>
                      <a:pt x="10073" y="64314"/>
                      <a:pt x="9029" y="65282"/>
                      <a:pt x="6715" y="65282"/>
                    </a:cubicBezTo>
                    <a:lnTo>
                      <a:pt x="0" y="6528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3" name="hard_vector_outline_16"/>
              <p:cNvSpPr/>
              <p:nvPr/>
            </p:nvSpPr>
            <p:spPr>
              <a:xfrm>
                <a:off x="4438434" y="552965"/>
                <a:ext cx="30722" cy="28737"/>
              </a:xfrm>
              <a:custGeom>
                <a:avLst/>
                <a:gdLst/>
                <a:ahLst/>
                <a:cxnLst/>
                <a:rect l="0" t="0" r="r" b="b"/>
                <a:pathLst>
                  <a:path w="30722" h="28738">
                    <a:moveTo>
                      <a:pt x="30722" y="2925"/>
                    </a:moveTo>
                    <a:lnTo>
                      <a:pt x="30722" y="0"/>
                    </a:lnTo>
                    <a:lnTo>
                      <a:pt x="0" y="0"/>
                    </a:lnTo>
                    <a:lnTo>
                      <a:pt x="0" y="2925"/>
                    </a:lnTo>
                    <a:lnTo>
                      <a:pt x="13899" y="2925"/>
                    </a:lnTo>
                    <a:lnTo>
                      <a:pt x="13899" y="28738"/>
                    </a:lnTo>
                    <a:lnTo>
                      <a:pt x="16823" y="28738"/>
                    </a:lnTo>
                    <a:lnTo>
                      <a:pt x="16823" y="2925"/>
                    </a:lnTo>
                    <a:lnTo>
                      <a:pt x="30722" y="2925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4" name="hard_vector_outline_17"/>
              <p:cNvSpPr/>
              <p:nvPr/>
            </p:nvSpPr>
            <p:spPr>
              <a:xfrm>
                <a:off x="4484992" y="601184"/>
                <a:ext cx="12759" cy="18426"/>
              </a:xfrm>
              <a:custGeom>
                <a:avLst/>
                <a:gdLst/>
                <a:ahLst/>
                <a:cxnLst/>
                <a:rect l="0" t="0" r="r" b="b"/>
                <a:pathLst>
                  <a:path w="12760" h="18427">
                    <a:moveTo>
                      <a:pt x="12760" y="7160"/>
                    </a:moveTo>
                    <a:cubicBezTo>
                      <a:pt x="12760" y="968"/>
                      <a:pt x="7537" y="0"/>
                      <a:pt x="5374" y="0"/>
                    </a:cubicBezTo>
                    <a:cubicBezTo>
                      <a:pt x="3060" y="0"/>
                      <a:pt x="0" y="1417"/>
                      <a:pt x="0" y="4624"/>
                    </a:cubicBezTo>
                    <a:cubicBezTo>
                      <a:pt x="0" y="7608"/>
                      <a:pt x="3135" y="8354"/>
                      <a:pt x="5445" y="8354"/>
                    </a:cubicBezTo>
                    <a:cubicBezTo>
                      <a:pt x="6044" y="8354"/>
                      <a:pt x="6493" y="8279"/>
                      <a:pt x="6715" y="8203"/>
                    </a:cubicBezTo>
                    <a:cubicBezTo>
                      <a:pt x="7013" y="8132"/>
                      <a:pt x="7461" y="8057"/>
                      <a:pt x="7612" y="8057"/>
                    </a:cubicBezTo>
                    <a:cubicBezTo>
                      <a:pt x="8207" y="8057"/>
                      <a:pt x="8803" y="8430"/>
                      <a:pt x="8803" y="9100"/>
                    </a:cubicBezTo>
                    <a:cubicBezTo>
                      <a:pt x="8803" y="10517"/>
                      <a:pt x="7386" y="13652"/>
                      <a:pt x="1568" y="16784"/>
                    </a:cubicBezTo>
                    <a:lnTo>
                      <a:pt x="2314" y="18427"/>
                    </a:lnTo>
                    <a:cubicBezTo>
                      <a:pt x="5147" y="17681"/>
                      <a:pt x="12760" y="12458"/>
                      <a:pt x="12760" y="716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5" name="hard_vector_outline_18"/>
              <p:cNvSpPr/>
              <p:nvPr/>
            </p:nvSpPr>
            <p:spPr>
              <a:xfrm>
                <a:off x="4595993" y="557833"/>
                <a:ext cx="43199" cy="51780"/>
              </a:xfrm>
              <a:custGeom>
                <a:avLst/>
                <a:gdLst/>
                <a:ahLst/>
                <a:cxnLst/>
                <a:rect l="0" t="0" r="r" b="b"/>
                <a:pathLst>
                  <a:path w="43199" h="51780">
                    <a:moveTo>
                      <a:pt x="43199" y="27011"/>
                    </a:moveTo>
                    <a:cubicBezTo>
                      <a:pt x="42827" y="21789"/>
                      <a:pt x="37529" y="18058"/>
                      <a:pt x="30964" y="18058"/>
                    </a:cubicBezTo>
                    <a:cubicBezTo>
                      <a:pt x="24098" y="18058"/>
                      <a:pt x="19248" y="21114"/>
                      <a:pt x="12835" y="29321"/>
                    </a:cubicBezTo>
                    <a:lnTo>
                      <a:pt x="21114" y="373"/>
                    </a:lnTo>
                    <a:lnTo>
                      <a:pt x="20296" y="0"/>
                    </a:lnTo>
                    <a:cubicBezTo>
                      <a:pt x="15446" y="675"/>
                      <a:pt x="12013" y="1119"/>
                      <a:pt x="5520" y="1719"/>
                    </a:cubicBezTo>
                    <a:lnTo>
                      <a:pt x="5596" y="2984"/>
                    </a:lnTo>
                    <a:cubicBezTo>
                      <a:pt x="11342" y="3135"/>
                      <a:pt x="12013" y="3358"/>
                      <a:pt x="12013" y="5152"/>
                    </a:cubicBezTo>
                    <a:cubicBezTo>
                      <a:pt x="12013" y="5822"/>
                      <a:pt x="11716" y="6640"/>
                      <a:pt x="11342" y="8207"/>
                    </a:cubicBezTo>
                    <a:lnTo>
                      <a:pt x="10894" y="9624"/>
                    </a:lnTo>
                    <a:lnTo>
                      <a:pt x="10743" y="10148"/>
                    </a:lnTo>
                    <a:lnTo>
                      <a:pt x="0" y="47526"/>
                    </a:lnTo>
                    <a:lnTo>
                      <a:pt x="0" y="47823"/>
                    </a:lnTo>
                    <a:cubicBezTo>
                      <a:pt x="151" y="49542"/>
                      <a:pt x="7834" y="51780"/>
                      <a:pt x="13430" y="51780"/>
                    </a:cubicBezTo>
                    <a:cubicBezTo>
                      <a:pt x="28054" y="51780"/>
                      <a:pt x="43199" y="39469"/>
                      <a:pt x="43199" y="27904"/>
                    </a:cubicBezTo>
                    <a:cubicBezTo>
                      <a:pt x="43199" y="27607"/>
                      <a:pt x="43199" y="27309"/>
                      <a:pt x="43199" y="27011"/>
                    </a:cubicBezTo>
                    <a:close/>
                    <a:moveTo>
                      <a:pt x="34619" y="28130"/>
                    </a:moveTo>
                    <a:cubicBezTo>
                      <a:pt x="34619" y="28277"/>
                      <a:pt x="34619" y="28504"/>
                      <a:pt x="34619" y="28650"/>
                    </a:cubicBezTo>
                    <a:cubicBezTo>
                      <a:pt x="34619" y="33651"/>
                      <a:pt x="30219" y="41184"/>
                      <a:pt x="24920" y="45661"/>
                    </a:cubicBezTo>
                    <a:cubicBezTo>
                      <a:pt x="21487" y="48498"/>
                      <a:pt x="17386" y="50062"/>
                      <a:pt x="13208" y="50062"/>
                    </a:cubicBezTo>
                    <a:cubicBezTo>
                      <a:pt x="10223" y="50062"/>
                      <a:pt x="8731" y="49244"/>
                      <a:pt x="8656" y="47526"/>
                    </a:cubicBezTo>
                    <a:cubicBezTo>
                      <a:pt x="8656" y="47228"/>
                      <a:pt x="8580" y="47006"/>
                      <a:pt x="8580" y="46704"/>
                    </a:cubicBezTo>
                    <a:cubicBezTo>
                      <a:pt x="8580" y="42232"/>
                      <a:pt x="10969" y="35588"/>
                      <a:pt x="14474" y="30294"/>
                    </a:cubicBezTo>
                    <a:cubicBezTo>
                      <a:pt x="18281" y="24547"/>
                      <a:pt x="22535" y="21713"/>
                      <a:pt x="27234" y="21713"/>
                    </a:cubicBezTo>
                    <a:cubicBezTo>
                      <a:pt x="31483" y="21713"/>
                      <a:pt x="34322" y="24174"/>
                      <a:pt x="34619" y="2813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6" name="hard_vector_outline_19"/>
              <p:cNvSpPr/>
              <p:nvPr/>
            </p:nvSpPr>
            <p:spPr>
              <a:xfrm>
                <a:off x="4670469" y="579994"/>
                <a:ext cx="38199" cy="19323"/>
              </a:xfrm>
              <a:custGeom>
                <a:avLst/>
                <a:gdLst/>
                <a:ahLst/>
                <a:cxnLst/>
                <a:rect l="0" t="0" r="r" b="b"/>
                <a:pathLst>
                  <a:path w="38199" h="19324">
                    <a:moveTo>
                      <a:pt x="38199" y="4175"/>
                    </a:moveTo>
                    <a:lnTo>
                      <a:pt x="38199" y="0"/>
                    </a:lnTo>
                    <a:lnTo>
                      <a:pt x="0" y="0"/>
                    </a:lnTo>
                    <a:lnTo>
                      <a:pt x="0" y="4175"/>
                    </a:lnTo>
                    <a:lnTo>
                      <a:pt x="38199" y="4175"/>
                    </a:lnTo>
                    <a:close/>
                    <a:moveTo>
                      <a:pt x="38199" y="19324"/>
                    </a:moveTo>
                    <a:lnTo>
                      <a:pt x="38199" y="15145"/>
                    </a:lnTo>
                    <a:lnTo>
                      <a:pt x="0" y="15145"/>
                    </a:lnTo>
                    <a:lnTo>
                      <a:pt x="0" y="19324"/>
                    </a:lnTo>
                    <a:lnTo>
                      <a:pt x="38199" y="1932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7" name="hard_vector_outline_20"/>
              <p:cNvSpPr/>
              <p:nvPr/>
            </p:nvSpPr>
            <p:spPr>
              <a:xfrm>
                <a:off x="4747309" y="556043"/>
                <a:ext cx="15744" cy="67147"/>
              </a:xfrm>
              <a:custGeom>
                <a:avLst/>
                <a:gdLst/>
                <a:ahLst/>
                <a:cxnLst/>
                <a:rect l="0" t="0" r="r" b="b"/>
                <a:pathLst>
                  <a:path w="15744" h="67147">
                    <a:moveTo>
                      <a:pt x="15744" y="65282"/>
                    </a:moveTo>
                    <a:lnTo>
                      <a:pt x="9327" y="65282"/>
                    </a:lnTo>
                    <a:cubicBezTo>
                      <a:pt x="6866" y="65282"/>
                      <a:pt x="5671" y="64016"/>
                      <a:pt x="5671" y="61404"/>
                    </a:cubicBezTo>
                    <a:lnTo>
                      <a:pt x="5671" y="5147"/>
                    </a:lnTo>
                    <a:cubicBezTo>
                      <a:pt x="5671" y="2838"/>
                      <a:pt x="6640" y="1865"/>
                      <a:pt x="9029" y="1865"/>
                    </a:cubicBezTo>
                    <a:lnTo>
                      <a:pt x="15744" y="1865"/>
                    </a:lnTo>
                    <a:lnTo>
                      <a:pt x="15744" y="0"/>
                    </a:lnTo>
                    <a:lnTo>
                      <a:pt x="0" y="0"/>
                    </a:lnTo>
                    <a:lnTo>
                      <a:pt x="0" y="67147"/>
                    </a:lnTo>
                    <a:lnTo>
                      <a:pt x="15744" y="67147"/>
                    </a:lnTo>
                    <a:lnTo>
                      <a:pt x="15744" y="6528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8" name="hard_vector_outline_21"/>
              <p:cNvSpPr/>
              <p:nvPr/>
            </p:nvSpPr>
            <p:spPr>
              <a:xfrm>
                <a:off x="4771407" y="557833"/>
                <a:ext cx="43199" cy="51780"/>
              </a:xfrm>
              <a:custGeom>
                <a:avLst/>
                <a:gdLst/>
                <a:ahLst/>
                <a:cxnLst/>
                <a:rect l="0" t="0" r="r" b="b"/>
                <a:pathLst>
                  <a:path w="43200" h="51780">
                    <a:moveTo>
                      <a:pt x="43200" y="27011"/>
                    </a:moveTo>
                    <a:cubicBezTo>
                      <a:pt x="42827" y="21789"/>
                      <a:pt x="37528" y="18058"/>
                      <a:pt x="30964" y="18058"/>
                    </a:cubicBezTo>
                    <a:cubicBezTo>
                      <a:pt x="24098" y="18058"/>
                      <a:pt x="19248" y="21114"/>
                      <a:pt x="12835" y="29321"/>
                    </a:cubicBezTo>
                    <a:lnTo>
                      <a:pt x="21114" y="373"/>
                    </a:lnTo>
                    <a:lnTo>
                      <a:pt x="20296" y="0"/>
                    </a:lnTo>
                    <a:cubicBezTo>
                      <a:pt x="15446" y="675"/>
                      <a:pt x="12013" y="1119"/>
                      <a:pt x="5521" y="1719"/>
                    </a:cubicBezTo>
                    <a:lnTo>
                      <a:pt x="5596" y="2984"/>
                    </a:lnTo>
                    <a:cubicBezTo>
                      <a:pt x="11343" y="3135"/>
                      <a:pt x="12013" y="3358"/>
                      <a:pt x="12013" y="5152"/>
                    </a:cubicBezTo>
                    <a:cubicBezTo>
                      <a:pt x="12013" y="5822"/>
                      <a:pt x="11716" y="6640"/>
                      <a:pt x="11343" y="8207"/>
                    </a:cubicBezTo>
                    <a:lnTo>
                      <a:pt x="10894" y="9624"/>
                    </a:lnTo>
                    <a:lnTo>
                      <a:pt x="10743" y="10148"/>
                    </a:lnTo>
                    <a:lnTo>
                      <a:pt x="0" y="47526"/>
                    </a:lnTo>
                    <a:lnTo>
                      <a:pt x="0" y="47823"/>
                    </a:lnTo>
                    <a:cubicBezTo>
                      <a:pt x="151" y="49542"/>
                      <a:pt x="7834" y="51780"/>
                      <a:pt x="13430" y="51780"/>
                    </a:cubicBezTo>
                    <a:cubicBezTo>
                      <a:pt x="28055" y="51780"/>
                      <a:pt x="43200" y="39469"/>
                      <a:pt x="43200" y="27904"/>
                    </a:cubicBezTo>
                    <a:cubicBezTo>
                      <a:pt x="43200" y="27607"/>
                      <a:pt x="43200" y="27309"/>
                      <a:pt x="43200" y="27011"/>
                    </a:cubicBezTo>
                    <a:close/>
                    <a:moveTo>
                      <a:pt x="34619" y="28130"/>
                    </a:moveTo>
                    <a:cubicBezTo>
                      <a:pt x="34619" y="28277"/>
                      <a:pt x="34619" y="28504"/>
                      <a:pt x="34619" y="28650"/>
                    </a:cubicBezTo>
                    <a:cubicBezTo>
                      <a:pt x="34619" y="33651"/>
                      <a:pt x="30218" y="41184"/>
                      <a:pt x="24920" y="45661"/>
                    </a:cubicBezTo>
                    <a:cubicBezTo>
                      <a:pt x="21487" y="48498"/>
                      <a:pt x="17387" y="50062"/>
                      <a:pt x="13208" y="50062"/>
                    </a:cubicBezTo>
                    <a:cubicBezTo>
                      <a:pt x="10224" y="50062"/>
                      <a:pt x="8731" y="49244"/>
                      <a:pt x="8656" y="47526"/>
                    </a:cubicBezTo>
                    <a:cubicBezTo>
                      <a:pt x="8656" y="47228"/>
                      <a:pt x="8580" y="47006"/>
                      <a:pt x="8580" y="46704"/>
                    </a:cubicBezTo>
                    <a:cubicBezTo>
                      <a:pt x="8580" y="42232"/>
                      <a:pt x="10970" y="35588"/>
                      <a:pt x="14474" y="30294"/>
                    </a:cubicBezTo>
                    <a:cubicBezTo>
                      <a:pt x="18280" y="24547"/>
                      <a:pt x="22535" y="21713"/>
                      <a:pt x="27234" y="21713"/>
                    </a:cubicBezTo>
                    <a:cubicBezTo>
                      <a:pt x="31484" y="21713"/>
                      <a:pt x="34322" y="24174"/>
                      <a:pt x="34619" y="2813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9" name="hard_vector_outline_22"/>
              <p:cNvSpPr/>
              <p:nvPr/>
            </p:nvSpPr>
            <p:spPr>
              <a:xfrm>
                <a:off x="4824446" y="584659"/>
                <a:ext cx="14787" cy="35321"/>
              </a:xfrm>
              <a:custGeom>
                <a:avLst/>
                <a:gdLst/>
                <a:ahLst/>
                <a:cxnLst/>
                <a:rect l="0" t="0" r="r" b="b"/>
                <a:pathLst>
                  <a:path w="14788" h="35322">
                    <a:moveTo>
                      <a:pt x="14788" y="35322"/>
                    </a:moveTo>
                    <a:lnTo>
                      <a:pt x="14788" y="34540"/>
                    </a:lnTo>
                    <a:cubicBezTo>
                      <a:pt x="10660" y="34484"/>
                      <a:pt x="9823" y="33965"/>
                      <a:pt x="9823" y="31456"/>
                    </a:cubicBezTo>
                    <a:lnTo>
                      <a:pt x="9823" y="107"/>
                    </a:lnTo>
                    <a:lnTo>
                      <a:pt x="9406" y="0"/>
                    </a:lnTo>
                    <a:lnTo>
                      <a:pt x="0" y="4754"/>
                    </a:lnTo>
                    <a:lnTo>
                      <a:pt x="0" y="5489"/>
                    </a:lnTo>
                    <a:cubicBezTo>
                      <a:pt x="627" y="5227"/>
                      <a:pt x="1203" y="5016"/>
                      <a:pt x="1413" y="4913"/>
                    </a:cubicBezTo>
                    <a:cubicBezTo>
                      <a:pt x="2353" y="4548"/>
                      <a:pt x="3242" y="4338"/>
                      <a:pt x="3762" y="4338"/>
                    </a:cubicBezTo>
                    <a:cubicBezTo>
                      <a:pt x="4862" y="4338"/>
                      <a:pt x="5330" y="5124"/>
                      <a:pt x="5330" y="6795"/>
                    </a:cubicBezTo>
                    <a:lnTo>
                      <a:pt x="5330" y="30464"/>
                    </a:lnTo>
                    <a:cubicBezTo>
                      <a:pt x="5330" y="32187"/>
                      <a:pt x="4913" y="33389"/>
                      <a:pt x="4076" y="33857"/>
                    </a:cubicBezTo>
                    <a:cubicBezTo>
                      <a:pt x="3294" y="34330"/>
                      <a:pt x="2560" y="34484"/>
                      <a:pt x="365" y="34540"/>
                    </a:cubicBezTo>
                    <a:lnTo>
                      <a:pt x="365" y="35322"/>
                    </a:lnTo>
                    <a:lnTo>
                      <a:pt x="14788" y="3532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0" name="hard_vector_outline_23"/>
              <p:cNvSpPr/>
              <p:nvPr/>
            </p:nvSpPr>
            <p:spPr>
              <a:xfrm>
                <a:off x="4857369" y="601184"/>
                <a:ext cx="12759" cy="18426"/>
              </a:xfrm>
              <a:custGeom>
                <a:avLst/>
                <a:gdLst/>
                <a:ahLst/>
                <a:cxnLst/>
                <a:rect l="0" t="0" r="r" b="b"/>
                <a:pathLst>
                  <a:path w="12759" h="18427">
                    <a:moveTo>
                      <a:pt x="12759" y="7160"/>
                    </a:moveTo>
                    <a:cubicBezTo>
                      <a:pt x="12759" y="968"/>
                      <a:pt x="7537" y="0"/>
                      <a:pt x="5374" y="0"/>
                    </a:cubicBezTo>
                    <a:cubicBezTo>
                      <a:pt x="3060" y="0"/>
                      <a:pt x="0" y="1417"/>
                      <a:pt x="0" y="4624"/>
                    </a:cubicBezTo>
                    <a:cubicBezTo>
                      <a:pt x="0" y="7608"/>
                      <a:pt x="3135" y="8354"/>
                      <a:pt x="5445" y="8354"/>
                    </a:cubicBezTo>
                    <a:cubicBezTo>
                      <a:pt x="6044" y="8354"/>
                      <a:pt x="6493" y="8279"/>
                      <a:pt x="6715" y="8203"/>
                    </a:cubicBezTo>
                    <a:cubicBezTo>
                      <a:pt x="7013" y="8132"/>
                      <a:pt x="7461" y="8057"/>
                      <a:pt x="7612" y="8057"/>
                    </a:cubicBezTo>
                    <a:cubicBezTo>
                      <a:pt x="8207" y="8057"/>
                      <a:pt x="8803" y="8430"/>
                      <a:pt x="8803" y="9100"/>
                    </a:cubicBezTo>
                    <a:cubicBezTo>
                      <a:pt x="8803" y="10517"/>
                      <a:pt x="7386" y="13652"/>
                      <a:pt x="1568" y="16784"/>
                    </a:cubicBezTo>
                    <a:lnTo>
                      <a:pt x="2314" y="18427"/>
                    </a:lnTo>
                    <a:cubicBezTo>
                      <a:pt x="5147" y="17681"/>
                      <a:pt x="12759" y="12458"/>
                      <a:pt x="12759" y="716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1" name="hard_vector_outline_24"/>
              <p:cNvSpPr/>
              <p:nvPr/>
            </p:nvSpPr>
            <p:spPr>
              <a:xfrm>
                <a:off x="4897330" y="601331"/>
                <a:ext cx="11267" cy="8282"/>
              </a:xfrm>
              <a:custGeom>
                <a:avLst/>
                <a:gdLst/>
                <a:ahLst/>
                <a:cxnLst/>
                <a:rect l="0" t="0" r="r" b="b"/>
                <a:pathLst>
                  <a:path w="11267" h="8283">
                    <a:moveTo>
                      <a:pt x="11267" y="4254"/>
                    </a:moveTo>
                    <a:cubicBezTo>
                      <a:pt x="11267" y="1941"/>
                      <a:pt x="8656" y="0"/>
                      <a:pt x="5596" y="0"/>
                    </a:cubicBezTo>
                    <a:cubicBezTo>
                      <a:pt x="2536" y="0"/>
                      <a:pt x="0" y="1865"/>
                      <a:pt x="0" y="4254"/>
                    </a:cubicBezTo>
                    <a:cubicBezTo>
                      <a:pt x="0" y="7088"/>
                      <a:pt x="3433" y="8283"/>
                      <a:pt x="5596" y="8283"/>
                    </a:cubicBezTo>
                    <a:cubicBezTo>
                      <a:pt x="7759" y="8283"/>
                      <a:pt x="11267" y="7013"/>
                      <a:pt x="11267" y="425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2" name="hard_vector_outline_25"/>
              <p:cNvSpPr/>
              <p:nvPr/>
            </p:nvSpPr>
            <p:spPr>
              <a:xfrm>
                <a:off x="4935199" y="601331"/>
                <a:ext cx="11267" cy="8282"/>
              </a:xfrm>
              <a:custGeom>
                <a:avLst/>
                <a:gdLst/>
                <a:ahLst/>
                <a:cxnLst/>
                <a:rect l="0" t="0" r="r" b="b"/>
                <a:pathLst>
                  <a:path w="11267" h="8283">
                    <a:moveTo>
                      <a:pt x="11267" y="4254"/>
                    </a:moveTo>
                    <a:cubicBezTo>
                      <a:pt x="11267" y="1941"/>
                      <a:pt x="8656" y="0"/>
                      <a:pt x="5596" y="0"/>
                    </a:cubicBezTo>
                    <a:cubicBezTo>
                      <a:pt x="2536" y="0"/>
                      <a:pt x="0" y="1865"/>
                      <a:pt x="0" y="4254"/>
                    </a:cubicBezTo>
                    <a:cubicBezTo>
                      <a:pt x="0" y="7088"/>
                      <a:pt x="3433" y="8283"/>
                      <a:pt x="5596" y="8283"/>
                    </a:cubicBezTo>
                    <a:cubicBezTo>
                      <a:pt x="7759" y="8283"/>
                      <a:pt x="11267" y="7013"/>
                      <a:pt x="11267" y="425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3" name="hard_vector_outline_26"/>
              <p:cNvSpPr/>
              <p:nvPr/>
            </p:nvSpPr>
            <p:spPr>
              <a:xfrm>
                <a:off x="4973142" y="601331"/>
                <a:ext cx="11266" cy="8282"/>
              </a:xfrm>
              <a:custGeom>
                <a:avLst/>
                <a:gdLst/>
                <a:ahLst/>
                <a:cxnLst/>
                <a:rect l="0" t="0" r="r" b="b"/>
                <a:pathLst>
                  <a:path w="11267" h="8283">
                    <a:moveTo>
                      <a:pt x="11267" y="4254"/>
                    </a:moveTo>
                    <a:cubicBezTo>
                      <a:pt x="11267" y="1941"/>
                      <a:pt x="8656" y="0"/>
                      <a:pt x="5596" y="0"/>
                    </a:cubicBezTo>
                    <a:cubicBezTo>
                      <a:pt x="2536" y="0"/>
                      <a:pt x="0" y="1865"/>
                      <a:pt x="0" y="4254"/>
                    </a:cubicBezTo>
                    <a:cubicBezTo>
                      <a:pt x="0" y="7088"/>
                      <a:pt x="3433" y="8283"/>
                      <a:pt x="5596" y="8283"/>
                    </a:cubicBezTo>
                    <a:cubicBezTo>
                      <a:pt x="7759" y="8283"/>
                      <a:pt x="11267" y="7013"/>
                      <a:pt x="11267" y="425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4" name="hard_vector_outline_27"/>
              <p:cNvSpPr/>
              <p:nvPr/>
            </p:nvSpPr>
            <p:spPr>
              <a:xfrm>
                <a:off x="5010190" y="601184"/>
                <a:ext cx="12758" cy="18426"/>
              </a:xfrm>
              <a:custGeom>
                <a:avLst/>
                <a:gdLst/>
                <a:ahLst/>
                <a:cxnLst/>
                <a:rect l="0" t="0" r="r" b="b"/>
                <a:pathLst>
                  <a:path w="12758" h="18427">
                    <a:moveTo>
                      <a:pt x="12758" y="7160"/>
                    </a:moveTo>
                    <a:cubicBezTo>
                      <a:pt x="12758" y="968"/>
                      <a:pt x="7536" y="0"/>
                      <a:pt x="5373" y="0"/>
                    </a:cubicBezTo>
                    <a:cubicBezTo>
                      <a:pt x="3059" y="0"/>
                      <a:pt x="0" y="1417"/>
                      <a:pt x="0" y="4624"/>
                    </a:cubicBezTo>
                    <a:cubicBezTo>
                      <a:pt x="0" y="7608"/>
                      <a:pt x="3134" y="8354"/>
                      <a:pt x="5444" y="8354"/>
                    </a:cubicBezTo>
                    <a:cubicBezTo>
                      <a:pt x="6044" y="8354"/>
                      <a:pt x="6492" y="8279"/>
                      <a:pt x="6714" y="8203"/>
                    </a:cubicBezTo>
                    <a:cubicBezTo>
                      <a:pt x="7012" y="8132"/>
                      <a:pt x="7461" y="8057"/>
                      <a:pt x="7611" y="8057"/>
                    </a:cubicBezTo>
                    <a:cubicBezTo>
                      <a:pt x="8207" y="8057"/>
                      <a:pt x="8802" y="8430"/>
                      <a:pt x="8802" y="9100"/>
                    </a:cubicBezTo>
                    <a:cubicBezTo>
                      <a:pt x="8802" y="10517"/>
                      <a:pt x="7385" y="13652"/>
                      <a:pt x="1567" y="16784"/>
                    </a:cubicBezTo>
                    <a:lnTo>
                      <a:pt x="2313" y="18427"/>
                    </a:lnTo>
                    <a:cubicBezTo>
                      <a:pt x="5147" y="17681"/>
                      <a:pt x="12758" y="12458"/>
                      <a:pt x="12758" y="716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5" name="hard_vector_outline_28"/>
              <p:cNvSpPr/>
              <p:nvPr/>
            </p:nvSpPr>
            <p:spPr>
              <a:xfrm>
                <a:off x="5046493" y="557833"/>
                <a:ext cx="43199" cy="51780"/>
              </a:xfrm>
              <a:custGeom>
                <a:avLst/>
                <a:gdLst/>
                <a:ahLst/>
                <a:cxnLst/>
                <a:rect l="0" t="0" r="r" b="b"/>
                <a:pathLst>
                  <a:path w="43199" h="51780">
                    <a:moveTo>
                      <a:pt x="43199" y="27011"/>
                    </a:moveTo>
                    <a:cubicBezTo>
                      <a:pt x="42827" y="21789"/>
                      <a:pt x="37529" y="18058"/>
                      <a:pt x="30964" y="18058"/>
                    </a:cubicBezTo>
                    <a:cubicBezTo>
                      <a:pt x="24098" y="18058"/>
                      <a:pt x="19248" y="21114"/>
                      <a:pt x="12835" y="29321"/>
                    </a:cubicBezTo>
                    <a:lnTo>
                      <a:pt x="21114" y="373"/>
                    </a:lnTo>
                    <a:lnTo>
                      <a:pt x="20296" y="0"/>
                    </a:lnTo>
                    <a:cubicBezTo>
                      <a:pt x="15446" y="675"/>
                      <a:pt x="12013" y="1119"/>
                      <a:pt x="5521" y="1719"/>
                    </a:cubicBezTo>
                    <a:lnTo>
                      <a:pt x="5596" y="2984"/>
                    </a:lnTo>
                    <a:cubicBezTo>
                      <a:pt x="11342" y="3135"/>
                      <a:pt x="12013" y="3358"/>
                      <a:pt x="12013" y="5152"/>
                    </a:cubicBezTo>
                    <a:cubicBezTo>
                      <a:pt x="12013" y="5822"/>
                      <a:pt x="11716" y="6640"/>
                      <a:pt x="11342" y="8207"/>
                    </a:cubicBezTo>
                    <a:lnTo>
                      <a:pt x="10894" y="9624"/>
                    </a:lnTo>
                    <a:lnTo>
                      <a:pt x="10743" y="10148"/>
                    </a:lnTo>
                    <a:lnTo>
                      <a:pt x="0" y="47526"/>
                    </a:lnTo>
                    <a:lnTo>
                      <a:pt x="0" y="47823"/>
                    </a:lnTo>
                    <a:cubicBezTo>
                      <a:pt x="151" y="49542"/>
                      <a:pt x="7835" y="51780"/>
                      <a:pt x="13430" y="51780"/>
                    </a:cubicBezTo>
                    <a:cubicBezTo>
                      <a:pt x="28054" y="51780"/>
                      <a:pt x="43199" y="39469"/>
                      <a:pt x="43199" y="27904"/>
                    </a:cubicBezTo>
                    <a:cubicBezTo>
                      <a:pt x="43199" y="27607"/>
                      <a:pt x="43199" y="27309"/>
                      <a:pt x="43199" y="27011"/>
                    </a:cubicBezTo>
                    <a:close/>
                    <a:moveTo>
                      <a:pt x="34619" y="28130"/>
                    </a:moveTo>
                    <a:cubicBezTo>
                      <a:pt x="34619" y="28277"/>
                      <a:pt x="34619" y="28504"/>
                      <a:pt x="34619" y="28650"/>
                    </a:cubicBezTo>
                    <a:cubicBezTo>
                      <a:pt x="34619" y="33651"/>
                      <a:pt x="30218" y="41184"/>
                      <a:pt x="24920" y="45661"/>
                    </a:cubicBezTo>
                    <a:cubicBezTo>
                      <a:pt x="21487" y="48498"/>
                      <a:pt x="17386" y="50062"/>
                      <a:pt x="13208" y="50062"/>
                    </a:cubicBezTo>
                    <a:cubicBezTo>
                      <a:pt x="10224" y="50062"/>
                      <a:pt x="8731" y="49244"/>
                      <a:pt x="8655" y="47526"/>
                    </a:cubicBezTo>
                    <a:cubicBezTo>
                      <a:pt x="8655" y="47228"/>
                      <a:pt x="8580" y="47006"/>
                      <a:pt x="8580" y="46704"/>
                    </a:cubicBezTo>
                    <a:cubicBezTo>
                      <a:pt x="8580" y="42232"/>
                      <a:pt x="10969" y="35588"/>
                      <a:pt x="14474" y="30294"/>
                    </a:cubicBezTo>
                    <a:cubicBezTo>
                      <a:pt x="18280" y="24547"/>
                      <a:pt x="22535" y="21713"/>
                      <a:pt x="27234" y="21713"/>
                    </a:cubicBezTo>
                    <a:cubicBezTo>
                      <a:pt x="31483" y="21713"/>
                      <a:pt x="34322" y="24174"/>
                      <a:pt x="34619" y="2813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6" name="hard_vector_outline_29"/>
              <p:cNvSpPr/>
              <p:nvPr/>
            </p:nvSpPr>
            <p:spPr>
              <a:xfrm>
                <a:off x="5096194" y="585862"/>
                <a:ext cx="48692" cy="34901"/>
              </a:xfrm>
              <a:custGeom>
                <a:avLst/>
                <a:gdLst/>
                <a:ahLst/>
                <a:cxnLst/>
                <a:rect l="0" t="0" r="r" b="b"/>
                <a:pathLst>
                  <a:path w="48693" h="34901">
                    <a:moveTo>
                      <a:pt x="48693" y="837"/>
                    </a:moveTo>
                    <a:lnTo>
                      <a:pt x="48641" y="0"/>
                    </a:lnTo>
                    <a:lnTo>
                      <a:pt x="35528" y="0"/>
                    </a:lnTo>
                    <a:lnTo>
                      <a:pt x="35580" y="837"/>
                    </a:lnTo>
                    <a:cubicBezTo>
                      <a:pt x="39553" y="1099"/>
                      <a:pt x="40334" y="1619"/>
                      <a:pt x="40438" y="3500"/>
                    </a:cubicBezTo>
                    <a:cubicBezTo>
                      <a:pt x="40438" y="3608"/>
                      <a:pt x="40438" y="3711"/>
                      <a:pt x="40438" y="3814"/>
                    </a:cubicBezTo>
                    <a:cubicBezTo>
                      <a:pt x="40438" y="4338"/>
                      <a:pt x="40334" y="4913"/>
                      <a:pt x="40021" y="5802"/>
                    </a:cubicBezTo>
                    <a:lnTo>
                      <a:pt x="39918" y="6219"/>
                    </a:lnTo>
                    <a:lnTo>
                      <a:pt x="33544" y="26075"/>
                    </a:lnTo>
                    <a:lnTo>
                      <a:pt x="17713" y="0"/>
                    </a:lnTo>
                    <a:lnTo>
                      <a:pt x="6322" y="0"/>
                    </a:lnTo>
                    <a:lnTo>
                      <a:pt x="6374" y="837"/>
                    </a:lnTo>
                    <a:cubicBezTo>
                      <a:pt x="9664" y="1048"/>
                      <a:pt x="11232" y="1726"/>
                      <a:pt x="12486" y="3762"/>
                    </a:cubicBezTo>
                    <a:lnTo>
                      <a:pt x="6529" y="25551"/>
                    </a:lnTo>
                    <a:cubicBezTo>
                      <a:pt x="4334" y="32238"/>
                      <a:pt x="3866" y="32865"/>
                      <a:pt x="0" y="33282"/>
                    </a:cubicBezTo>
                    <a:lnTo>
                      <a:pt x="52" y="34119"/>
                    </a:lnTo>
                    <a:lnTo>
                      <a:pt x="13740" y="34119"/>
                    </a:lnTo>
                    <a:lnTo>
                      <a:pt x="13688" y="33282"/>
                    </a:lnTo>
                    <a:cubicBezTo>
                      <a:pt x="10029" y="33076"/>
                      <a:pt x="8723" y="32500"/>
                      <a:pt x="8723" y="30829"/>
                    </a:cubicBezTo>
                    <a:cubicBezTo>
                      <a:pt x="8723" y="30202"/>
                      <a:pt x="8934" y="29206"/>
                      <a:pt x="9140" y="28214"/>
                    </a:cubicBezTo>
                    <a:lnTo>
                      <a:pt x="15256" y="6167"/>
                    </a:lnTo>
                    <a:lnTo>
                      <a:pt x="32968" y="34901"/>
                    </a:lnTo>
                    <a:lnTo>
                      <a:pt x="34064" y="34901"/>
                    </a:lnTo>
                    <a:lnTo>
                      <a:pt x="42216" y="8620"/>
                    </a:lnTo>
                    <a:cubicBezTo>
                      <a:pt x="44307" y="1881"/>
                      <a:pt x="44462" y="1568"/>
                      <a:pt x="48693" y="837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7" name="hard_vector_outline_30"/>
              <p:cNvSpPr/>
              <p:nvPr/>
            </p:nvSpPr>
            <p:spPr>
              <a:xfrm>
                <a:off x="5161682" y="556043"/>
                <a:ext cx="15744" cy="67147"/>
              </a:xfrm>
              <a:custGeom>
                <a:avLst/>
                <a:gdLst/>
                <a:ahLst/>
                <a:cxnLst/>
                <a:rect l="0" t="0" r="r" b="b"/>
                <a:pathLst>
                  <a:path w="15744" h="67147">
                    <a:moveTo>
                      <a:pt x="0" y="65282"/>
                    </a:moveTo>
                    <a:lnTo>
                      <a:pt x="0" y="67147"/>
                    </a:lnTo>
                    <a:lnTo>
                      <a:pt x="15744" y="67147"/>
                    </a:lnTo>
                    <a:lnTo>
                      <a:pt x="15744" y="0"/>
                    </a:lnTo>
                    <a:lnTo>
                      <a:pt x="0" y="0"/>
                    </a:lnTo>
                    <a:lnTo>
                      <a:pt x="0" y="1865"/>
                    </a:lnTo>
                    <a:lnTo>
                      <a:pt x="6417" y="1865"/>
                    </a:lnTo>
                    <a:cubicBezTo>
                      <a:pt x="8878" y="1865"/>
                      <a:pt x="10073" y="3135"/>
                      <a:pt x="10073" y="5747"/>
                    </a:cubicBezTo>
                    <a:lnTo>
                      <a:pt x="10073" y="62000"/>
                    </a:lnTo>
                    <a:cubicBezTo>
                      <a:pt x="10073" y="64314"/>
                      <a:pt x="9029" y="65282"/>
                      <a:pt x="6715" y="65282"/>
                    </a:cubicBezTo>
                    <a:lnTo>
                      <a:pt x="0" y="6528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8" name="hard_vector_outline_31"/>
              <p:cNvSpPr/>
              <p:nvPr/>
            </p:nvSpPr>
            <p:spPr>
              <a:xfrm>
                <a:off x="5191709" y="552965"/>
                <a:ext cx="30722" cy="28737"/>
              </a:xfrm>
              <a:custGeom>
                <a:avLst/>
                <a:gdLst/>
                <a:ahLst/>
                <a:cxnLst/>
                <a:rect l="0" t="0" r="r" b="b"/>
                <a:pathLst>
                  <a:path w="30722" h="28738">
                    <a:moveTo>
                      <a:pt x="30722" y="2925"/>
                    </a:moveTo>
                    <a:lnTo>
                      <a:pt x="30722" y="0"/>
                    </a:lnTo>
                    <a:lnTo>
                      <a:pt x="0" y="0"/>
                    </a:lnTo>
                    <a:lnTo>
                      <a:pt x="0" y="2925"/>
                    </a:lnTo>
                    <a:lnTo>
                      <a:pt x="13899" y="2925"/>
                    </a:lnTo>
                    <a:lnTo>
                      <a:pt x="13899" y="28738"/>
                    </a:lnTo>
                    <a:lnTo>
                      <a:pt x="16823" y="28738"/>
                    </a:lnTo>
                    <a:lnTo>
                      <a:pt x="16823" y="2925"/>
                    </a:lnTo>
                    <a:lnTo>
                      <a:pt x="30722" y="2925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79" name="hard_J"/>
            <p:cNvGrpSpPr/>
            <p:nvPr/>
          </p:nvGrpSpPr>
          <p:grpSpPr>
            <a:xfrm>
              <a:off x="3731773" y="716886"/>
              <a:ext cx="74012" cy="60498"/>
              <a:chOff x="3748083" y="729583"/>
              <a:chExt cx="74441" cy="60498"/>
            </a:xfrm>
          </p:grpSpPr>
          <p:sp>
            <p:nvSpPr>
              <p:cNvPr id="280" name="hard_J_outline_0"/>
              <p:cNvSpPr/>
              <p:nvPr/>
            </p:nvSpPr>
            <p:spPr>
              <a:xfrm>
                <a:off x="3748083" y="729583"/>
                <a:ext cx="46033" cy="50061"/>
              </a:xfrm>
              <a:custGeom>
                <a:avLst/>
                <a:gdLst/>
                <a:ahLst/>
                <a:cxnLst/>
                <a:rect l="0" t="0" r="r" b="b"/>
                <a:pathLst>
                  <a:path w="46033" h="50062">
                    <a:moveTo>
                      <a:pt x="46033" y="1195"/>
                    </a:moveTo>
                    <a:lnTo>
                      <a:pt x="45958" y="0"/>
                    </a:lnTo>
                    <a:lnTo>
                      <a:pt x="20967" y="0"/>
                    </a:lnTo>
                    <a:lnTo>
                      <a:pt x="21038" y="1195"/>
                    </a:lnTo>
                    <a:cubicBezTo>
                      <a:pt x="27234" y="1643"/>
                      <a:pt x="28650" y="2238"/>
                      <a:pt x="28801" y="4254"/>
                    </a:cubicBezTo>
                    <a:cubicBezTo>
                      <a:pt x="28801" y="4477"/>
                      <a:pt x="28873" y="4627"/>
                      <a:pt x="28873" y="4850"/>
                    </a:cubicBezTo>
                    <a:cubicBezTo>
                      <a:pt x="28873" y="5894"/>
                      <a:pt x="28650" y="7239"/>
                      <a:pt x="28055" y="9029"/>
                    </a:cubicBezTo>
                    <a:lnTo>
                      <a:pt x="17161" y="43720"/>
                    </a:lnTo>
                    <a:cubicBezTo>
                      <a:pt x="16415" y="46633"/>
                      <a:pt x="15145" y="47752"/>
                      <a:pt x="12906" y="47752"/>
                    </a:cubicBezTo>
                    <a:cubicBezTo>
                      <a:pt x="10668" y="47752"/>
                      <a:pt x="9477" y="46855"/>
                      <a:pt x="9327" y="44767"/>
                    </a:cubicBezTo>
                    <a:cubicBezTo>
                      <a:pt x="9327" y="44394"/>
                      <a:pt x="9624" y="44021"/>
                      <a:pt x="9624" y="43648"/>
                    </a:cubicBezTo>
                    <a:lnTo>
                      <a:pt x="9624" y="42974"/>
                    </a:lnTo>
                    <a:cubicBezTo>
                      <a:pt x="9477" y="41112"/>
                      <a:pt x="6866" y="39469"/>
                      <a:pt x="4104" y="39469"/>
                    </a:cubicBezTo>
                    <a:cubicBezTo>
                      <a:pt x="1492" y="39469"/>
                      <a:pt x="0" y="40961"/>
                      <a:pt x="0" y="43124"/>
                    </a:cubicBezTo>
                    <a:cubicBezTo>
                      <a:pt x="0" y="47450"/>
                      <a:pt x="4850" y="50062"/>
                      <a:pt x="11716" y="50062"/>
                    </a:cubicBezTo>
                    <a:cubicBezTo>
                      <a:pt x="16637" y="50062"/>
                      <a:pt x="20967" y="48570"/>
                      <a:pt x="23801" y="45811"/>
                    </a:cubicBezTo>
                    <a:cubicBezTo>
                      <a:pt x="26261" y="43422"/>
                      <a:pt x="28055" y="40064"/>
                      <a:pt x="29694" y="34397"/>
                    </a:cubicBezTo>
                    <a:lnTo>
                      <a:pt x="38350" y="6715"/>
                    </a:lnTo>
                    <a:cubicBezTo>
                      <a:pt x="39616" y="2238"/>
                      <a:pt x="40513" y="1794"/>
                      <a:pt x="46033" y="119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1" name="hard_J_outline_1"/>
              <p:cNvSpPr/>
              <p:nvPr/>
            </p:nvSpPr>
            <p:spPr>
              <a:xfrm>
                <a:off x="3793735" y="766463"/>
                <a:ext cx="28789" cy="23618"/>
              </a:xfrm>
              <a:custGeom>
                <a:avLst/>
                <a:gdLst/>
                <a:ahLst/>
                <a:cxnLst/>
                <a:rect l="0" t="0" r="r" b="b"/>
                <a:pathLst>
                  <a:path w="28789" h="23618">
                    <a:moveTo>
                      <a:pt x="28789" y="0"/>
                    </a:moveTo>
                    <a:lnTo>
                      <a:pt x="10136" y="0"/>
                    </a:lnTo>
                    <a:cubicBezTo>
                      <a:pt x="4493" y="0"/>
                      <a:pt x="627" y="5747"/>
                      <a:pt x="0" y="6739"/>
                    </a:cubicBezTo>
                    <a:lnTo>
                      <a:pt x="1044" y="6739"/>
                    </a:lnTo>
                    <a:cubicBezTo>
                      <a:pt x="1357" y="6374"/>
                      <a:pt x="3917" y="3814"/>
                      <a:pt x="7156" y="3814"/>
                    </a:cubicBezTo>
                    <a:lnTo>
                      <a:pt x="14160" y="3814"/>
                    </a:lnTo>
                    <a:lnTo>
                      <a:pt x="9612" y="15101"/>
                    </a:lnTo>
                    <a:cubicBezTo>
                      <a:pt x="8934" y="16824"/>
                      <a:pt x="8465" y="18340"/>
                      <a:pt x="8465" y="19439"/>
                    </a:cubicBezTo>
                    <a:cubicBezTo>
                      <a:pt x="8517" y="21685"/>
                      <a:pt x="10033" y="23618"/>
                      <a:pt x="13271" y="23618"/>
                    </a:cubicBezTo>
                    <a:cubicBezTo>
                      <a:pt x="14839" y="23618"/>
                      <a:pt x="16824" y="23304"/>
                      <a:pt x="16824" y="21372"/>
                    </a:cubicBezTo>
                    <a:cubicBezTo>
                      <a:pt x="16772" y="18443"/>
                      <a:pt x="13688" y="18705"/>
                      <a:pt x="13637" y="16196"/>
                    </a:cubicBezTo>
                    <a:cubicBezTo>
                      <a:pt x="13637" y="15677"/>
                      <a:pt x="13847" y="15101"/>
                      <a:pt x="14105" y="14315"/>
                    </a:cubicBezTo>
                    <a:lnTo>
                      <a:pt x="17975" y="3814"/>
                    </a:lnTo>
                    <a:lnTo>
                      <a:pt x="27535" y="3814"/>
                    </a:lnTo>
                    <a:lnTo>
                      <a:pt x="28789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82" name="hard_b1"/>
            <p:cNvGrpSpPr/>
            <p:nvPr/>
          </p:nvGrpSpPr>
          <p:grpSpPr>
            <a:xfrm>
              <a:off x="3718397" y="867917"/>
              <a:ext cx="65914" cy="66619"/>
              <a:chOff x="3734647" y="879911"/>
              <a:chExt cx="66012" cy="66619"/>
            </a:xfrm>
          </p:grpSpPr>
          <p:sp>
            <p:nvSpPr>
              <p:cNvPr id="283" name="hard_b1_outline_0"/>
              <p:cNvSpPr/>
              <p:nvPr/>
            </p:nvSpPr>
            <p:spPr>
              <a:xfrm>
                <a:off x="3734647" y="879911"/>
                <a:ext cx="40790" cy="55498"/>
              </a:xfrm>
              <a:custGeom>
                <a:avLst/>
                <a:gdLst/>
                <a:ahLst/>
                <a:cxnLst/>
                <a:rect l="0" t="0" r="r" b="b"/>
                <a:pathLst>
                  <a:path w="40791" h="55499">
                    <a:moveTo>
                      <a:pt x="40783" y="28948"/>
                    </a:moveTo>
                    <a:cubicBezTo>
                      <a:pt x="40620" y="23352"/>
                      <a:pt x="35901" y="19352"/>
                      <a:pt x="29746" y="19352"/>
                    </a:cubicBezTo>
                    <a:cubicBezTo>
                      <a:pt x="23348" y="19352"/>
                      <a:pt x="18550" y="22634"/>
                      <a:pt x="12394" y="31428"/>
                    </a:cubicBezTo>
                    <a:lnTo>
                      <a:pt x="21030" y="401"/>
                    </a:lnTo>
                    <a:lnTo>
                      <a:pt x="20391" y="0"/>
                    </a:lnTo>
                    <a:cubicBezTo>
                      <a:pt x="15752" y="722"/>
                      <a:pt x="12553" y="1202"/>
                      <a:pt x="6398" y="1841"/>
                    </a:cubicBezTo>
                    <a:lnTo>
                      <a:pt x="6477" y="3199"/>
                    </a:lnTo>
                    <a:cubicBezTo>
                      <a:pt x="11835" y="3361"/>
                      <a:pt x="12394" y="3600"/>
                      <a:pt x="12474" y="5358"/>
                    </a:cubicBezTo>
                    <a:cubicBezTo>
                      <a:pt x="12474" y="6080"/>
                      <a:pt x="12232" y="6957"/>
                      <a:pt x="11672" y="8799"/>
                    </a:cubicBezTo>
                    <a:lnTo>
                      <a:pt x="11275" y="10319"/>
                    </a:lnTo>
                    <a:lnTo>
                      <a:pt x="11112" y="10878"/>
                    </a:lnTo>
                    <a:lnTo>
                      <a:pt x="0" y="50939"/>
                    </a:lnTo>
                    <a:lnTo>
                      <a:pt x="79" y="51260"/>
                    </a:lnTo>
                    <a:cubicBezTo>
                      <a:pt x="79" y="53098"/>
                      <a:pt x="7195" y="55499"/>
                      <a:pt x="12394" y="55499"/>
                    </a:cubicBezTo>
                    <a:cubicBezTo>
                      <a:pt x="26309" y="55499"/>
                      <a:pt x="41180" y="41584"/>
                      <a:pt x="40783" y="28948"/>
                    </a:cubicBezTo>
                    <a:close/>
                    <a:moveTo>
                      <a:pt x="32945" y="30151"/>
                    </a:moveTo>
                    <a:cubicBezTo>
                      <a:pt x="33103" y="35425"/>
                      <a:pt x="28627" y="43982"/>
                      <a:pt x="23428" y="48939"/>
                    </a:cubicBezTo>
                    <a:cubicBezTo>
                      <a:pt x="20070" y="51979"/>
                      <a:pt x="16232" y="53657"/>
                      <a:pt x="12315" y="53657"/>
                    </a:cubicBezTo>
                    <a:cubicBezTo>
                      <a:pt x="9513" y="53657"/>
                      <a:pt x="8076" y="52780"/>
                      <a:pt x="7997" y="50939"/>
                    </a:cubicBezTo>
                    <a:cubicBezTo>
                      <a:pt x="7834" y="46141"/>
                      <a:pt x="10315" y="38465"/>
                      <a:pt x="13994" y="32468"/>
                    </a:cubicBezTo>
                    <a:cubicBezTo>
                      <a:pt x="17752" y="26309"/>
                      <a:pt x="21828" y="23273"/>
                      <a:pt x="26225" y="23273"/>
                    </a:cubicBezTo>
                    <a:cubicBezTo>
                      <a:pt x="30226" y="23273"/>
                      <a:pt x="32786" y="25912"/>
                      <a:pt x="32945" y="30151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4" name="hard_b1_outline_1"/>
              <p:cNvSpPr/>
              <p:nvPr/>
            </p:nvSpPr>
            <p:spPr>
              <a:xfrm>
                <a:off x="3784828" y="908716"/>
                <a:ext cx="15831" cy="37814"/>
              </a:xfrm>
              <a:custGeom>
                <a:avLst/>
                <a:gdLst/>
                <a:ahLst/>
                <a:cxnLst/>
                <a:rect l="0" t="0" r="r" b="b"/>
                <a:pathLst>
                  <a:path w="15831" h="37814">
                    <a:moveTo>
                      <a:pt x="15831" y="37814"/>
                    </a:moveTo>
                    <a:lnTo>
                      <a:pt x="15831" y="36977"/>
                    </a:lnTo>
                    <a:cubicBezTo>
                      <a:pt x="11414" y="36917"/>
                      <a:pt x="10517" y="36362"/>
                      <a:pt x="10517" y="33675"/>
                    </a:cubicBezTo>
                    <a:lnTo>
                      <a:pt x="10517" y="111"/>
                    </a:lnTo>
                    <a:lnTo>
                      <a:pt x="10069" y="0"/>
                    </a:lnTo>
                    <a:lnTo>
                      <a:pt x="0" y="5092"/>
                    </a:lnTo>
                    <a:lnTo>
                      <a:pt x="0" y="5874"/>
                    </a:lnTo>
                    <a:cubicBezTo>
                      <a:pt x="675" y="5596"/>
                      <a:pt x="1290" y="5370"/>
                      <a:pt x="1512" y="5259"/>
                    </a:cubicBezTo>
                    <a:cubicBezTo>
                      <a:pt x="2520" y="4866"/>
                      <a:pt x="3469" y="4643"/>
                      <a:pt x="4028" y="4643"/>
                    </a:cubicBezTo>
                    <a:cubicBezTo>
                      <a:pt x="5203" y="4643"/>
                      <a:pt x="5707" y="5485"/>
                      <a:pt x="5707" y="7275"/>
                    </a:cubicBezTo>
                    <a:lnTo>
                      <a:pt x="5707" y="32611"/>
                    </a:lnTo>
                    <a:cubicBezTo>
                      <a:pt x="5707" y="34457"/>
                      <a:pt x="5259" y="35747"/>
                      <a:pt x="4366" y="36247"/>
                    </a:cubicBezTo>
                    <a:cubicBezTo>
                      <a:pt x="3524" y="36751"/>
                      <a:pt x="2742" y="36917"/>
                      <a:pt x="393" y="36977"/>
                    </a:cubicBezTo>
                    <a:lnTo>
                      <a:pt x="393" y="37814"/>
                    </a:lnTo>
                    <a:lnTo>
                      <a:pt x="15831" y="37814"/>
                    </a:ln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85" name="hard_bK"/>
            <p:cNvGrpSpPr/>
            <p:nvPr/>
          </p:nvGrpSpPr>
          <p:grpSpPr>
            <a:xfrm>
              <a:off x="3718397" y="1168867"/>
              <a:ext cx="83820" cy="66619"/>
              <a:chOff x="3734647" y="1180860"/>
              <a:chExt cx="94257" cy="66619"/>
            </a:xfrm>
          </p:grpSpPr>
          <p:sp>
            <p:nvSpPr>
              <p:cNvPr id="286" name="hard_bK_outline_0"/>
              <p:cNvSpPr/>
              <p:nvPr/>
            </p:nvSpPr>
            <p:spPr>
              <a:xfrm>
                <a:off x="3734647" y="1180860"/>
                <a:ext cx="40790" cy="55498"/>
              </a:xfrm>
              <a:custGeom>
                <a:avLst/>
                <a:gdLst/>
                <a:ahLst/>
                <a:cxnLst/>
                <a:rect l="0" t="0" r="r" b="b"/>
                <a:pathLst>
                  <a:path w="40791" h="55499">
                    <a:moveTo>
                      <a:pt x="40783" y="28948"/>
                    </a:moveTo>
                    <a:cubicBezTo>
                      <a:pt x="40620" y="23352"/>
                      <a:pt x="35901" y="19352"/>
                      <a:pt x="29746" y="19352"/>
                    </a:cubicBezTo>
                    <a:cubicBezTo>
                      <a:pt x="23348" y="19352"/>
                      <a:pt x="18550" y="22634"/>
                      <a:pt x="12394" y="31428"/>
                    </a:cubicBezTo>
                    <a:lnTo>
                      <a:pt x="21030" y="401"/>
                    </a:lnTo>
                    <a:lnTo>
                      <a:pt x="20391" y="0"/>
                    </a:lnTo>
                    <a:cubicBezTo>
                      <a:pt x="15752" y="722"/>
                      <a:pt x="12553" y="1202"/>
                      <a:pt x="6398" y="1841"/>
                    </a:cubicBezTo>
                    <a:lnTo>
                      <a:pt x="6477" y="3199"/>
                    </a:lnTo>
                    <a:cubicBezTo>
                      <a:pt x="11835" y="3361"/>
                      <a:pt x="12394" y="3600"/>
                      <a:pt x="12474" y="5358"/>
                    </a:cubicBezTo>
                    <a:cubicBezTo>
                      <a:pt x="12474" y="6080"/>
                      <a:pt x="12232" y="6957"/>
                      <a:pt x="11672" y="8799"/>
                    </a:cubicBezTo>
                    <a:lnTo>
                      <a:pt x="11275" y="10319"/>
                    </a:lnTo>
                    <a:lnTo>
                      <a:pt x="11112" y="10878"/>
                    </a:lnTo>
                    <a:lnTo>
                      <a:pt x="0" y="50939"/>
                    </a:lnTo>
                    <a:lnTo>
                      <a:pt x="79" y="51260"/>
                    </a:lnTo>
                    <a:cubicBezTo>
                      <a:pt x="79" y="53098"/>
                      <a:pt x="7195" y="55499"/>
                      <a:pt x="12394" y="55499"/>
                    </a:cubicBezTo>
                    <a:cubicBezTo>
                      <a:pt x="26309" y="55499"/>
                      <a:pt x="41180" y="41584"/>
                      <a:pt x="40783" y="28948"/>
                    </a:cubicBezTo>
                    <a:close/>
                    <a:moveTo>
                      <a:pt x="32945" y="30151"/>
                    </a:moveTo>
                    <a:cubicBezTo>
                      <a:pt x="33103" y="35425"/>
                      <a:pt x="28627" y="43982"/>
                      <a:pt x="23428" y="48939"/>
                    </a:cubicBezTo>
                    <a:cubicBezTo>
                      <a:pt x="20070" y="51979"/>
                      <a:pt x="16232" y="53657"/>
                      <a:pt x="12315" y="53657"/>
                    </a:cubicBezTo>
                    <a:cubicBezTo>
                      <a:pt x="9513" y="53657"/>
                      <a:pt x="8076" y="52780"/>
                      <a:pt x="7997" y="50939"/>
                    </a:cubicBezTo>
                    <a:cubicBezTo>
                      <a:pt x="7834" y="46141"/>
                      <a:pt x="10315" y="38465"/>
                      <a:pt x="13994" y="32468"/>
                    </a:cubicBezTo>
                    <a:cubicBezTo>
                      <a:pt x="17752" y="26309"/>
                      <a:pt x="21828" y="23273"/>
                      <a:pt x="26225" y="23273"/>
                    </a:cubicBezTo>
                    <a:cubicBezTo>
                      <a:pt x="30226" y="23273"/>
                      <a:pt x="32786" y="25912"/>
                      <a:pt x="32945" y="30151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7" name="hard_bK_outline_1"/>
              <p:cNvSpPr/>
              <p:nvPr/>
            </p:nvSpPr>
            <p:spPr>
              <a:xfrm>
                <a:off x="3780355" y="1210951"/>
                <a:ext cx="48549" cy="36528"/>
              </a:xfrm>
              <a:custGeom>
                <a:avLst/>
                <a:gdLst/>
                <a:ahLst/>
                <a:cxnLst/>
                <a:rect l="0" t="0" r="r" b="b"/>
                <a:pathLst>
                  <a:path w="48550" h="36528">
                    <a:moveTo>
                      <a:pt x="43740" y="36528"/>
                    </a:moveTo>
                    <a:lnTo>
                      <a:pt x="43684" y="35631"/>
                    </a:lnTo>
                    <a:cubicBezTo>
                      <a:pt x="39211" y="35298"/>
                      <a:pt x="38763" y="35131"/>
                      <a:pt x="36580" y="32500"/>
                    </a:cubicBezTo>
                    <a:lnTo>
                      <a:pt x="23213" y="15554"/>
                    </a:lnTo>
                    <a:lnTo>
                      <a:pt x="43462" y="2909"/>
                    </a:lnTo>
                    <a:cubicBezTo>
                      <a:pt x="45474" y="1734"/>
                      <a:pt x="46931" y="1119"/>
                      <a:pt x="48550" y="897"/>
                    </a:cubicBezTo>
                    <a:lnTo>
                      <a:pt x="48494" y="0"/>
                    </a:lnTo>
                    <a:lnTo>
                      <a:pt x="33671" y="0"/>
                    </a:lnTo>
                    <a:lnTo>
                      <a:pt x="33726" y="897"/>
                    </a:lnTo>
                    <a:lnTo>
                      <a:pt x="35798" y="1064"/>
                    </a:lnTo>
                    <a:cubicBezTo>
                      <a:pt x="37588" y="1175"/>
                      <a:pt x="38370" y="1512"/>
                      <a:pt x="38370" y="2183"/>
                    </a:cubicBezTo>
                    <a:cubicBezTo>
                      <a:pt x="38370" y="3524"/>
                      <a:pt x="34512" y="6489"/>
                      <a:pt x="28301" y="9958"/>
                    </a:cubicBezTo>
                    <a:lnTo>
                      <a:pt x="17562" y="15887"/>
                    </a:lnTo>
                    <a:lnTo>
                      <a:pt x="20582" y="5036"/>
                    </a:lnTo>
                    <a:cubicBezTo>
                      <a:pt x="21423" y="2238"/>
                      <a:pt x="23436" y="1119"/>
                      <a:pt x="27686" y="897"/>
                    </a:cubicBezTo>
                    <a:lnTo>
                      <a:pt x="27630" y="0"/>
                    </a:lnTo>
                    <a:lnTo>
                      <a:pt x="7271" y="0"/>
                    </a:lnTo>
                    <a:lnTo>
                      <a:pt x="7326" y="897"/>
                    </a:lnTo>
                    <a:cubicBezTo>
                      <a:pt x="11970" y="1234"/>
                      <a:pt x="13033" y="1679"/>
                      <a:pt x="13144" y="3302"/>
                    </a:cubicBezTo>
                    <a:cubicBezTo>
                      <a:pt x="13200" y="3469"/>
                      <a:pt x="13200" y="3695"/>
                      <a:pt x="13200" y="3862"/>
                    </a:cubicBezTo>
                    <a:cubicBezTo>
                      <a:pt x="13200" y="4643"/>
                      <a:pt x="13089" y="5596"/>
                      <a:pt x="12641" y="6771"/>
                    </a:cubicBezTo>
                    <a:lnTo>
                      <a:pt x="5870" y="31496"/>
                    </a:lnTo>
                    <a:cubicBezTo>
                      <a:pt x="4866" y="34850"/>
                      <a:pt x="4251" y="35131"/>
                      <a:pt x="0" y="35631"/>
                    </a:cubicBezTo>
                    <a:lnTo>
                      <a:pt x="56" y="36528"/>
                    </a:lnTo>
                    <a:lnTo>
                      <a:pt x="18570" y="36528"/>
                    </a:lnTo>
                    <a:lnTo>
                      <a:pt x="18514" y="35631"/>
                    </a:lnTo>
                    <a:cubicBezTo>
                      <a:pt x="13871" y="35242"/>
                      <a:pt x="13256" y="34905"/>
                      <a:pt x="13144" y="33171"/>
                    </a:cubicBezTo>
                    <a:cubicBezTo>
                      <a:pt x="13144" y="33060"/>
                      <a:pt x="13144" y="32893"/>
                      <a:pt x="13144" y="32782"/>
                    </a:cubicBezTo>
                    <a:cubicBezTo>
                      <a:pt x="13144" y="32333"/>
                      <a:pt x="13200" y="31885"/>
                      <a:pt x="13422" y="30992"/>
                    </a:cubicBezTo>
                    <a:lnTo>
                      <a:pt x="13815" y="29817"/>
                    </a:lnTo>
                    <a:lnTo>
                      <a:pt x="17284" y="17062"/>
                    </a:lnTo>
                    <a:lnTo>
                      <a:pt x="26904" y="28698"/>
                    </a:lnTo>
                    <a:cubicBezTo>
                      <a:pt x="28861" y="30992"/>
                      <a:pt x="30091" y="32949"/>
                      <a:pt x="30091" y="34068"/>
                    </a:cubicBezTo>
                    <a:cubicBezTo>
                      <a:pt x="30091" y="34850"/>
                      <a:pt x="28972" y="35298"/>
                      <a:pt x="26567" y="35465"/>
                    </a:cubicBezTo>
                    <a:lnTo>
                      <a:pt x="24273" y="35631"/>
                    </a:lnTo>
                    <a:lnTo>
                      <a:pt x="24332" y="36528"/>
                    </a:lnTo>
                    <a:lnTo>
                      <a:pt x="43740" y="36528"/>
                    </a:ln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88" name="hard_annotation"/>
            <p:cNvGrpSpPr/>
            <p:nvPr/>
          </p:nvGrpSpPr>
          <p:grpSpPr>
            <a:xfrm>
              <a:off x="3734448" y="1452534"/>
              <a:ext cx="1200523" cy="60014"/>
              <a:chOff x="3748895" y="1465562"/>
              <a:chExt cx="1212047" cy="60014"/>
            </a:xfrm>
          </p:grpSpPr>
          <p:sp>
            <p:nvSpPr>
              <p:cNvPr id="289" name="hard_annotation_outline_0"/>
              <p:cNvSpPr/>
              <p:nvPr/>
            </p:nvSpPr>
            <p:spPr>
              <a:xfrm>
                <a:off x="3748895" y="1465562"/>
                <a:ext cx="111528" cy="46160"/>
              </a:xfrm>
              <a:custGeom>
                <a:avLst/>
                <a:gdLst/>
                <a:ahLst/>
                <a:cxnLst/>
                <a:rect l="0" t="0" r="r" b="b"/>
                <a:pathLst>
                  <a:path w="111529" h="46161">
                    <a:moveTo>
                      <a:pt x="30909" y="42696"/>
                    </a:moveTo>
                    <a:lnTo>
                      <a:pt x="30909" y="41632"/>
                    </a:lnTo>
                    <a:cubicBezTo>
                      <a:pt x="29710" y="41696"/>
                      <a:pt x="29575" y="41696"/>
                      <a:pt x="29377" y="41696"/>
                    </a:cubicBezTo>
                    <a:cubicBezTo>
                      <a:pt x="26980" y="41696"/>
                      <a:pt x="26444" y="40965"/>
                      <a:pt x="26444" y="37902"/>
                    </a:cubicBezTo>
                    <a:lnTo>
                      <a:pt x="26444" y="131"/>
                    </a:lnTo>
                    <a:lnTo>
                      <a:pt x="26110" y="0"/>
                    </a:lnTo>
                    <a:cubicBezTo>
                      <a:pt x="22916" y="1131"/>
                      <a:pt x="20582" y="1798"/>
                      <a:pt x="16319" y="2929"/>
                    </a:cubicBezTo>
                    <a:lnTo>
                      <a:pt x="16319" y="3997"/>
                    </a:lnTo>
                    <a:cubicBezTo>
                      <a:pt x="16855" y="3929"/>
                      <a:pt x="17252" y="3929"/>
                      <a:pt x="17784" y="3929"/>
                    </a:cubicBezTo>
                    <a:cubicBezTo>
                      <a:pt x="20253" y="3929"/>
                      <a:pt x="20852" y="4596"/>
                      <a:pt x="20852" y="7326"/>
                    </a:cubicBezTo>
                    <a:lnTo>
                      <a:pt x="20852" y="17716"/>
                    </a:lnTo>
                    <a:cubicBezTo>
                      <a:pt x="18320" y="15585"/>
                      <a:pt x="16522" y="14851"/>
                      <a:pt x="13855" y="14851"/>
                    </a:cubicBezTo>
                    <a:cubicBezTo>
                      <a:pt x="6195" y="14851"/>
                      <a:pt x="0" y="22380"/>
                      <a:pt x="0" y="31837"/>
                    </a:cubicBezTo>
                    <a:cubicBezTo>
                      <a:pt x="0" y="40366"/>
                      <a:pt x="4997" y="46161"/>
                      <a:pt x="12323" y="46161"/>
                    </a:cubicBezTo>
                    <a:cubicBezTo>
                      <a:pt x="16054" y="46161"/>
                      <a:pt x="18586" y="44827"/>
                      <a:pt x="20852" y="41696"/>
                    </a:cubicBezTo>
                    <a:lnTo>
                      <a:pt x="20852" y="45958"/>
                    </a:lnTo>
                    <a:lnTo>
                      <a:pt x="21118" y="46161"/>
                    </a:lnTo>
                    <a:lnTo>
                      <a:pt x="30909" y="42696"/>
                    </a:lnTo>
                    <a:close/>
                    <a:moveTo>
                      <a:pt x="20852" y="38699"/>
                    </a:moveTo>
                    <a:cubicBezTo>
                      <a:pt x="20852" y="39168"/>
                      <a:pt x="20383" y="39965"/>
                      <a:pt x="19717" y="40700"/>
                    </a:cubicBezTo>
                    <a:cubicBezTo>
                      <a:pt x="18518" y="42029"/>
                      <a:pt x="16855" y="42696"/>
                      <a:pt x="14922" y="42696"/>
                    </a:cubicBezTo>
                    <a:cubicBezTo>
                      <a:pt x="9394" y="42696"/>
                      <a:pt x="5731" y="37366"/>
                      <a:pt x="5731" y="29174"/>
                    </a:cubicBezTo>
                    <a:cubicBezTo>
                      <a:pt x="5731" y="21645"/>
                      <a:pt x="8993" y="16716"/>
                      <a:pt x="14057" y="16716"/>
                    </a:cubicBezTo>
                    <a:cubicBezTo>
                      <a:pt x="17586" y="16716"/>
                      <a:pt x="20852" y="19848"/>
                      <a:pt x="20852" y="23380"/>
                    </a:cubicBezTo>
                    <a:lnTo>
                      <a:pt x="20852" y="38699"/>
                    </a:lnTo>
                    <a:close/>
                    <a:moveTo>
                      <a:pt x="63425" y="43097"/>
                    </a:moveTo>
                    <a:lnTo>
                      <a:pt x="63425" y="42164"/>
                    </a:lnTo>
                    <a:lnTo>
                      <a:pt x="63091" y="42164"/>
                    </a:lnTo>
                    <a:cubicBezTo>
                      <a:pt x="60027" y="42164"/>
                      <a:pt x="59293" y="41430"/>
                      <a:pt x="59293" y="38366"/>
                    </a:cubicBezTo>
                    <a:lnTo>
                      <a:pt x="59293" y="15518"/>
                    </a:lnTo>
                    <a:lnTo>
                      <a:pt x="48768" y="15518"/>
                    </a:lnTo>
                    <a:lnTo>
                      <a:pt x="48768" y="16653"/>
                    </a:lnTo>
                    <a:cubicBezTo>
                      <a:pt x="52900" y="16851"/>
                      <a:pt x="53697" y="17518"/>
                      <a:pt x="53697" y="20848"/>
                    </a:cubicBezTo>
                    <a:lnTo>
                      <a:pt x="53697" y="36501"/>
                    </a:lnTo>
                    <a:cubicBezTo>
                      <a:pt x="53697" y="38298"/>
                      <a:pt x="53364" y="39299"/>
                      <a:pt x="52566" y="39898"/>
                    </a:cubicBezTo>
                    <a:cubicBezTo>
                      <a:pt x="50701" y="41497"/>
                      <a:pt x="48633" y="42295"/>
                      <a:pt x="46569" y="42295"/>
                    </a:cubicBezTo>
                    <a:cubicBezTo>
                      <a:pt x="43974" y="42295"/>
                      <a:pt x="41843" y="40033"/>
                      <a:pt x="41843" y="37235"/>
                    </a:cubicBezTo>
                    <a:lnTo>
                      <a:pt x="41843" y="15518"/>
                    </a:lnTo>
                    <a:lnTo>
                      <a:pt x="32115" y="15518"/>
                    </a:lnTo>
                    <a:lnTo>
                      <a:pt x="32115" y="16450"/>
                    </a:lnTo>
                    <a:cubicBezTo>
                      <a:pt x="35314" y="16653"/>
                      <a:pt x="36247" y="17649"/>
                      <a:pt x="36247" y="20713"/>
                    </a:cubicBezTo>
                    <a:lnTo>
                      <a:pt x="36247" y="37501"/>
                    </a:lnTo>
                    <a:cubicBezTo>
                      <a:pt x="36247" y="42763"/>
                      <a:pt x="39441" y="46161"/>
                      <a:pt x="44307" y="46161"/>
                    </a:cubicBezTo>
                    <a:cubicBezTo>
                      <a:pt x="46772" y="46161"/>
                      <a:pt x="49367" y="45093"/>
                      <a:pt x="51165" y="43295"/>
                    </a:cubicBezTo>
                    <a:lnTo>
                      <a:pt x="54031" y="40430"/>
                    </a:lnTo>
                    <a:lnTo>
                      <a:pt x="54031" y="45958"/>
                    </a:lnTo>
                    <a:lnTo>
                      <a:pt x="54297" y="46093"/>
                    </a:lnTo>
                    <a:cubicBezTo>
                      <a:pt x="57626" y="44760"/>
                      <a:pt x="60027" y="44029"/>
                      <a:pt x="63425" y="43097"/>
                    </a:cubicBezTo>
                    <a:close/>
                    <a:moveTo>
                      <a:pt x="94274" y="42831"/>
                    </a:moveTo>
                    <a:lnTo>
                      <a:pt x="94274" y="41096"/>
                    </a:lnTo>
                    <a:cubicBezTo>
                      <a:pt x="93139" y="42029"/>
                      <a:pt x="92341" y="42362"/>
                      <a:pt x="91341" y="42362"/>
                    </a:cubicBezTo>
                    <a:cubicBezTo>
                      <a:pt x="89809" y="42362"/>
                      <a:pt x="89344" y="41430"/>
                      <a:pt x="89344" y="38501"/>
                    </a:cubicBezTo>
                    <a:lnTo>
                      <a:pt x="89344" y="25511"/>
                    </a:lnTo>
                    <a:cubicBezTo>
                      <a:pt x="89344" y="22114"/>
                      <a:pt x="89011" y="20248"/>
                      <a:pt x="88079" y="18717"/>
                    </a:cubicBezTo>
                    <a:cubicBezTo>
                      <a:pt x="86677" y="16184"/>
                      <a:pt x="83812" y="14851"/>
                      <a:pt x="79752" y="14851"/>
                    </a:cubicBezTo>
                    <a:cubicBezTo>
                      <a:pt x="76355" y="14851"/>
                      <a:pt x="73156" y="15784"/>
                      <a:pt x="71291" y="17316"/>
                    </a:cubicBezTo>
                    <a:cubicBezTo>
                      <a:pt x="69624" y="18717"/>
                      <a:pt x="68560" y="20649"/>
                      <a:pt x="68560" y="22312"/>
                    </a:cubicBezTo>
                    <a:cubicBezTo>
                      <a:pt x="68560" y="23844"/>
                      <a:pt x="69826" y="25178"/>
                      <a:pt x="71426" y="25178"/>
                    </a:cubicBezTo>
                    <a:cubicBezTo>
                      <a:pt x="73021" y="25178"/>
                      <a:pt x="74422" y="23844"/>
                      <a:pt x="74422" y="22380"/>
                    </a:cubicBezTo>
                    <a:cubicBezTo>
                      <a:pt x="74422" y="22114"/>
                      <a:pt x="74355" y="21780"/>
                      <a:pt x="74287" y="21312"/>
                    </a:cubicBezTo>
                    <a:cubicBezTo>
                      <a:pt x="74156" y="20713"/>
                      <a:pt x="74089" y="20181"/>
                      <a:pt x="74089" y="19717"/>
                    </a:cubicBezTo>
                    <a:cubicBezTo>
                      <a:pt x="74089" y="17915"/>
                      <a:pt x="76220" y="16450"/>
                      <a:pt x="78883" y="16450"/>
                    </a:cubicBezTo>
                    <a:cubicBezTo>
                      <a:pt x="82149" y="16450"/>
                      <a:pt x="83947" y="18383"/>
                      <a:pt x="83947" y="21979"/>
                    </a:cubicBezTo>
                    <a:lnTo>
                      <a:pt x="83947" y="26043"/>
                    </a:lnTo>
                    <a:cubicBezTo>
                      <a:pt x="73688" y="30174"/>
                      <a:pt x="72557" y="30706"/>
                      <a:pt x="69691" y="33238"/>
                    </a:cubicBezTo>
                    <a:cubicBezTo>
                      <a:pt x="68227" y="34568"/>
                      <a:pt x="67294" y="36834"/>
                      <a:pt x="67294" y="39033"/>
                    </a:cubicBezTo>
                    <a:cubicBezTo>
                      <a:pt x="67294" y="43228"/>
                      <a:pt x="70160" y="46161"/>
                      <a:pt x="74287" y="46161"/>
                    </a:cubicBezTo>
                    <a:cubicBezTo>
                      <a:pt x="77220" y="46161"/>
                      <a:pt x="79951" y="44760"/>
                      <a:pt x="84015" y="41299"/>
                    </a:cubicBezTo>
                    <a:cubicBezTo>
                      <a:pt x="84348" y="44827"/>
                      <a:pt x="85546" y="46161"/>
                      <a:pt x="88277" y="46161"/>
                    </a:cubicBezTo>
                    <a:cubicBezTo>
                      <a:pt x="90543" y="46161"/>
                      <a:pt x="91940" y="45359"/>
                      <a:pt x="94274" y="42831"/>
                    </a:cubicBezTo>
                    <a:close/>
                    <a:moveTo>
                      <a:pt x="83947" y="37302"/>
                    </a:moveTo>
                    <a:cubicBezTo>
                      <a:pt x="83947" y="39366"/>
                      <a:pt x="83614" y="39965"/>
                      <a:pt x="82217" y="40830"/>
                    </a:cubicBezTo>
                    <a:cubicBezTo>
                      <a:pt x="80617" y="41763"/>
                      <a:pt x="78752" y="42295"/>
                      <a:pt x="77351" y="42295"/>
                    </a:cubicBezTo>
                    <a:cubicBezTo>
                      <a:pt x="75021" y="42295"/>
                      <a:pt x="73156" y="40033"/>
                      <a:pt x="73156" y="37167"/>
                    </a:cubicBezTo>
                    <a:lnTo>
                      <a:pt x="73156" y="36901"/>
                    </a:lnTo>
                    <a:cubicBezTo>
                      <a:pt x="73156" y="32972"/>
                      <a:pt x="75887" y="30571"/>
                      <a:pt x="83947" y="27642"/>
                    </a:cubicBezTo>
                    <a:lnTo>
                      <a:pt x="83947" y="37302"/>
                    </a:lnTo>
                    <a:close/>
                    <a:moveTo>
                      <a:pt x="111529" y="45494"/>
                    </a:moveTo>
                    <a:lnTo>
                      <a:pt x="111529" y="44494"/>
                    </a:lnTo>
                    <a:cubicBezTo>
                      <a:pt x="107266" y="44228"/>
                      <a:pt x="106536" y="43561"/>
                      <a:pt x="106536" y="39898"/>
                    </a:cubicBezTo>
                    <a:lnTo>
                      <a:pt x="106536" y="131"/>
                    </a:lnTo>
                    <a:lnTo>
                      <a:pt x="106270" y="0"/>
                    </a:lnTo>
                    <a:cubicBezTo>
                      <a:pt x="102806" y="1131"/>
                      <a:pt x="100273" y="1798"/>
                      <a:pt x="95678" y="2929"/>
                    </a:cubicBezTo>
                    <a:lnTo>
                      <a:pt x="95678" y="3997"/>
                    </a:lnTo>
                    <a:lnTo>
                      <a:pt x="96078" y="3997"/>
                    </a:lnTo>
                    <a:cubicBezTo>
                      <a:pt x="96809" y="3929"/>
                      <a:pt x="97610" y="3862"/>
                      <a:pt x="98142" y="3862"/>
                    </a:cubicBezTo>
                    <a:cubicBezTo>
                      <a:pt x="100273" y="3862"/>
                      <a:pt x="100940" y="4794"/>
                      <a:pt x="100940" y="7926"/>
                    </a:cubicBezTo>
                    <a:lnTo>
                      <a:pt x="100940" y="39699"/>
                    </a:lnTo>
                    <a:cubicBezTo>
                      <a:pt x="100940" y="43295"/>
                      <a:pt x="100007" y="44160"/>
                      <a:pt x="95809" y="44494"/>
                    </a:cubicBezTo>
                    <a:lnTo>
                      <a:pt x="95809" y="45494"/>
                    </a:lnTo>
                    <a:lnTo>
                      <a:pt x="111529" y="45494"/>
                    </a:ln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0" name="hard_annotation_outline_1"/>
              <p:cNvSpPr/>
              <p:nvPr/>
            </p:nvSpPr>
            <p:spPr>
              <a:xfrm>
                <a:off x="3879001" y="1465562"/>
                <a:ext cx="215737" cy="59947"/>
              </a:xfrm>
              <a:custGeom>
                <a:avLst/>
                <a:gdLst/>
                <a:ahLst/>
                <a:cxnLst/>
                <a:rect l="0" t="0" r="r" b="b"/>
                <a:pathLst>
                  <a:path w="215737" h="59948">
                    <a:moveTo>
                      <a:pt x="31309" y="43097"/>
                    </a:moveTo>
                    <a:lnTo>
                      <a:pt x="31309" y="42164"/>
                    </a:lnTo>
                    <a:lnTo>
                      <a:pt x="30977" y="42164"/>
                    </a:lnTo>
                    <a:cubicBezTo>
                      <a:pt x="27912" y="42164"/>
                      <a:pt x="27178" y="41430"/>
                      <a:pt x="27178" y="38366"/>
                    </a:cubicBezTo>
                    <a:lnTo>
                      <a:pt x="27178" y="15518"/>
                    </a:lnTo>
                    <a:lnTo>
                      <a:pt x="16652" y="15518"/>
                    </a:lnTo>
                    <a:lnTo>
                      <a:pt x="16652" y="16653"/>
                    </a:lnTo>
                    <a:cubicBezTo>
                      <a:pt x="20785" y="16851"/>
                      <a:pt x="21582" y="17518"/>
                      <a:pt x="21582" y="20848"/>
                    </a:cubicBezTo>
                    <a:lnTo>
                      <a:pt x="21582" y="36501"/>
                    </a:lnTo>
                    <a:cubicBezTo>
                      <a:pt x="21582" y="38298"/>
                      <a:pt x="21248" y="39299"/>
                      <a:pt x="20451" y="39898"/>
                    </a:cubicBezTo>
                    <a:cubicBezTo>
                      <a:pt x="18585" y="41497"/>
                      <a:pt x="16518" y="42295"/>
                      <a:pt x="14454" y="42295"/>
                    </a:cubicBezTo>
                    <a:cubicBezTo>
                      <a:pt x="11858" y="42295"/>
                      <a:pt x="9727" y="40033"/>
                      <a:pt x="9727" y="37235"/>
                    </a:cubicBezTo>
                    <a:lnTo>
                      <a:pt x="9727" y="15518"/>
                    </a:lnTo>
                    <a:lnTo>
                      <a:pt x="0" y="15518"/>
                    </a:lnTo>
                    <a:lnTo>
                      <a:pt x="0" y="16450"/>
                    </a:lnTo>
                    <a:cubicBezTo>
                      <a:pt x="3199" y="16653"/>
                      <a:pt x="4131" y="17649"/>
                      <a:pt x="4131" y="20713"/>
                    </a:cubicBezTo>
                    <a:lnTo>
                      <a:pt x="4131" y="37501"/>
                    </a:lnTo>
                    <a:cubicBezTo>
                      <a:pt x="4131" y="42763"/>
                      <a:pt x="7327" y="46161"/>
                      <a:pt x="12192" y="46161"/>
                    </a:cubicBezTo>
                    <a:cubicBezTo>
                      <a:pt x="14657" y="46161"/>
                      <a:pt x="17252" y="45093"/>
                      <a:pt x="19050" y="43295"/>
                    </a:cubicBezTo>
                    <a:lnTo>
                      <a:pt x="21915" y="40430"/>
                    </a:lnTo>
                    <a:lnTo>
                      <a:pt x="21915" y="45958"/>
                    </a:lnTo>
                    <a:lnTo>
                      <a:pt x="22182" y="46093"/>
                    </a:lnTo>
                    <a:cubicBezTo>
                      <a:pt x="25510" y="44760"/>
                      <a:pt x="27912" y="44029"/>
                      <a:pt x="31309" y="43097"/>
                    </a:cubicBezTo>
                    <a:close/>
                    <a:moveTo>
                      <a:pt x="64019" y="29039"/>
                    </a:moveTo>
                    <a:cubicBezTo>
                      <a:pt x="64019" y="20780"/>
                      <a:pt x="59361" y="14851"/>
                      <a:pt x="52899" y="14851"/>
                    </a:cubicBezTo>
                    <a:cubicBezTo>
                      <a:pt x="49169" y="14851"/>
                      <a:pt x="46236" y="16518"/>
                      <a:pt x="43307" y="20114"/>
                    </a:cubicBezTo>
                    <a:lnTo>
                      <a:pt x="43307" y="14986"/>
                    </a:lnTo>
                    <a:lnTo>
                      <a:pt x="42906" y="14851"/>
                    </a:lnTo>
                    <a:cubicBezTo>
                      <a:pt x="39310" y="16252"/>
                      <a:pt x="36977" y="17117"/>
                      <a:pt x="33313" y="18248"/>
                    </a:cubicBezTo>
                    <a:lnTo>
                      <a:pt x="33313" y="19316"/>
                    </a:lnTo>
                    <a:cubicBezTo>
                      <a:pt x="33913" y="19248"/>
                      <a:pt x="34381" y="19248"/>
                      <a:pt x="34981" y="19248"/>
                    </a:cubicBezTo>
                    <a:cubicBezTo>
                      <a:pt x="37243" y="19248"/>
                      <a:pt x="37711" y="19915"/>
                      <a:pt x="37711" y="23047"/>
                    </a:cubicBezTo>
                    <a:lnTo>
                      <a:pt x="37711" y="54221"/>
                    </a:lnTo>
                    <a:cubicBezTo>
                      <a:pt x="37711" y="57682"/>
                      <a:pt x="36977" y="58416"/>
                      <a:pt x="33048" y="58817"/>
                    </a:cubicBezTo>
                    <a:lnTo>
                      <a:pt x="33048" y="59948"/>
                    </a:lnTo>
                    <a:lnTo>
                      <a:pt x="49169" y="59948"/>
                    </a:lnTo>
                    <a:lnTo>
                      <a:pt x="49169" y="58749"/>
                    </a:lnTo>
                    <a:cubicBezTo>
                      <a:pt x="44172" y="58682"/>
                      <a:pt x="43307" y="57952"/>
                      <a:pt x="43307" y="53753"/>
                    </a:cubicBezTo>
                    <a:lnTo>
                      <a:pt x="43307" y="43295"/>
                    </a:lnTo>
                    <a:cubicBezTo>
                      <a:pt x="45636" y="45494"/>
                      <a:pt x="47236" y="46161"/>
                      <a:pt x="50034" y="46161"/>
                    </a:cubicBezTo>
                    <a:cubicBezTo>
                      <a:pt x="57892" y="46161"/>
                      <a:pt x="64019" y="38699"/>
                      <a:pt x="64019" y="29039"/>
                    </a:cubicBezTo>
                    <a:close/>
                    <a:moveTo>
                      <a:pt x="58293" y="31639"/>
                    </a:moveTo>
                    <a:cubicBezTo>
                      <a:pt x="58293" y="39033"/>
                      <a:pt x="55030" y="44029"/>
                      <a:pt x="50232" y="44029"/>
                    </a:cubicBezTo>
                    <a:cubicBezTo>
                      <a:pt x="47100" y="44029"/>
                      <a:pt x="43307" y="41632"/>
                      <a:pt x="43307" y="39632"/>
                    </a:cubicBezTo>
                    <a:lnTo>
                      <a:pt x="43307" y="23245"/>
                    </a:lnTo>
                    <a:cubicBezTo>
                      <a:pt x="43307" y="21249"/>
                      <a:pt x="47037" y="18848"/>
                      <a:pt x="50102" y="18848"/>
                    </a:cubicBezTo>
                    <a:cubicBezTo>
                      <a:pt x="55030" y="18848"/>
                      <a:pt x="58293" y="23912"/>
                      <a:pt x="58293" y="31639"/>
                    </a:cubicBezTo>
                    <a:close/>
                    <a:moveTo>
                      <a:pt x="98735" y="42696"/>
                    </a:moveTo>
                    <a:lnTo>
                      <a:pt x="98735" y="41632"/>
                    </a:lnTo>
                    <a:cubicBezTo>
                      <a:pt x="97536" y="41696"/>
                      <a:pt x="97401" y="41696"/>
                      <a:pt x="97202" y="41696"/>
                    </a:cubicBezTo>
                    <a:cubicBezTo>
                      <a:pt x="94806" y="41696"/>
                      <a:pt x="94270" y="40965"/>
                      <a:pt x="94270" y="37902"/>
                    </a:cubicBezTo>
                    <a:lnTo>
                      <a:pt x="94270" y="131"/>
                    </a:lnTo>
                    <a:lnTo>
                      <a:pt x="93937" y="0"/>
                    </a:lnTo>
                    <a:cubicBezTo>
                      <a:pt x="90742" y="1131"/>
                      <a:pt x="88407" y="1798"/>
                      <a:pt x="84145" y="2929"/>
                    </a:cubicBezTo>
                    <a:lnTo>
                      <a:pt x="84145" y="3997"/>
                    </a:lnTo>
                    <a:cubicBezTo>
                      <a:pt x="84681" y="3929"/>
                      <a:pt x="85079" y="3929"/>
                      <a:pt x="85609" y="3929"/>
                    </a:cubicBezTo>
                    <a:cubicBezTo>
                      <a:pt x="88078" y="3929"/>
                      <a:pt x="88678" y="4596"/>
                      <a:pt x="88678" y="7326"/>
                    </a:cubicBezTo>
                    <a:lnTo>
                      <a:pt x="88678" y="17716"/>
                    </a:lnTo>
                    <a:cubicBezTo>
                      <a:pt x="86145" y="15585"/>
                      <a:pt x="84348" y="14851"/>
                      <a:pt x="81681" y="14851"/>
                    </a:cubicBezTo>
                    <a:cubicBezTo>
                      <a:pt x="74021" y="14851"/>
                      <a:pt x="67826" y="22380"/>
                      <a:pt x="67826" y="31837"/>
                    </a:cubicBezTo>
                    <a:cubicBezTo>
                      <a:pt x="67826" y="40366"/>
                      <a:pt x="72823" y="46161"/>
                      <a:pt x="80148" y="46161"/>
                    </a:cubicBezTo>
                    <a:cubicBezTo>
                      <a:pt x="83880" y="46161"/>
                      <a:pt x="86412" y="44827"/>
                      <a:pt x="88678" y="41696"/>
                    </a:cubicBezTo>
                    <a:lnTo>
                      <a:pt x="88678" y="45958"/>
                    </a:lnTo>
                    <a:lnTo>
                      <a:pt x="88943" y="46161"/>
                    </a:lnTo>
                    <a:lnTo>
                      <a:pt x="98735" y="42696"/>
                    </a:lnTo>
                    <a:close/>
                    <a:moveTo>
                      <a:pt x="88678" y="38699"/>
                    </a:moveTo>
                    <a:cubicBezTo>
                      <a:pt x="88678" y="39168"/>
                      <a:pt x="88209" y="39965"/>
                      <a:pt x="87542" y="40700"/>
                    </a:cubicBezTo>
                    <a:cubicBezTo>
                      <a:pt x="86343" y="42029"/>
                      <a:pt x="84681" y="42696"/>
                      <a:pt x="82748" y="42696"/>
                    </a:cubicBezTo>
                    <a:cubicBezTo>
                      <a:pt x="77220" y="42696"/>
                      <a:pt x="73557" y="37366"/>
                      <a:pt x="73557" y="29174"/>
                    </a:cubicBezTo>
                    <a:cubicBezTo>
                      <a:pt x="73557" y="21645"/>
                      <a:pt x="76818" y="16716"/>
                      <a:pt x="81883" y="16716"/>
                    </a:cubicBezTo>
                    <a:cubicBezTo>
                      <a:pt x="85411" y="16716"/>
                      <a:pt x="88678" y="19848"/>
                      <a:pt x="88678" y="23380"/>
                    </a:cubicBezTo>
                    <a:lnTo>
                      <a:pt x="88678" y="38699"/>
                    </a:lnTo>
                    <a:close/>
                    <a:moveTo>
                      <a:pt x="128786" y="42831"/>
                    </a:moveTo>
                    <a:lnTo>
                      <a:pt x="128786" y="41096"/>
                    </a:lnTo>
                    <a:cubicBezTo>
                      <a:pt x="127650" y="42029"/>
                      <a:pt x="126853" y="42362"/>
                      <a:pt x="125853" y="42362"/>
                    </a:cubicBezTo>
                    <a:cubicBezTo>
                      <a:pt x="124322" y="42362"/>
                      <a:pt x="123857" y="41430"/>
                      <a:pt x="123857" y="38501"/>
                    </a:cubicBezTo>
                    <a:lnTo>
                      <a:pt x="123857" y="25511"/>
                    </a:lnTo>
                    <a:cubicBezTo>
                      <a:pt x="123857" y="22114"/>
                      <a:pt x="123523" y="20248"/>
                      <a:pt x="122591" y="18717"/>
                    </a:cubicBezTo>
                    <a:cubicBezTo>
                      <a:pt x="121190" y="16184"/>
                      <a:pt x="118325" y="14851"/>
                      <a:pt x="114264" y="14851"/>
                    </a:cubicBezTo>
                    <a:cubicBezTo>
                      <a:pt x="110867" y="14851"/>
                      <a:pt x="107668" y="15784"/>
                      <a:pt x="105802" y="17316"/>
                    </a:cubicBezTo>
                    <a:cubicBezTo>
                      <a:pt x="104136" y="18717"/>
                      <a:pt x="103072" y="20649"/>
                      <a:pt x="103072" y="22312"/>
                    </a:cubicBezTo>
                    <a:cubicBezTo>
                      <a:pt x="103072" y="23844"/>
                      <a:pt x="104338" y="25178"/>
                      <a:pt x="105938" y="25178"/>
                    </a:cubicBezTo>
                    <a:cubicBezTo>
                      <a:pt x="107533" y="25178"/>
                      <a:pt x="108934" y="23844"/>
                      <a:pt x="108934" y="22380"/>
                    </a:cubicBezTo>
                    <a:cubicBezTo>
                      <a:pt x="108934" y="22114"/>
                      <a:pt x="108867" y="21780"/>
                      <a:pt x="108800" y="21312"/>
                    </a:cubicBezTo>
                    <a:cubicBezTo>
                      <a:pt x="108669" y="20713"/>
                      <a:pt x="108600" y="20181"/>
                      <a:pt x="108600" y="19717"/>
                    </a:cubicBezTo>
                    <a:cubicBezTo>
                      <a:pt x="108600" y="17915"/>
                      <a:pt x="110733" y="16450"/>
                      <a:pt x="113394" y="16450"/>
                    </a:cubicBezTo>
                    <a:cubicBezTo>
                      <a:pt x="116661" y="16450"/>
                      <a:pt x="118459" y="18383"/>
                      <a:pt x="118459" y="21979"/>
                    </a:cubicBezTo>
                    <a:lnTo>
                      <a:pt x="118459" y="26043"/>
                    </a:lnTo>
                    <a:cubicBezTo>
                      <a:pt x="108200" y="30174"/>
                      <a:pt x="107069" y="30706"/>
                      <a:pt x="104204" y="33238"/>
                    </a:cubicBezTo>
                    <a:cubicBezTo>
                      <a:pt x="102739" y="34568"/>
                      <a:pt x="101806" y="36834"/>
                      <a:pt x="101806" y="39033"/>
                    </a:cubicBezTo>
                    <a:cubicBezTo>
                      <a:pt x="101806" y="43228"/>
                      <a:pt x="104672" y="46161"/>
                      <a:pt x="108800" y="46161"/>
                    </a:cubicBezTo>
                    <a:cubicBezTo>
                      <a:pt x="111732" y="46161"/>
                      <a:pt x="114463" y="44760"/>
                      <a:pt x="118527" y="41299"/>
                    </a:cubicBezTo>
                    <a:cubicBezTo>
                      <a:pt x="118861" y="44827"/>
                      <a:pt x="120058" y="46161"/>
                      <a:pt x="122789" y="46161"/>
                    </a:cubicBezTo>
                    <a:cubicBezTo>
                      <a:pt x="125056" y="46161"/>
                      <a:pt x="126453" y="45359"/>
                      <a:pt x="128786" y="42831"/>
                    </a:cubicBezTo>
                    <a:close/>
                    <a:moveTo>
                      <a:pt x="118459" y="37302"/>
                    </a:moveTo>
                    <a:cubicBezTo>
                      <a:pt x="118459" y="39366"/>
                      <a:pt x="118125" y="39965"/>
                      <a:pt x="116728" y="40830"/>
                    </a:cubicBezTo>
                    <a:cubicBezTo>
                      <a:pt x="115129" y="41763"/>
                      <a:pt x="113264" y="42295"/>
                      <a:pt x="111863" y="42295"/>
                    </a:cubicBezTo>
                    <a:cubicBezTo>
                      <a:pt x="109534" y="42295"/>
                      <a:pt x="107668" y="40033"/>
                      <a:pt x="107668" y="37167"/>
                    </a:cubicBezTo>
                    <a:lnTo>
                      <a:pt x="107668" y="36901"/>
                    </a:lnTo>
                    <a:cubicBezTo>
                      <a:pt x="107668" y="32972"/>
                      <a:pt x="110399" y="30571"/>
                      <a:pt x="118459" y="27642"/>
                    </a:cubicBezTo>
                    <a:lnTo>
                      <a:pt x="118459" y="37302"/>
                    </a:lnTo>
                    <a:close/>
                    <a:moveTo>
                      <a:pt x="147509" y="41096"/>
                    </a:moveTo>
                    <a:lnTo>
                      <a:pt x="146644" y="40366"/>
                    </a:lnTo>
                    <a:cubicBezTo>
                      <a:pt x="145176" y="42097"/>
                      <a:pt x="144112" y="42696"/>
                      <a:pt x="142648" y="42696"/>
                    </a:cubicBezTo>
                    <a:cubicBezTo>
                      <a:pt x="140179" y="42696"/>
                      <a:pt x="139183" y="40965"/>
                      <a:pt x="139183" y="36703"/>
                    </a:cubicBezTo>
                    <a:lnTo>
                      <a:pt x="139183" y="17649"/>
                    </a:lnTo>
                    <a:lnTo>
                      <a:pt x="145910" y="17649"/>
                    </a:lnTo>
                    <a:lnTo>
                      <a:pt x="145910" y="15518"/>
                    </a:lnTo>
                    <a:lnTo>
                      <a:pt x="139183" y="15518"/>
                    </a:lnTo>
                    <a:lnTo>
                      <a:pt x="139183" y="7791"/>
                    </a:lnTo>
                    <a:cubicBezTo>
                      <a:pt x="139183" y="7124"/>
                      <a:pt x="139048" y="6925"/>
                      <a:pt x="138714" y="6925"/>
                    </a:cubicBezTo>
                    <a:cubicBezTo>
                      <a:pt x="138318" y="7592"/>
                      <a:pt x="137850" y="8191"/>
                      <a:pt x="137385" y="8791"/>
                    </a:cubicBezTo>
                    <a:cubicBezTo>
                      <a:pt x="134921" y="12454"/>
                      <a:pt x="132654" y="14919"/>
                      <a:pt x="130924" y="15919"/>
                    </a:cubicBezTo>
                    <a:cubicBezTo>
                      <a:pt x="130190" y="16383"/>
                      <a:pt x="129789" y="16784"/>
                      <a:pt x="129789" y="17185"/>
                    </a:cubicBezTo>
                    <a:cubicBezTo>
                      <a:pt x="129789" y="17383"/>
                      <a:pt x="129856" y="17518"/>
                      <a:pt x="130054" y="17649"/>
                    </a:cubicBezTo>
                    <a:lnTo>
                      <a:pt x="133587" y="17649"/>
                    </a:lnTo>
                    <a:lnTo>
                      <a:pt x="133587" y="37699"/>
                    </a:lnTo>
                    <a:cubicBezTo>
                      <a:pt x="133587" y="43295"/>
                      <a:pt x="135584" y="46161"/>
                      <a:pt x="139449" y="46161"/>
                    </a:cubicBezTo>
                    <a:cubicBezTo>
                      <a:pt x="142778" y="46161"/>
                      <a:pt x="145311" y="44561"/>
                      <a:pt x="147509" y="41096"/>
                    </a:cubicBezTo>
                    <a:close/>
                    <a:moveTo>
                      <a:pt x="175688" y="35036"/>
                    </a:moveTo>
                    <a:lnTo>
                      <a:pt x="174624" y="34568"/>
                    </a:lnTo>
                    <a:cubicBezTo>
                      <a:pt x="171425" y="39632"/>
                      <a:pt x="168563" y="41565"/>
                      <a:pt x="164297" y="41565"/>
                    </a:cubicBezTo>
                    <a:cubicBezTo>
                      <a:pt x="160635" y="41565"/>
                      <a:pt x="157836" y="39830"/>
                      <a:pt x="155908" y="36235"/>
                    </a:cubicBezTo>
                    <a:cubicBezTo>
                      <a:pt x="154574" y="33635"/>
                      <a:pt x="154042" y="31306"/>
                      <a:pt x="153907" y="27043"/>
                    </a:cubicBezTo>
                    <a:lnTo>
                      <a:pt x="174426" y="27043"/>
                    </a:lnTo>
                    <a:cubicBezTo>
                      <a:pt x="173890" y="22713"/>
                      <a:pt x="173223" y="20780"/>
                      <a:pt x="171560" y="18649"/>
                    </a:cubicBezTo>
                    <a:cubicBezTo>
                      <a:pt x="169560" y="16252"/>
                      <a:pt x="166496" y="14851"/>
                      <a:pt x="163031" y="14851"/>
                    </a:cubicBezTo>
                    <a:cubicBezTo>
                      <a:pt x="154772" y="14851"/>
                      <a:pt x="149113" y="21515"/>
                      <a:pt x="149113" y="31238"/>
                    </a:cubicBezTo>
                    <a:cubicBezTo>
                      <a:pt x="149113" y="40430"/>
                      <a:pt x="153907" y="46161"/>
                      <a:pt x="161567" y="46161"/>
                    </a:cubicBezTo>
                    <a:cubicBezTo>
                      <a:pt x="167960" y="46161"/>
                      <a:pt x="172890" y="42231"/>
                      <a:pt x="175688" y="35036"/>
                    </a:cubicBezTo>
                    <a:close/>
                    <a:moveTo>
                      <a:pt x="167631" y="24912"/>
                    </a:moveTo>
                    <a:lnTo>
                      <a:pt x="154042" y="24912"/>
                    </a:lnTo>
                    <a:cubicBezTo>
                      <a:pt x="154772" y="19649"/>
                      <a:pt x="157038" y="17252"/>
                      <a:pt x="161102" y="17252"/>
                    </a:cubicBezTo>
                    <a:cubicBezTo>
                      <a:pt x="165166" y="17252"/>
                      <a:pt x="166762" y="19117"/>
                      <a:pt x="167631" y="24912"/>
                    </a:cubicBezTo>
                    <a:close/>
                    <a:moveTo>
                      <a:pt x="200209" y="37632"/>
                    </a:moveTo>
                    <a:cubicBezTo>
                      <a:pt x="200209" y="34302"/>
                      <a:pt x="198678" y="32103"/>
                      <a:pt x="194614" y="29706"/>
                    </a:cubicBezTo>
                    <a:lnTo>
                      <a:pt x="187418" y="25444"/>
                    </a:lnTo>
                    <a:cubicBezTo>
                      <a:pt x="185553" y="24376"/>
                      <a:pt x="184556" y="22713"/>
                      <a:pt x="184556" y="20915"/>
                    </a:cubicBezTo>
                    <a:cubicBezTo>
                      <a:pt x="184556" y="18185"/>
                      <a:pt x="186620" y="16383"/>
                      <a:pt x="189685" y="16383"/>
                    </a:cubicBezTo>
                    <a:cubicBezTo>
                      <a:pt x="193482" y="16383"/>
                      <a:pt x="195478" y="18582"/>
                      <a:pt x="197011" y="24578"/>
                    </a:cubicBezTo>
                    <a:lnTo>
                      <a:pt x="198011" y="24578"/>
                    </a:lnTo>
                    <a:lnTo>
                      <a:pt x="197745" y="15518"/>
                    </a:lnTo>
                    <a:lnTo>
                      <a:pt x="197011" y="15518"/>
                    </a:lnTo>
                    <a:lnTo>
                      <a:pt x="196879" y="15653"/>
                    </a:lnTo>
                    <a:cubicBezTo>
                      <a:pt x="196281" y="16117"/>
                      <a:pt x="196212" y="16184"/>
                      <a:pt x="195947" y="16184"/>
                    </a:cubicBezTo>
                    <a:cubicBezTo>
                      <a:pt x="195546" y="16184"/>
                      <a:pt x="194879" y="16050"/>
                      <a:pt x="194145" y="15720"/>
                    </a:cubicBezTo>
                    <a:cubicBezTo>
                      <a:pt x="192748" y="15185"/>
                      <a:pt x="191216" y="14919"/>
                      <a:pt x="189617" y="14919"/>
                    </a:cubicBezTo>
                    <a:cubicBezTo>
                      <a:pt x="184156" y="14919"/>
                      <a:pt x="180425" y="18248"/>
                      <a:pt x="180425" y="23114"/>
                    </a:cubicBezTo>
                    <a:cubicBezTo>
                      <a:pt x="180425" y="26841"/>
                      <a:pt x="182556" y="29440"/>
                      <a:pt x="188220" y="32702"/>
                    </a:cubicBezTo>
                    <a:lnTo>
                      <a:pt x="192081" y="34901"/>
                    </a:lnTo>
                    <a:cubicBezTo>
                      <a:pt x="194415" y="36235"/>
                      <a:pt x="195546" y="37834"/>
                      <a:pt x="195546" y="39898"/>
                    </a:cubicBezTo>
                    <a:cubicBezTo>
                      <a:pt x="195546" y="42831"/>
                      <a:pt x="193415" y="44696"/>
                      <a:pt x="190017" y="44696"/>
                    </a:cubicBezTo>
                    <a:cubicBezTo>
                      <a:pt x="185423" y="44696"/>
                      <a:pt x="183088" y="42164"/>
                      <a:pt x="181557" y="35370"/>
                    </a:cubicBezTo>
                    <a:lnTo>
                      <a:pt x="180492" y="35370"/>
                    </a:lnTo>
                    <a:lnTo>
                      <a:pt x="180492" y="45760"/>
                    </a:lnTo>
                    <a:lnTo>
                      <a:pt x="181359" y="45760"/>
                    </a:lnTo>
                    <a:cubicBezTo>
                      <a:pt x="181822" y="45093"/>
                      <a:pt x="182093" y="44962"/>
                      <a:pt x="182890" y="44962"/>
                    </a:cubicBezTo>
                    <a:cubicBezTo>
                      <a:pt x="183624" y="44962"/>
                      <a:pt x="184354" y="45093"/>
                      <a:pt x="185953" y="45494"/>
                    </a:cubicBezTo>
                    <a:cubicBezTo>
                      <a:pt x="187819" y="45895"/>
                      <a:pt x="189487" y="46161"/>
                      <a:pt x="190884" y="46161"/>
                    </a:cubicBezTo>
                    <a:cubicBezTo>
                      <a:pt x="195947" y="46161"/>
                      <a:pt x="200209" y="42295"/>
                      <a:pt x="200209" y="37632"/>
                    </a:cubicBezTo>
                    <a:close/>
                    <a:moveTo>
                      <a:pt x="215737" y="18717"/>
                    </a:moveTo>
                    <a:cubicBezTo>
                      <a:pt x="215737" y="16653"/>
                      <a:pt x="214003" y="14919"/>
                      <a:pt x="212006" y="14919"/>
                    </a:cubicBezTo>
                    <a:cubicBezTo>
                      <a:pt x="210006" y="14919"/>
                      <a:pt x="208344" y="16653"/>
                      <a:pt x="208344" y="18717"/>
                    </a:cubicBezTo>
                    <a:cubicBezTo>
                      <a:pt x="208344" y="20649"/>
                      <a:pt x="210006" y="22312"/>
                      <a:pt x="211939" y="22312"/>
                    </a:cubicBezTo>
                    <a:cubicBezTo>
                      <a:pt x="214003" y="22312"/>
                      <a:pt x="215737" y="20649"/>
                      <a:pt x="215737" y="18717"/>
                    </a:cubicBezTo>
                    <a:close/>
                    <a:moveTo>
                      <a:pt x="215737" y="42628"/>
                    </a:moveTo>
                    <a:cubicBezTo>
                      <a:pt x="215737" y="40565"/>
                      <a:pt x="214003" y="38834"/>
                      <a:pt x="212006" y="38834"/>
                    </a:cubicBezTo>
                    <a:cubicBezTo>
                      <a:pt x="210006" y="38834"/>
                      <a:pt x="208344" y="40565"/>
                      <a:pt x="208344" y="42628"/>
                    </a:cubicBezTo>
                    <a:cubicBezTo>
                      <a:pt x="208344" y="44561"/>
                      <a:pt x="210006" y="46228"/>
                      <a:pt x="211939" y="46228"/>
                    </a:cubicBezTo>
                    <a:cubicBezTo>
                      <a:pt x="214003" y="46228"/>
                      <a:pt x="215737" y="44561"/>
                      <a:pt x="215737" y="42628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1" name="hard_annotation_outline_2"/>
              <p:cNvSpPr/>
              <p:nvPr/>
            </p:nvSpPr>
            <p:spPr>
              <a:xfrm>
                <a:off x="4127754" y="1465562"/>
                <a:ext cx="77613" cy="46160"/>
              </a:xfrm>
              <a:custGeom>
                <a:avLst/>
                <a:gdLst/>
                <a:ahLst/>
                <a:cxnLst/>
                <a:rect l="0" t="0" r="r" b="b"/>
                <a:pathLst>
                  <a:path w="77614" h="46161">
                    <a:moveTo>
                      <a:pt x="19784" y="37632"/>
                    </a:moveTo>
                    <a:cubicBezTo>
                      <a:pt x="19784" y="34302"/>
                      <a:pt x="18252" y="32103"/>
                      <a:pt x="14188" y="29706"/>
                    </a:cubicBezTo>
                    <a:lnTo>
                      <a:pt x="6993" y="25444"/>
                    </a:lnTo>
                    <a:cubicBezTo>
                      <a:pt x="5127" y="24376"/>
                      <a:pt x="4131" y="22713"/>
                      <a:pt x="4131" y="20915"/>
                    </a:cubicBezTo>
                    <a:cubicBezTo>
                      <a:pt x="4131" y="18185"/>
                      <a:pt x="6195" y="16383"/>
                      <a:pt x="9258" y="16383"/>
                    </a:cubicBezTo>
                    <a:cubicBezTo>
                      <a:pt x="13057" y="16383"/>
                      <a:pt x="15053" y="18582"/>
                      <a:pt x="16585" y="24578"/>
                    </a:cubicBezTo>
                    <a:lnTo>
                      <a:pt x="17586" y="24578"/>
                    </a:lnTo>
                    <a:lnTo>
                      <a:pt x="17319" y="15518"/>
                    </a:lnTo>
                    <a:lnTo>
                      <a:pt x="16585" y="15518"/>
                    </a:lnTo>
                    <a:lnTo>
                      <a:pt x="16454" y="15653"/>
                    </a:lnTo>
                    <a:cubicBezTo>
                      <a:pt x="15855" y="16117"/>
                      <a:pt x="15787" y="16184"/>
                      <a:pt x="15522" y="16184"/>
                    </a:cubicBezTo>
                    <a:cubicBezTo>
                      <a:pt x="15121" y="16184"/>
                      <a:pt x="14454" y="16050"/>
                      <a:pt x="13720" y="15720"/>
                    </a:cubicBezTo>
                    <a:cubicBezTo>
                      <a:pt x="12323" y="15185"/>
                      <a:pt x="10791" y="14919"/>
                      <a:pt x="9191" y="14919"/>
                    </a:cubicBezTo>
                    <a:cubicBezTo>
                      <a:pt x="3730" y="14919"/>
                      <a:pt x="0" y="18248"/>
                      <a:pt x="0" y="23114"/>
                    </a:cubicBezTo>
                    <a:cubicBezTo>
                      <a:pt x="0" y="26841"/>
                      <a:pt x="2131" y="29440"/>
                      <a:pt x="7794" y="32702"/>
                    </a:cubicBezTo>
                    <a:lnTo>
                      <a:pt x="11656" y="34901"/>
                    </a:lnTo>
                    <a:cubicBezTo>
                      <a:pt x="13989" y="36235"/>
                      <a:pt x="15121" y="37834"/>
                      <a:pt x="15121" y="39898"/>
                    </a:cubicBezTo>
                    <a:cubicBezTo>
                      <a:pt x="15121" y="42831"/>
                      <a:pt x="12990" y="44696"/>
                      <a:pt x="9592" y="44696"/>
                    </a:cubicBezTo>
                    <a:cubicBezTo>
                      <a:pt x="4996" y="44696"/>
                      <a:pt x="2663" y="42164"/>
                      <a:pt x="1130" y="35370"/>
                    </a:cubicBezTo>
                    <a:lnTo>
                      <a:pt x="67" y="35370"/>
                    </a:lnTo>
                    <a:lnTo>
                      <a:pt x="67" y="45760"/>
                    </a:lnTo>
                    <a:lnTo>
                      <a:pt x="932" y="45760"/>
                    </a:lnTo>
                    <a:cubicBezTo>
                      <a:pt x="1397" y="45093"/>
                      <a:pt x="1666" y="44962"/>
                      <a:pt x="2464" y="44962"/>
                    </a:cubicBezTo>
                    <a:cubicBezTo>
                      <a:pt x="3198" y="44962"/>
                      <a:pt x="3928" y="45093"/>
                      <a:pt x="5528" y="45494"/>
                    </a:cubicBezTo>
                    <a:cubicBezTo>
                      <a:pt x="7394" y="45895"/>
                      <a:pt x="9060" y="46161"/>
                      <a:pt x="10457" y="46161"/>
                    </a:cubicBezTo>
                    <a:cubicBezTo>
                      <a:pt x="15522" y="46161"/>
                      <a:pt x="19784" y="42295"/>
                      <a:pt x="19784" y="37632"/>
                    </a:cubicBezTo>
                    <a:close/>
                    <a:moveTo>
                      <a:pt x="51965" y="42831"/>
                    </a:moveTo>
                    <a:lnTo>
                      <a:pt x="51965" y="41096"/>
                    </a:lnTo>
                    <a:cubicBezTo>
                      <a:pt x="50829" y="42029"/>
                      <a:pt x="50032" y="42362"/>
                      <a:pt x="49032" y="42362"/>
                    </a:cubicBezTo>
                    <a:cubicBezTo>
                      <a:pt x="47499" y="42362"/>
                      <a:pt x="47036" y="41430"/>
                      <a:pt x="47036" y="38501"/>
                    </a:cubicBezTo>
                    <a:lnTo>
                      <a:pt x="47036" y="25511"/>
                    </a:lnTo>
                    <a:cubicBezTo>
                      <a:pt x="47036" y="22114"/>
                      <a:pt x="46702" y="20248"/>
                      <a:pt x="45770" y="18717"/>
                    </a:cubicBezTo>
                    <a:cubicBezTo>
                      <a:pt x="44369" y="16184"/>
                      <a:pt x="41502" y="14851"/>
                      <a:pt x="37443" y="14851"/>
                    </a:cubicBezTo>
                    <a:cubicBezTo>
                      <a:pt x="34046" y="14851"/>
                      <a:pt x="30847" y="15784"/>
                      <a:pt x="28981" y="17316"/>
                    </a:cubicBezTo>
                    <a:cubicBezTo>
                      <a:pt x="27315" y="18717"/>
                      <a:pt x="26251" y="20649"/>
                      <a:pt x="26251" y="22312"/>
                    </a:cubicBezTo>
                    <a:cubicBezTo>
                      <a:pt x="26251" y="23844"/>
                      <a:pt x="27517" y="25178"/>
                      <a:pt x="29116" y="25178"/>
                    </a:cubicBezTo>
                    <a:cubicBezTo>
                      <a:pt x="30712" y="25178"/>
                      <a:pt x="32113" y="23844"/>
                      <a:pt x="32113" y="22380"/>
                    </a:cubicBezTo>
                    <a:cubicBezTo>
                      <a:pt x="32113" y="22114"/>
                      <a:pt x="32046" y="21780"/>
                      <a:pt x="31977" y="21312"/>
                    </a:cubicBezTo>
                    <a:cubicBezTo>
                      <a:pt x="31847" y="20713"/>
                      <a:pt x="31779" y="20181"/>
                      <a:pt x="31779" y="19717"/>
                    </a:cubicBezTo>
                    <a:cubicBezTo>
                      <a:pt x="31779" y="17915"/>
                      <a:pt x="33910" y="16450"/>
                      <a:pt x="36573" y="16450"/>
                    </a:cubicBezTo>
                    <a:cubicBezTo>
                      <a:pt x="39840" y="16450"/>
                      <a:pt x="41638" y="18383"/>
                      <a:pt x="41638" y="21979"/>
                    </a:cubicBezTo>
                    <a:lnTo>
                      <a:pt x="41638" y="26043"/>
                    </a:lnTo>
                    <a:cubicBezTo>
                      <a:pt x="31379" y="30174"/>
                      <a:pt x="30248" y="30706"/>
                      <a:pt x="27382" y="33238"/>
                    </a:cubicBezTo>
                    <a:cubicBezTo>
                      <a:pt x="25918" y="34568"/>
                      <a:pt x="24985" y="36834"/>
                      <a:pt x="24985" y="39033"/>
                    </a:cubicBezTo>
                    <a:cubicBezTo>
                      <a:pt x="24985" y="43228"/>
                      <a:pt x="27850" y="46161"/>
                      <a:pt x="31977" y="46161"/>
                    </a:cubicBezTo>
                    <a:cubicBezTo>
                      <a:pt x="34911" y="46161"/>
                      <a:pt x="37642" y="44760"/>
                      <a:pt x="41706" y="41299"/>
                    </a:cubicBezTo>
                    <a:cubicBezTo>
                      <a:pt x="42038" y="44827"/>
                      <a:pt x="43237" y="46161"/>
                      <a:pt x="45968" y="46161"/>
                    </a:cubicBezTo>
                    <a:cubicBezTo>
                      <a:pt x="48233" y="46161"/>
                      <a:pt x="49630" y="45359"/>
                      <a:pt x="51965" y="42831"/>
                    </a:cubicBezTo>
                    <a:close/>
                    <a:moveTo>
                      <a:pt x="41638" y="37302"/>
                    </a:moveTo>
                    <a:cubicBezTo>
                      <a:pt x="41638" y="39366"/>
                      <a:pt x="41304" y="39965"/>
                      <a:pt x="39907" y="40830"/>
                    </a:cubicBezTo>
                    <a:cubicBezTo>
                      <a:pt x="38308" y="41763"/>
                      <a:pt x="36443" y="42295"/>
                      <a:pt x="35042" y="42295"/>
                    </a:cubicBezTo>
                    <a:cubicBezTo>
                      <a:pt x="32713" y="42295"/>
                      <a:pt x="30847" y="40033"/>
                      <a:pt x="30847" y="37167"/>
                    </a:cubicBezTo>
                    <a:lnTo>
                      <a:pt x="30847" y="36901"/>
                    </a:lnTo>
                    <a:cubicBezTo>
                      <a:pt x="30847" y="32972"/>
                      <a:pt x="33578" y="30571"/>
                      <a:pt x="41638" y="27642"/>
                    </a:cubicBezTo>
                    <a:lnTo>
                      <a:pt x="41638" y="37302"/>
                    </a:lnTo>
                    <a:close/>
                    <a:moveTo>
                      <a:pt x="77614" y="4128"/>
                    </a:moveTo>
                    <a:cubicBezTo>
                      <a:pt x="77614" y="1730"/>
                      <a:pt x="74685" y="0"/>
                      <a:pt x="70688" y="0"/>
                    </a:cubicBezTo>
                    <a:cubicBezTo>
                      <a:pt x="66490" y="0"/>
                      <a:pt x="63029" y="1798"/>
                      <a:pt x="61294" y="4794"/>
                    </a:cubicBezTo>
                    <a:cubicBezTo>
                      <a:pt x="59563" y="7791"/>
                      <a:pt x="59032" y="10188"/>
                      <a:pt x="58965" y="15518"/>
                    </a:cubicBezTo>
                    <a:lnTo>
                      <a:pt x="53499" y="15518"/>
                    </a:lnTo>
                    <a:lnTo>
                      <a:pt x="53499" y="17649"/>
                    </a:lnTo>
                    <a:lnTo>
                      <a:pt x="58965" y="17649"/>
                    </a:lnTo>
                    <a:lnTo>
                      <a:pt x="58965" y="38564"/>
                    </a:lnTo>
                    <a:cubicBezTo>
                      <a:pt x="58965" y="43430"/>
                      <a:pt x="58230" y="44228"/>
                      <a:pt x="53435" y="44494"/>
                    </a:cubicBezTo>
                    <a:lnTo>
                      <a:pt x="53435" y="45494"/>
                    </a:lnTo>
                    <a:lnTo>
                      <a:pt x="70756" y="45494"/>
                    </a:lnTo>
                    <a:lnTo>
                      <a:pt x="70756" y="44494"/>
                    </a:lnTo>
                    <a:cubicBezTo>
                      <a:pt x="65291" y="44295"/>
                      <a:pt x="64560" y="43561"/>
                      <a:pt x="64560" y="38564"/>
                    </a:cubicBezTo>
                    <a:lnTo>
                      <a:pt x="64560" y="17649"/>
                    </a:lnTo>
                    <a:lnTo>
                      <a:pt x="72685" y="17649"/>
                    </a:lnTo>
                    <a:lnTo>
                      <a:pt x="72685" y="15518"/>
                    </a:lnTo>
                    <a:lnTo>
                      <a:pt x="64493" y="15518"/>
                    </a:lnTo>
                    <a:lnTo>
                      <a:pt x="64493" y="7791"/>
                    </a:lnTo>
                    <a:cubicBezTo>
                      <a:pt x="64493" y="3862"/>
                      <a:pt x="65759" y="1861"/>
                      <a:pt x="68290" y="1861"/>
                    </a:cubicBezTo>
                    <a:cubicBezTo>
                      <a:pt x="69755" y="1861"/>
                      <a:pt x="70621" y="2528"/>
                      <a:pt x="71819" y="4461"/>
                    </a:cubicBezTo>
                    <a:cubicBezTo>
                      <a:pt x="72887" y="6259"/>
                      <a:pt x="73684" y="6858"/>
                      <a:pt x="74816" y="6858"/>
                    </a:cubicBezTo>
                    <a:cubicBezTo>
                      <a:pt x="76415" y="6858"/>
                      <a:pt x="77614" y="5660"/>
                      <a:pt x="77614" y="4128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2" name="hard_annotation_outline_3"/>
              <p:cNvSpPr/>
              <p:nvPr/>
            </p:nvSpPr>
            <p:spPr>
              <a:xfrm>
                <a:off x="4201330" y="1472487"/>
                <a:ext cx="78075" cy="53089"/>
              </a:xfrm>
              <a:custGeom>
                <a:avLst/>
                <a:gdLst/>
                <a:ahLst/>
                <a:cxnLst/>
                <a:rect l="0" t="0" r="r" b="b"/>
                <a:pathLst>
                  <a:path w="78076" h="53090">
                    <a:moveTo>
                      <a:pt x="26575" y="28111"/>
                    </a:moveTo>
                    <a:lnTo>
                      <a:pt x="25512" y="27642"/>
                    </a:lnTo>
                    <a:cubicBezTo>
                      <a:pt x="22313" y="32707"/>
                      <a:pt x="19451" y="34639"/>
                      <a:pt x="15184" y="34639"/>
                    </a:cubicBezTo>
                    <a:cubicBezTo>
                      <a:pt x="11521" y="34639"/>
                      <a:pt x="8724" y="32905"/>
                      <a:pt x="6795" y="29309"/>
                    </a:cubicBezTo>
                    <a:cubicBezTo>
                      <a:pt x="5461" y="26710"/>
                      <a:pt x="4929" y="24380"/>
                      <a:pt x="4794" y="20118"/>
                    </a:cubicBezTo>
                    <a:lnTo>
                      <a:pt x="25312" y="20118"/>
                    </a:lnTo>
                    <a:cubicBezTo>
                      <a:pt x="24776" y="15788"/>
                      <a:pt x="24110" y="13855"/>
                      <a:pt x="22447" y="11724"/>
                    </a:cubicBezTo>
                    <a:cubicBezTo>
                      <a:pt x="20447" y="9327"/>
                      <a:pt x="17384" y="7926"/>
                      <a:pt x="13918" y="7926"/>
                    </a:cubicBezTo>
                    <a:cubicBezTo>
                      <a:pt x="5659" y="7926"/>
                      <a:pt x="0" y="14589"/>
                      <a:pt x="0" y="24313"/>
                    </a:cubicBezTo>
                    <a:cubicBezTo>
                      <a:pt x="0" y="33504"/>
                      <a:pt x="4794" y="39235"/>
                      <a:pt x="12454" y="39235"/>
                    </a:cubicBezTo>
                    <a:cubicBezTo>
                      <a:pt x="18848" y="39235"/>
                      <a:pt x="23777" y="35306"/>
                      <a:pt x="26575" y="28111"/>
                    </a:cubicBezTo>
                    <a:close/>
                    <a:moveTo>
                      <a:pt x="18518" y="17986"/>
                    </a:moveTo>
                    <a:lnTo>
                      <a:pt x="4929" y="17986"/>
                    </a:lnTo>
                    <a:cubicBezTo>
                      <a:pt x="5659" y="12724"/>
                      <a:pt x="7926" y="10327"/>
                      <a:pt x="11990" y="10327"/>
                    </a:cubicBezTo>
                    <a:cubicBezTo>
                      <a:pt x="16054" y="10327"/>
                      <a:pt x="17649" y="12192"/>
                      <a:pt x="18518" y="17986"/>
                    </a:cubicBezTo>
                    <a:close/>
                    <a:moveTo>
                      <a:pt x="46501" y="34171"/>
                    </a:moveTo>
                    <a:lnTo>
                      <a:pt x="45636" y="33441"/>
                    </a:lnTo>
                    <a:cubicBezTo>
                      <a:pt x="44167" y="35171"/>
                      <a:pt x="43104" y="35770"/>
                      <a:pt x="41639" y="35770"/>
                    </a:cubicBezTo>
                    <a:cubicBezTo>
                      <a:pt x="39171" y="35770"/>
                      <a:pt x="38175" y="34040"/>
                      <a:pt x="38175" y="29778"/>
                    </a:cubicBezTo>
                    <a:lnTo>
                      <a:pt x="38175" y="10724"/>
                    </a:lnTo>
                    <a:lnTo>
                      <a:pt x="44902" y="10724"/>
                    </a:lnTo>
                    <a:lnTo>
                      <a:pt x="44902" y="8592"/>
                    </a:lnTo>
                    <a:lnTo>
                      <a:pt x="38175" y="8592"/>
                    </a:lnTo>
                    <a:lnTo>
                      <a:pt x="38175" y="865"/>
                    </a:lnTo>
                    <a:cubicBezTo>
                      <a:pt x="38175" y="199"/>
                      <a:pt x="38039" y="0"/>
                      <a:pt x="37706" y="0"/>
                    </a:cubicBezTo>
                    <a:cubicBezTo>
                      <a:pt x="37309" y="667"/>
                      <a:pt x="36841" y="1266"/>
                      <a:pt x="36377" y="1865"/>
                    </a:cubicBezTo>
                    <a:cubicBezTo>
                      <a:pt x="33912" y="5529"/>
                      <a:pt x="31646" y="7993"/>
                      <a:pt x="29916" y="8993"/>
                    </a:cubicBezTo>
                    <a:cubicBezTo>
                      <a:pt x="29181" y="9458"/>
                      <a:pt x="28781" y="9858"/>
                      <a:pt x="28781" y="10259"/>
                    </a:cubicBezTo>
                    <a:cubicBezTo>
                      <a:pt x="28781" y="10458"/>
                      <a:pt x="28848" y="10593"/>
                      <a:pt x="29046" y="10724"/>
                    </a:cubicBezTo>
                    <a:lnTo>
                      <a:pt x="32578" y="10724"/>
                    </a:lnTo>
                    <a:lnTo>
                      <a:pt x="32578" y="30774"/>
                    </a:lnTo>
                    <a:cubicBezTo>
                      <a:pt x="32578" y="36370"/>
                      <a:pt x="34574" y="39235"/>
                      <a:pt x="38440" y="39235"/>
                    </a:cubicBezTo>
                    <a:cubicBezTo>
                      <a:pt x="41770" y="39235"/>
                      <a:pt x="44303" y="37636"/>
                      <a:pt x="46501" y="34171"/>
                    </a:cubicBezTo>
                    <a:close/>
                    <a:moveTo>
                      <a:pt x="78076" y="9593"/>
                    </a:moveTo>
                    <a:lnTo>
                      <a:pt x="78076" y="8592"/>
                    </a:lnTo>
                    <a:lnTo>
                      <a:pt x="69087" y="8592"/>
                    </a:lnTo>
                    <a:lnTo>
                      <a:pt x="69087" y="9593"/>
                    </a:lnTo>
                    <a:cubicBezTo>
                      <a:pt x="71218" y="9593"/>
                      <a:pt x="72282" y="10192"/>
                      <a:pt x="72282" y="11259"/>
                    </a:cubicBezTo>
                    <a:cubicBezTo>
                      <a:pt x="72282" y="11525"/>
                      <a:pt x="72215" y="11922"/>
                      <a:pt x="72017" y="12391"/>
                    </a:cubicBezTo>
                    <a:lnTo>
                      <a:pt x="65555" y="30774"/>
                    </a:lnTo>
                    <a:lnTo>
                      <a:pt x="57895" y="13922"/>
                    </a:lnTo>
                    <a:cubicBezTo>
                      <a:pt x="57494" y="12990"/>
                      <a:pt x="57229" y="12125"/>
                      <a:pt x="57229" y="11390"/>
                    </a:cubicBezTo>
                    <a:cubicBezTo>
                      <a:pt x="57229" y="10192"/>
                      <a:pt x="58228" y="9727"/>
                      <a:pt x="61090" y="9593"/>
                    </a:cubicBezTo>
                    <a:lnTo>
                      <a:pt x="61090" y="8592"/>
                    </a:lnTo>
                    <a:lnTo>
                      <a:pt x="47370" y="8592"/>
                    </a:lnTo>
                    <a:lnTo>
                      <a:pt x="47370" y="9525"/>
                    </a:lnTo>
                    <a:cubicBezTo>
                      <a:pt x="49101" y="9791"/>
                      <a:pt x="50236" y="10525"/>
                      <a:pt x="50767" y="11656"/>
                    </a:cubicBezTo>
                    <a:lnTo>
                      <a:pt x="61756" y="34838"/>
                    </a:lnTo>
                    <a:cubicBezTo>
                      <a:pt x="62225" y="35969"/>
                      <a:pt x="62492" y="36771"/>
                      <a:pt x="62492" y="37302"/>
                    </a:cubicBezTo>
                    <a:cubicBezTo>
                      <a:pt x="62492" y="38302"/>
                      <a:pt x="60959" y="42497"/>
                      <a:pt x="59828" y="44498"/>
                    </a:cubicBezTo>
                    <a:cubicBezTo>
                      <a:pt x="58895" y="46228"/>
                      <a:pt x="57427" y="47494"/>
                      <a:pt x="56495" y="47494"/>
                    </a:cubicBezTo>
                    <a:cubicBezTo>
                      <a:pt x="56097" y="47494"/>
                      <a:pt x="55498" y="47359"/>
                      <a:pt x="54831" y="47030"/>
                    </a:cubicBezTo>
                    <a:cubicBezTo>
                      <a:pt x="53565" y="46561"/>
                      <a:pt x="52434" y="46296"/>
                      <a:pt x="51299" y="46296"/>
                    </a:cubicBezTo>
                    <a:cubicBezTo>
                      <a:pt x="49767" y="46296"/>
                      <a:pt x="48438" y="47629"/>
                      <a:pt x="48438" y="49224"/>
                    </a:cubicBezTo>
                    <a:cubicBezTo>
                      <a:pt x="48438" y="51423"/>
                      <a:pt x="50569" y="53090"/>
                      <a:pt x="53367" y="53090"/>
                    </a:cubicBezTo>
                    <a:cubicBezTo>
                      <a:pt x="57828" y="53090"/>
                      <a:pt x="61026" y="49359"/>
                      <a:pt x="64623" y="39767"/>
                    </a:cubicBezTo>
                    <a:lnTo>
                      <a:pt x="74882" y="12589"/>
                    </a:lnTo>
                    <a:cubicBezTo>
                      <a:pt x="75747" y="10458"/>
                      <a:pt x="76481" y="9791"/>
                      <a:pt x="78076" y="9593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3" name="hard_annotation_outline_4"/>
              <p:cNvSpPr/>
              <p:nvPr/>
            </p:nvSpPr>
            <p:spPr>
              <a:xfrm>
                <a:off x="4299347" y="1480413"/>
                <a:ext cx="84410" cy="31309"/>
              </a:xfrm>
              <a:custGeom>
                <a:avLst/>
                <a:gdLst/>
                <a:ahLst/>
                <a:cxnLst/>
                <a:rect l="0" t="0" r="r" b="b"/>
                <a:pathLst>
                  <a:path w="84411" h="31310">
                    <a:moveTo>
                      <a:pt x="25777" y="20852"/>
                    </a:moveTo>
                    <a:lnTo>
                      <a:pt x="24845" y="20253"/>
                    </a:lnTo>
                    <a:cubicBezTo>
                      <a:pt x="21646" y="24916"/>
                      <a:pt x="19248" y="26511"/>
                      <a:pt x="15451" y="26511"/>
                    </a:cubicBezTo>
                    <a:cubicBezTo>
                      <a:pt x="9323" y="26511"/>
                      <a:pt x="5128" y="21185"/>
                      <a:pt x="5128" y="13526"/>
                    </a:cubicBezTo>
                    <a:cubicBezTo>
                      <a:pt x="5128" y="6596"/>
                      <a:pt x="8791" y="1933"/>
                      <a:pt x="14188" y="1933"/>
                    </a:cubicBezTo>
                    <a:cubicBezTo>
                      <a:pt x="16586" y="1933"/>
                      <a:pt x="17451" y="2667"/>
                      <a:pt x="18118" y="5132"/>
                    </a:cubicBezTo>
                    <a:lnTo>
                      <a:pt x="18518" y="6596"/>
                    </a:lnTo>
                    <a:cubicBezTo>
                      <a:pt x="19050" y="8529"/>
                      <a:pt x="20249" y="9660"/>
                      <a:pt x="21713" y="9660"/>
                    </a:cubicBezTo>
                    <a:cubicBezTo>
                      <a:pt x="23448" y="9660"/>
                      <a:pt x="24845" y="8394"/>
                      <a:pt x="24845" y="6862"/>
                    </a:cubicBezTo>
                    <a:cubicBezTo>
                      <a:pt x="24845" y="3131"/>
                      <a:pt x="20182" y="0"/>
                      <a:pt x="14586" y="0"/>
                    </a:cubicBezTo>
                    <a:cubicBezTo>
                      <a:pt x="11454" y="0"/>
                      <a:pt x="8259" y="1199"/>
                      <a:pt x="5592" y="3397"/>
                    </a:cubicBezTo>
                    <a:cubicBezTo>
                      <a:pt x="1996" y="6398"/>
                      <a:pt x="0" y="10994"/>
                      <a:pt x="0" y="16522"/>
                    </a:cubicBezTo>
                    <a:cubicBezTo>
                      <a:pt x="0" y="25114"/>
                      <a:pt x="5263" y="31310"/>
                      <a:pt x="12657" y="31310"/>
                    </a:cubicBezTo>
                    <a:cubicBezTo>
                      <a:pt x="15518" y="31310"/>
                      <a:pt x="18051" y="30377"/>
                      <a:pt x="20316" y="28512"/>
                    </a:cubicBezTo>
                    <a:cubicBezTo>
                      <a:pt x="22313" y="26912"/>
                      <a:pt x="23646" y="24979"/>
                      <a:pt x="25777" y="20852"/>
                    </a:cubicBezTo>
                    <a:close/>
                    <a:moveTo>
                      <a:pt x="59221" y="15058"/>
                    </a:moveTo>
                    <a:cubicBezTo>
                      <a:pt x="59221" y="6330"/>
                      <a:pt x="53094" y="0"/>
                      <a:pt x="44568" y="0"/>
                    </a:cubicBezTo>
                    <a:cubicBezTo>
                      <a:pt x="35908" y="0"/>
                      <a:pt x="29849" y="6398"/>
                      <a:pt x="29849" y="15589"/>
                    </a:cubicBezTo>
                    <a:cubicBezTo>
                      <a:pt x="29849" y="24583"/>
                      <a:pt x="36044" y="31310"/>
                      <a:pt x="44433" y="31310"/>
                    </a:cubicBezTo>
                    <a:cubicBezTo>
                      <a:pt x="52827" y="31310"/>
                      <a:pt x="59221" y="24249"/>
                      <a:pt x="59221" y="15058"/>
                    </a:cubicBezTo>
                    <a:close/>
                    <a:moveTo>
                      <a:pt x="53228" y="17387"/>
                    </a:moveTo>
                    <a:cubicBezTo>
                      <a:pt x="53228" y="24916"/>
                      <a:pt x="50232" y="29444"/>
                      <a:pt x="45235" y="29444"/>
                    </a:cubicBezTo>
                    <a:cubicBezTo>
                      <a:pt x="42635" y="29444"/>
                      <a:pt x="40171" y="27845"/>
                      <a:pt x="38774" y="25182"/>
                    </a:cubicBezTo>
                    <a:cubicBezTo>
                      <a:pt x="36909" y="21717"/>
                      <a:pt x="35841" y="17054"/>
                      <a:pt x="35841" y="12323"/>
                    </a:cubicBezTo>
                    <a:cubicBezTo>
                      <a:pt x="35841" y="5997"/>
                      <a:pt x="38972" y="1865"/>
                      <a:pt x="43703" y="1865"/>
                    </a:cubicBezTo>
                    <a:cubicBezTo>
                      <a:pt x="49299" y="1865"/>
                      <a:pt x="53228" y="8263"/>
                      <a:pt x="53228" y="17387"/>
                    </a:cubicBezTo>
                    <a:close/>
                    <a:moveTo>
                      <a:pt x="84411" y="22781"/>
                    </a:moveTo>
                    <a:cubicBezTo>
                      <a:pt x="84411" y="19451"/>
                      <a:pt x="82879" y="17252"/>
                      <a:pt x="78815" y="14855"/>
                    </a:cubicBezTo>
                    <a:lnTo>
                      <a:pt x="71619" y="10593"/>
                    </a:lnTo>
                    <a:cubicBezTo>
                      <a:pt x="69753" y="9525"/>
                      <a:pt x="68758" y="7862"/>
                      <a:pt x="68758" y="6064"/>
                    </a:cubicBezTo>
                    <a:cubicBezTo>
                      <a:pt x="68758" y="3334"/>
                      <a:pt x="70822" y="1532"/>
                      <a:pt x="73886" y="1532"/>
                    </a:cubicBezTo>
                    <a:cubicBezTo>
                      <a:pt x="77683" y="1532"/>
                      <a:pt x="79680" y="3731"/>
                      <a:pt x="81211" y="9727"/>
                    </a:cubicBezTo>
                    <a:lnTo>
                      <a:pt x="82212" y="9727"/>
                    </a:lnTo>
                    <a:lnTo>
                      <a:pt x="81945" y="667"/>
                    </a:lnTo>
                    <a:lnTo>
                      <a:pt x="81211" y="667"/>
                    </a:lnTo>
                    <a:lnTo>
                      <a:pt x="81081" y="802"/>
                    </a:lnTo>
                    <a:cubicBezTo>
                      <a:pt x="80481" y="1266"/>
                      <a:pt x="80414" y="1334"/>
                      <a:pt x="80148" y="1334"/>
                    </a:cubicBezTo>
                    <a:cubicBezTo>
                      <a:pt x="79747" y="1334"/>
                      <a:pt x="79080" y="1199"/>
                      <a:pt x="78346" y="869"/>
                    </a:cubicBezTo>
                    <a:cubicBezTo>
                      <a:pt x="76949" y="334"/>
                      <a:pt x="75418" y="68"/>
                      <a:pt x="73817" y="68"/>
                    </a:cubicBezTo>
                    <a:cubicBezTo>
                      <a:pt x="68356" y="68"/>
                      <a:pt x="64626" y="3397"/>
                      <a:pt x="64626" y="8263"/>
                    </a:cubicBezTo>
                    <a:cubicBezTo>
                      <a:pt x="64626" y="11990"/>
                      <a:pt x="66758" y="14589"/>
                      <a:pt x="72420" y="17852"/>
                    </a:cubicBezTo>
                    <a:lnTo>
                      <a:pt x="76283" y="20050"/>
                    </a:lnTo>
                    <a:cubicBezTo>
                      <a:pt x="78617" y="21384"/>
                      <a:pt x="79747" y="22983"/>
                      <a:pt x="79747" y="25047"/>
                    </a:cubicBezTo>
                    <a:cubicBezTo>
                      <a:pt x="79747" y="27980"/>
                      <a:pt x="77616" y="29845"/>
                      <a:pt x="74219" y="29845"/>
                    </a:cubicBezTo>
                    <a:cubicBezTo>
                      <a:pt x="69623" y="29845"/>
                      <a:pt x="67290" y="27313"/>
                      <a:pt x="65758" y="20519"/>
                    </a:cubicBezTo>
                    <a:lnTo>
                      <a:pt x="64694" y="20519"/>
                    </a:lnTo>
                    <a:lnTo>
                      <a:pt x="64694" y="30909"/>
                    </a:lnTo>
                    <a:lnTo>
                      <a:pt x="65559" y="30909"/>
                    </a:lnTo>
                    <a:cubicBezTo>
                      <a:pt x="66023" y="30242"/>
                      <a:pt x="66293" y="30111"/>
                      <a:pt x="67092" y="30111"/>
                    </a:cubicBezTo>
                    <a:cubicBezTo>
                      <a:pt x="67826" y="30111"/>
                      <a:pt x="68556" y="30242"/>
                      <a:pt x="70155" y="30643"/>
                    </a:cubicBezTo>
                    <a:cubicBezTo>
                      <a:pt x="72020" y="31044"/>
                      <a:pt x="73687" y="31310"/>
                      <a:pt x="75084" y="31310"/>
                    </a:cubicBezTo>
                    <a:cubicBezTo>
                      <a:pt x="80148" y="31310"/>
                      <a:pt x="84411" y="27444"/>
                      <a:pt x="84411" y="22781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4" name="hard_annotation_outline_5"/>
              <p:cNvSpPr/>
              <p:nvPr/>
            </p:nvSpPr>
            <p:spPr>
              <a:xfrm>
                <a:off x="4386297" y="1472487"/>
                <a:ext cx="40838" cy="39235"/>
              </a:xfrm>
              <a:custGeom>
                <a:avLst/>
                <a:gdLst/>
                <a:ahLst/>
                <a:cxnLst/>
                <a:rect l="0" t="0" r="r" b="b"/>
                <a:pathLst>
                  <a:path w="40838" h="39235">
                    <a:moveTo>
                      <a:pt x="17720" y="34171"/>
                    </a:moveTo>
                    <a:lnTo>
                      <a:pt x="16855" y="33441"/>
                    </a:lnTo>
                    <a:cubicBezTo>
                      <a:pt x="15387" y="35171"/>
                      <a:pt x="14323" y="35770"/>
                      <a:pt x="12859" y="35770"/>
                    </a:cubicBezTo>
                    <a:cubicBezTo>
                      <a:pt x="10390" y="35770"/>
                      <a:pt x="9394" y="34040"/>
                      <a:pt x="9394" y="29778"/>
                    </a:cubicBezTo>
                    <a:lnTo>
                      <a:pt x="9394" y="10724"/>
                    </a:lnTo>
                    <a:lnTo>
                      <a:pt x="16121" y="10724"/>
                    </a:lnTo>
                    <a:lnTo>
                      <a:pt x="16121" y="8592"/>
                    </a:lnTo>
                    <a:lnTo>
                      <a:pt x="9394" y="8592"/>
                    </a:lnTo>
                    <a:lnTo>
                      <a:pt x="9394" y="865"/>
                    </a:lnTo>
                    <a:cubicBezTo>
                      <a:pt x="9394" y="199"/>
                      <a:pt x="9260" y="0"/>
                      <a:pt x="8926" y="0"/>
                    </a:cubicBezTo>
                    <a:cubicBezTo>
                      <a:pt x="8529" y="667"/>
                      <a:pt x="8061" y="1266"/>
                      <a:pt x="7596" y="1865"/>
                    </a:cubicBezTo>
                    <a:cubicBezTo>
                      <a:pt x="5132" y="5529"/>
                      <a:pt x="2865" y="7993"/>
                      <a:pt x="1135" y="8993"/>
                    </a:cubicBezTo>
                    <a:cubicBezTo>
                      <a:pt x="401" y="9458"/>
                      <a:pt x="0" y="9858"/>
                      <a:pt x="0" y="10259"/>
                    </a:cubicBezTo>
                    <a:cubicBezTo>
                      <a:pt x="0" y="10458"/>
                      <a:pt x="67" y="10593"/>
                      <a:pt x="265" y="10724"/>
                    </a:cubicBezTo>
                    <a:lnTo>
                      <a:pt x="3799" y="10724"/>
                    </a:lnTo>
                    <a:lnTo>
                      <a:pt x="3799" y="30774"/>
                    </a:lnTo>
                    <a:cubicBezTo>
                      <a:pt x="3799" y="36370"/>
                      <a:pt x="5795" y="39235"/>
                      <a:pt x="9660" y="39235"/>
                    </a:cubicBezTo>
                    <a:cubicBezTo>
                      <a:pt x="12990" y="39235"/>
                      <a:pt x="15522" y="37636"/>
                      <a:pt x="17720" y="34171"/>
                    </a:cubicBezTo>
                    <a:close/>
                    <a:moveTo>
                      <a:pt x="40838" y="30706"/>
                    </a:moveTo>
                    <a:cubicBezTo>
                      <a:pt x="40838" y="27376"/>
                      <a:pt x="39306" y="25178"/>
                      <a:pt x="35242" y="22781"/>
                    </a:cubicBezTo>
                    <a:lnTo>
                      <a:pt x="28047" y="18518"/>
                    </a:lnTo>
                    <a:cubicBezTo>
                      <a:pt x="26182" y="17451"/>
                      <a:pt x="25185" y="15788"/>
                      <a:pt x="25185" y="13990"/>
                    </a:cubicBezTo>
                    <a:cubicBezTo>
                      <a:pt x="25185" y="11259"/>
                      <a:pt x="27249" y="9458"/>
                      <a:pt x="30314" y="9458"/>
                    </a:cubicBezTo>
                    <a:cubicBezTo>
                      <a:pt x="34111" y="9458"/>
                      <a:pt x="36107" y="11656"/>
                      <a:pt x="37640" y="17653"/>
                    </a:cubicBezTo>
                    <a:lnTo>
                      <a:pt x="38640" y="17653"/>
                    </a:lnTo>
                    <a:lnTo>
                      <a:pt x="38374" y="8592"/>
                    </a:lnTo>
                    <a:lnTo>
                      <a:pt x="37640" y="8592"/>
                    </a:lnTo>
                    <a:lnTo>
                      <a:pt x="37508" y="8727"/>
                    </a:lnTo>
                    <a:cubicBezTo>
                      <a:pt x="36910" y="9192"/>
                      <a:pt x="36841" y="9259"/>
                      <a:pt x="36576" y="9259"/>
                    </a:cubicBezTo>
                    <a:cubicBezTo>
                      <a:pt x="36175" y="9259"/>
                      <a:pt x="35508" y="9124"/>
                      <a:pt x="34774" y="8795"/>
                    </a:cubicBezTo>
                    <a:cubicBezTo>
                      <a:pt x="33377" y="8259"/>
                      <a:pt x="31845" y="7993"/>
                      <a:pt x="30246" y="7993"/>
                    </a:cubicBezTo>
                    <a:cubicBezTo>
                      <a:pt x="24785" y="7993"/>
                      <a:pt x="21054" y="11323"/>
                      <a:pt x="21054" y="16189"/>
                    </a:cubicBezTo>
                    <a:cubicBezTo>
                      <a:pt x="21054" y="19915"/>
                      <a:pt x="23185" y="22515"/>
                      <a:pt x="28849" y="25777"/>
                    </a:cubicBezTo>
                    <a:lnTo>
                      <a:pt x="32710" y="27976"/>
                    </a:lnTo>
                    <a:cubicBezTo>
                      <a:pt x="35044" y="29309"/>
                      <a:pt x="36175" y="30909"/>
                      <a:pt x="36175" y="32972"/>
                    </a:cubicBezTo>
                    <a:cubicBezTo>
                      <a:pt x="36175" y="35905"/>
                      <a:pt x="34044" y="37771"/>
                      <a:pt x="30646" y="37771"/>
                    </a:cubicBezTo>
                    <a:cubicBezTo>
                      <a:pt x="26052" y="37771"/>
                      <a:pt x="23717" y="35239"/>
                      <a:pt x="22186" y="28444"/>
                    </a:cubicBezTo>
                    <a:lnTo>
                      <a:pt x="21121" y="28444"/>
                    </a:lnTo>
                    <a:lnTo>
                      <a:pt x="21121" y="38834"/>
                    </a:lnTo>
                    <a:lnTo>
                      <a:pt x="21988" y="38834"/>
                    </a:lnTo>
                    <a:cubicBezTo>
                      <a:pt x="22451" y="38168"/>
                      <a:pt x="22722" y="38037"/>
                      <a:pt x="23519" y="38037"/>
                    </a:cubicBezTo>
                    <a:cubicBezTo>
                      <a:pt x="24253" y="38037"/>
                      <a:pt x="24983" y="38168"/>
                      <a:pt x="26582" y="38568"/>
                    </a:cubicBezTo>
                    <a:cubicBezTo>
                      <a:pt x="28448" y="38969"/>
                      <a:pt x="30116" y="39235"/>
                      <a:pt x="31513" y="39235"/>
                    </a:cubicBezTo>
                    <a:cubicBezTo>
                      <a:pt x="36576" y="39235"/>
                      <a:pt x="40838" y="35370"/>
                      <a:pt x="40838" y="30706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5" name="hard_annotation_outline_6"/>
              <p:cNvSpPr/>
              <p:nvPr/>
            </p:nvSpPr>
            <p:spPr>
              <a:xfrm>
                <a:off x="4448422" y="1465562"/>
                <a:ext cx="218793" cy="46160"/>
              </a:xfrm>
              <a:custGeom>
                <a:avLst/>
                <a:gdLst/>
                <a:ahLst/>
                <a:cxnLst/>
                <a:rect l="0" t="0" r="r" b="b"/>
                <a:pathLst>
                  <a:path w="218793" h="46161">
                    <a:moveTo>
                      <a:pt x="29373" y="29908"/>
                    </a:moveTo>
                    <a:cubicBezTo>
                      <a:pt x="29373" y="21181"/>
                      <a:pt x="23245" y="14851"/>
                      <a:pt x="14721" y="14851"/>
                    </a:cubicBezTo>
                    <a:cubicBezTo>
                      <a:pt x="6060" y="14851"/>
                      <a:pt x="0" y="21249"/>
                      <a:pt x="0" y="30440"/>
                    </a:cubicBezTo>
                    <a:cubicBezTo>
                      <a:pt x="0" y="39434"/>
                      <a:pt x="6195" y="46161"/>
                      <a:pt x="14586" y="46161"/>
                    </a:cubicBezTo>
                    <a:cubicBezTo>
                      <a:pt x="22979" y="46161"/>
                      <a:pt x="29373" y="39100"/>
                      <a:pt x="29373" y="29908"/>
                    </a:cubicBezTo>
                    <a:close/>
                    <a:moveTo>
                      <a:pt x="23381" y="32238"/>
                    </a:moveTo>
                    <a:cubicBezTo>
                      <a:pt x="23381" y="39767"/>
                      <a:pt x="20383" y="44295"/>
                      <a:pt x="15387" y="44295"/>
                    </a:cubicBezTo>
                    <a:cubicBezTo>
                      <a:pt x="12788" y="44295"/>
                      <a:pt x="10323" y="42696"/>
                      <a:pt x="8926" y="40033"/>
                    </a:cubicBezTo>
                    <a:cubicBezTo>
                      <a:pt x="7061" y="36568"/>
                      <a:pt x="5993" y="31905"/>
                      <a:pt x="5993" y="27174"/>
                    </a:cubicBezTo>
                    <a:cubicBezTo>
                      <a:pt x="5993" y="20848"/>
                      <a:pt x="9125" y="16716"/>
                      <a:pt x="13856" y="16716"/>
                    </a:cubicBezTo>
                    <a:cubicBezTo>
                      <a:pt x="19451" y="16716"/>
                      <a:pt x="23381" y="23114"/>
                      <a:pt x="23381" y="32238"/>
                    </a:cubicBezTo>
                    <a:close/>
                    <a:moveTo>
                      <a:pt x="54563" y="37632"/>
                    </a:moveTo>
                    <a:cubicBezTo>
                      <a:pt x="54563" y="34302"/>
                      <a:pt x="53030" y="32103"/>
                      <a:pt x="48966" y="29706"/>
                    </a:cubicBezTo>
                    <a:lnTo>
                      <a:pt x="41772" y="25444"/>
                    </a:lnTo>
                    <a:cubicBezTo>
                      <a:pt x="39906" y="24376"/>
                      <a:pt x="38910" y="22713"/>
                      <a:pt x="38910" y="20915"/>
                    </a:cubicBezTo>
                    <a:cubicBezTo>
                      <a:pt x="38910" y="18185"/>
                      <a:pt x="40974" y="16383"/>
                      <a:pt x="44037" y="16383"/>
                    </a:cubicBezTo>
                    <a:cubicBezTo>
                      <a:pt x="47836" y="16383"/>
                      <a:pt x="49832" y="18582"/>
                      <a:pt x="51364" y="24578"/>
                    </a:cubicBezTo>
                    <a:lnTo>
                      <a:pt x="52365" y="24578"/>
                    </a:lnTo>
                    <a:lnTo>
                      <a:pt x="52098" y="15518"/>
                    </a:lnTo>
                    <a:lnTo>
                      <a:pt x="51364" y="15518"/>
                    </a:lnTo>
                    <a:lnTo>
                      <a:pt x="51233" y="15653"/>
                    </a:lnTo>
                    <a:cubicBezTo>
                      <a:pt x="50634" y="16117"/>
                      <a:pt x="50566" y="16184"/>
                      <a:pt x="50300" y="16184"/>
                    </a:cubicBezTo>
                    <a:cubicBezTo>
                      <a:pt x="49900" y="16184"/>
                      <a:pt x="49233" y="16050"/>
                      <a:pt x="48499" y="15720"/>
                    </a:cubicBezTo>
                    <a:cubicBezTo>
                      <a:pt x="47102" y="15185"/>
                      <a:pt x="45569" y="14919"/>
                      <a:pt x="43970" y="14919"/>
                    </a:cubicBezTo>
                    <a:cubicBezTo>
                      <a:pt x="38509" y="14919"/>
                      <a:pt x="34779" y="18248"/>
                      <a:pt x="34779" y="23114"/>
                    </a:cubicBezTo>
                    <a:cubicBezTo>
                      <a:pt x="34779" y="26841"/>
                      <a:pt x="36910" y="29440"/>
                      <a:pt x="42573" y="32702"/>
                    </a:cubicBezTo>
                    <a:lnTo>
                      <a:pt x="46435" y="34901"/>
                    </a:lnTo>
                    <a:cubicBezTo>
                      <a:pt x="48768" y="36235"/>
                      <a:pt x="49900" y="37834"/>
                      <a:pt x="49900" y="39898"/>
                    </a:cubicBezTo>
                    <a:cubicBezTo>
                      <a:pt x="49900" y="42831"/>
                      <a:pt x="47769" y="44696"/>
                      <a:pt x="44371" y="44696"/>
                    </a:cubicBezTo>
                    <a:cubicBezTo>
                      <a:pt x="39775" y="44696"/>
                      <a:pt x="37441" y="42164"/>
                      <a:pt x="35909" y="35370"/>
                    </a:cubicBezTo>
                    <a:lnTo>
                      <a:pt x="34846" y="35370"/>
                    </a:lnTo>
                    <a:lnTo>
                      <a:pt x="34846" y="45760"/>
                    </a:lnTo>
                    <a:lnTo>
                      <a:pt x="35711" y="45760"/>
                    </a:lnTo>
                    <a:cubicBezTo>
                      <a:pt x="36176" y="45093"/>
                      <a:pt x="36445" y="44962"/>
                      <a:pt x="37243" y="44962"/>
                    </a:cubicBezTo>
                    <a:cubicBezTo>
                      <a:pt x="37977" y="44962"/>
                      <a:pt x="38707" y="45093"/>
                      <a:pt x="40307" y="45494"/>
                    </a:cubicBezTo>
                    <a:cubicBezTo>
                      <a:pt x="42172" y="45895"/>
                      <a:pt x="43839" y="46161"/>
                      <a:pt x="45236" y="46161"/>
                    </a:cubicBezTo>
                    <a:cubicBezTo>
                      <a:pt x="50300" y="46161"/>
                      <a:pt x="54563" y="42295"/>
                      <a:pt x="54563" y="37632"/>
                    </a:cubicBezTo>
                    <a:close/>
                    <a:moveTo>
                      <a:pt x="84743" y="35703"/>
                    </a:moveTo>
                    <a:lnTo>
                      <a:pt x="83810" y="35104"/>
                    </a:lnTo>
                    <a:cubicBezTo>
                      <a:pt x="80612" y="39767"/>
                      <a:pt x="78214" y="41362"/>
                      <a:pt x="74417" y="41362"/>
                    </a:cubicBezTo>
                    <a:cubicBezTo>
                      <a:pt x="68289" y="41362"/>
                      <a:pt x="64093" y="36036"/>
                      <a:pt x="64093" y="28376"/>
                    </a:cubicBezTo>
                    <a:cubicBezTo>
                      <a:pt x="64093" y="21447"/>
                      <a:pt x="67757" y="16784"/>
                      <a:pt x="73155" y="16784"/>
                    </a:cubicBezTo>
                    <a:cubicBezTo>
                      <a:pt x="75551" y="16784"/>
                      <a:pt x="76417" y="17518"/>
                      <a:pt x="77084" y="19983"/>
                    </a:cubicBezTo>
                    <a:lnTo>
                      <a:pt x="77484" y="21447"/>
                    </a:lnTo>
                    <a:cubicBezTo>
                      <a:pt x="78016" y="23380"/>
                      <a:pt x="79215" y="24511"/>
                      <a:pt x="80679" y="24511"/>
                    </a:cubicBezTo>
                    <a:cubicBezTo>
                      <a:pt x="82413" y="24511"/>
                      <a:pt x="83810" y="23245"/>
                      <a:pt x="83810" y="21713"/>
                    </a:cubicBezTo>
                    <a:cubicBezTo>
                      <a:pt x="83810" y="17982"/>
                      <a:pt x="79148" y="14851"/>
                      <a:pt x="73551" y="14851"/>
                    </a:cubicBezTo>
                    <a:cubicBezTo>
                      <a:pt x="70420" y="14851"/>
                      <a:pt x="67225" y="16050"/>
                      <a:pt x="64558" y="18248"/>
                    </a:cubicBezTo>
                    <a:cubicBezTo>
                      <a:pt x="60963" y="21249"/>
                      <a:pt x="58966" y="25844"/>
                      <a:pt x="58966" y="31373"/>
                    </a:cubicBezTo>
                    <a:cubicBezTo>
                      <a:pt x="58966" y="39965"/>
                      <a:pt x="64229" y="46161"/>
                      <a:pt x="71623" y="46161"/>
                    </a:cubicBezTo>
                    <a:cubicBezTo>
                      <a:pt x="74484" y="46161"/>
                      <a:pt x="77015" y="45228"/>
                      <a:pt x="79282" y="43363"/>
                    </a:cubicBezTo>
                    <a:cubicBezTo>
                      <a:pt x="81279" y="41763"/>
                      <a:pt x="82612" y="39830"/>
                      <a:pt x="84743" y="35703"/>
                    </a:cubicBezTo>
                    <a:close/>
                    <a:moveTo>
                      <a:pt x="103732" y="45494"/>
                    </a:moveTo>
                    <a:lnTo>
                      <a:pt x="103732" y="44494"/>
                    </a:lnTo>
                    <a:cubicBezTo>
                      <a:pt x="99339" y="44160"/>
                      <a:pt x="98803" y="43494"/>
                      <a:pt x="98803" y="38699"/>
                    </a:cubicBezTo>
                    <a:lnTo>
                      <a:pt x="98803" y="15053"/>
                    </a:lnTo>
                    <a:lnTo>
                      <a:pt x="98538" y="14851"/>
                    </a:lnTo>
                    <a:lnTo>
                      <a:pt x="88214" y="18514"/>
                    </a:lnTo>
                    <a:lnTo>
                      <a:pt x="88214" y="19514"/>
                    </a:lnTo>
                    <a:lnTo>
                      <a:pt x="88746" y="19447"/>
                    </a:lnTo>
                    <a:cubicBezTo>
                      <a:pt x="89544" y="19316"/>
                      <a:pt x="90414" y="19248"/>
                      <a:pt x="91013" y="19248"/>
                    </a:cubicBezTo>
                    <a:cubicBezTo>
                      <a:pt x="92608" y="19248"/>
                      <a:pt x="93208" y="20316"/>
                      <a:pt x="93208" y="23245"/>
                    </a:cubicBezTo>
                    <a:lnTo>
                      <a:pt x="93208" y="38699"/>
                    </a:lnTo>
                    <a:cubicBezTo>
                      <a:pt x="93208" y="43494"/>
                      <a:pt x="92545" y="44228"/>
                      <a:pt x="87949" y="44494"/>
                    </a:cubicBezTo>
                    <a:lnTo>
                      <a:pt x="87949" y="45494"/>
                    </a:lnTo>
                    <a:lnTo>
                      <a:pt x="103732" y="45494"/>
                    </a:lnTo>
                    <a:close/>
                    <a:moveTo>
                      <a:pt x="99403" y="3397"/>
                    </a:moveTo>
                    <a:cubicBezTo>
                      <a:pt x="99403" y="1532"/>
                      <a:pt x="97939" y="0"/>
                      <a:pt x="96006" y="0"/>
                    </a:cubicBezTo>
                    <a:cubicBezTo>
                      <a:pt x="94140" y="0"/>
                      <a:pt x="92608" y="1532"/>
                      <a:pt x="92608" y="3397"/>
                    </a:cubicBezTo>
                    <a:cubicBezTo>
                      <a:pt x="92608" y="5326"/>
                      <a:pt x="94140" y="6791"/>
                      <a:pt x="96006" y="6791"/>
                    </a:cubicBezTo>
                    <a:cubicBezTo>
                      <a:pt x="97939" y="6791"/>
                      <a:pt x="99403" y="5326"/>
                      <a:pt x="99403" y="3397"/>
                    </a:cubicBezTo>
                    <a:close/>
                    <a:moveTo>
                      <a:pt x="122521" y="45494"/>
                    </a:moveTo>
                    <a:lnTo>
                      <a:pt x="122521" y="44494"/>
                    </a:lnTo>
                    <a:cubicBezTo>
                      <a:pt x="118259" y="44228"/>
                      <a:pt x="117528" y="43561"/>
                      <a:pt x="117528" y="39898"/>
                    </a:cubicBezTo>
                    <a:lnTo>
                      <a:pt x="117528" y="131"/>
                    </a:lnTo>
                    <a:lnTo>
                      <a:pt x="117262" y="0"/>
                    </a:lnTo>
                    <a:cubicBezTo>
                      <a:pt x="113797" y="1131"/>
                      <a:pt x="111265" y="1798"/>
                      <a:pt x="106670" y="2929"/>
                    </a:cubicBezTo>
                    <a:lnTo>
                      <a:pt x="106670" y="3997"/>
                    </a:lnTo>
                    <a:lnTo>
                      <a:pt x="107070" y="3997"/>
                    </a:lnTo>
                    <a:cubicBezTo>
                      <a:pt x="107800" y="3929"/>
                      <a:pt x="108603" y="3862"/>
                      <a:pt x="109134" y="3862"/>
                    </a:cubicBezTo>
                    <a:cubicBezTo>
                      <a:pt x="111265" y="3862"/>
                      <a:pt x="111931" y="4794"/>
                      <a:pt x="111931" y="7926"/>
                    </a:cubicBezTo>
                    <a:lnTo>
                      <a:pt x="111931" y="39699"/>
                    </a:lnTo>
                    <a:cubicBezTo>
                      <a:pt x="111931" y="43295"/>
                      <a:pt x="110999" y="44160"/>
                      <a:pt x="106801" y="44494"/>
                    </a:cubicBezTo>
                    <a:lnTo>
                      <a:pt x="106801" y="45494"/>
                    </a:lnTo>
                    <a:lnTo>
                      <a:pt x="122521" y="45494"/>
                    </a:lnTo>
                    <a:close/>
                    <a:moveTo>
                      <a:pt x="141042" y="45494"/>
                    </a:moveTo>
                    <a:lnTo>
                      <a:pt x="141042" y="44494"/>
                    </a:lnTo>
                    <a:cubicBezTo>
                      <a:pt x="136780" y="44228"/>
                      <a:pt x="136050" y="43561"/>
                      <a:pt x="136050" y="39898"/>
                    </a:cubicBezTo>
                    <a:lnTo>
                      <a:pt x="136050" y="131"/>
                    </a:lnTo>
                    <a:lnTo>
                      <a:pt x="135785" y="0"/>
                    </a:lnTo>
                    <a:cubicBezTo>
                      <a:pt x="132320" y="1131"/>
                      <a:pt x="129788" y="1798"/>
                      <a:pt x="125192" y="2929"/>
                    </a:cubicBezTo>
                    <a:lnTo>
                      <a:pt x="125192" y="3997"/>
                    </a:lnTo>
                    <a:lnTo>
                      <a:pt x="125593" y="3997"/>
                    </a:lnTo>
                    <a:cubicBezTo>
                      <a:pt x="126323" y="3929"/>
                      <a:pt x="127124" y="3862"/>
                      <a:pt x="127657" y="3862"/>
                    </a:cubicBezTo>
                    <a:cubicBezTo>
                      <a:pt x="129788" y="3862"/>
                      <a:pt x="130454" y="4794"/>
                      <a:pt x="130454" y="7926"/>
                    </a:cubicBezTo>
                    <a:lnTo>
                      <a:pt x="130454" y="39699"/>
                    </a:lnTo>
                    <a:cubicBezTo>
                      <a:pt x="130454" y="43295"/>
                      <a:pt x="129521" y="44160"/>
                      <a:pt x="125322" y="44494"/>
                    </a:cubicBezTo>
                    <a:lnTo>
                      <a:pt x="125322" y="45494"/>
                    </a:lnTo>
                    <a:lnTo>
                      <a:pt x="141042" y="45494"/>
                    </a:lnTo>
                    <a:close/>
                    <a:moveTo>
                      <a:pt x="171892" y="42831"/>
                    </a:moveTo>
                    <a:lnTo>
                      <a:pt x="171892" y="41096"/>
                    </a:lnTo>
                    <a:cubicBezTo>
                      <a:pt x="170757" y="42029"/>
                      <a:pt x="169959" y="42362"/>
                      <a:pt x="168960" y="42362"/>
                    </a:cubicBezTo>
                    <a:cubicBezTo>
                      <a:pt x="167427" y="42362"/>
                      <a:pt x="166963" y="41430"/>
                      <a:pt x="166963" y="38501"/>
                    </a:cubicBezTo>
                    <a:lnTo>
                      <a:pt x="166963" y="25511"/>
                    </a:lnTo>
                    <a:cubicBezTo>
                      <a:pt x="166963" y="22114"/>
                      <a:pt x="166629" y="20248"/>
                      <a:pt x="165697" y="18717"/>
                    </a:cubicBezTo>
                    <a:cubicBezTo>
                      <a:pt x="164296" y="16184"/>
                      <a:pt x="161430" y="14851"/>
                      <a:pt x="157371" y="14851"/>
                    </a:cubicBezTo>
                    <a:cubicBezTo>
                      <a:pt x="153974" y="14851"/>
                      <a:pt x="150774" y="15784"/>
                      <a:pt x="148909" y="17316"/>
                    </a:cubicBezTo>
                    <a:cubicBezTo>
                      <a:pt x="147243" y="18717"/>
                      <a:pt x="146178" y="20649"/>
                      <a:pt x="146178" y="22312"/>
                    </a:cubicBezTo>
                    <a:cubicBezTo>
                      <a:pt x="146178" y="23844"/>
                      <a:pt x="147444" y="25178"/>
                      <a:pt x="149043" y="25178"/>
                    </a:cubicBezTo>
                    <a:cubicBezTo>
                      <a:pt x="150640" y="25178"/>
                      <a:pt x="152041" y="23844"/>
                      <a:pt x="152041" y="22380"/>
                    </a:cubicBezTo>
                    <a:cubicBezTo>
                      <a:pt x="152041" y="22114"/>
                      <a:pt x="151973" y="21780"/>
                      <a:pt x="151905" y="21312"/>
                    </a:cubicBezTo>
                    <a:cubicBezTo>
                      <a:pt x="151774" y="20713"/>
                      <a:pt x="151707" y="20181"/>
                      <a:pt x="151707" y="19717"/>
                    </a:cubicBezTo>
                    <a:cubicBezTo>
                      <a:pt x="151707" y="17915"/>
                      <a:pt x="153838" y="16450"/>
                      <a:pt x="156501" y="16450"/>
                    </a:cubicBezTo>
                    <a:cubicBezTo>
                      <a:pt x="159767" y="16450"/>
                      <a:pt x="161566" y="18383"/>
                      <a:pt x="161566" y="21979"/>
                    </a:cubicBezTo>
                    <a:lnTo>
                      <a:pt x="161566" y="26043"/>
                    </a:lnTo>
                    <a:cubicBezTo>
                      <a:pt x="151307" y="30174"/>
                      <a:pt x="150175" y="30706"/>
                      <a:pt x="147310" y="33238"/>
                    </a:cubicBezTo>
                    <a:cubicBezTo>
                      <a:pt x="145846" y="34568"/>
                      <a:pt x="144912" y="36834"/>
                      <a:pt x="144912" y="39033"/>
                    </a:cubicBezTo>
                    <a:cubicBezTo>
                      <a:pt x="144912" y="43228"/>
                      <a:pt x="147777" y="46161"/>
                      <a:pt x="151905" y="46161"/>
                    </a:cubicBezTo>
                    <a:cubicBezTo>
                      <a:pt x="154838" y="46161"/>
                      <a:pt x="157569" y="44760"/>
                      <a:pt x="161633" y="41299"/>
                    </a:cubicBezTo>
                    <a:cubicBezTo>
                      <a:pt x="161966" y="44827"/>
                      <a:pt x="163165" y="46161"/>
                      <a:pt x="165895" y="46161"/>
                    </a:cubicBezTo>
                    <a:cubicBezTo>
                      <a:pt x="168161" y="46161"/>
                      <a:pt x="169558" y="45359"/>
                      <a:pt x="171892" y="42831"/>
                    </a:cubicBezTo>
                    <a:close/>
                    <a:moveTo>
                      <a:pt x="161566" y="37302"/>
                    </a:moveTo>
                    <a:cubicBezTo>
                      <a:pt x="161566" y="39366"/>
                      <a:pt x="161232" y="39965"/>
                      <a:pt x="159835" y="40830"/>
                    </a:cubicBezTo>
                    <a:cubicBezTo>
                      <a:pt x="158236" y="41763"/>
                      <a:pt x="156370" y="42295"/>
                      <a:pt x="154969" y="42295"/>
                    </a:cubicBezTo>
                    <a:cubicBezTo>
                      <a:pt x="152639" y="42295"/>
                      <a:pt x="150774" y="40033"/>
                      <a:pt x="150774" y="37167"/>
                    </a:cubicBezTo>
                    <a:lnTo>
                      <a:pt x="150774" y="36901"/>
                    </a:lnTo>
                    <a:cubicBezTo>
                      <a:pt x="150774" y="32972"/>
                      <a:pt x="153505" y="30571"/>
                      <a:pt x="161566" y="27642"/>
                    </a:cubicBezTo>
                    <a:lnTo>
                      <a:pt x="161566" y="37302"/>
                    </a:lnTo>
                    <a:close/>
                    <a:moveTo>
                      <a:pt x="190616" y="41096"/>
                    </a:moveTo>
                    <a:lnTo>
                      <a:pt x="189751" y="40366"/>
                    </a:lnTo>
                    <a:cubicBezTo>
                      <a:pt x="188281" y="42097"/>
                      <a:pt x="187218" y="42696"/>
                      <a:pt x="185754" y="42696"/>
                    </a:cubicBezTo>
                    <a:cubicBezTo>
                      <a:pt x="183285" y="42696"/>
                      <a:pt x="182289" y="40965"/>
                      <a:pt x="182289" y="36703"/>
                    </a:cubicBezTo>
                    <a:lnTo>
                      <a:pt x="182289" y="17649"/>
                    </a:lnTo>
                    <a:lnTo>
                      <a:pt x="189015" y="17649"/>
                    </a:lnTo>
                    <a:lnTo>
                      <a:pt x="189015" y="15518"/>
                    </a:lnTo>
                    <a:lnTo>
                      <a:pt x="182289" y="15518"/>
                    </a:lnTo>
                    <a:lnTo>
                      <a:pt x="182289" y="7791"/>
                    </a:lnTo>
                    <a:cubicBezTo>
                      <a:pt x="182289" y="7124"/>
                      <a:pt x="182154" y="6925"/>
                      <a:pt x="181821" y="6925"/>
                    </a:cubicBezTo>
                    <a:cubicBezTo>
                      <a:pt x="181423" y="7592"/>
                      <a:pt x="180956" y="8191"/>
                      <a:pt x="180491" y="8791"/>
                    </a:cubicBezTo>
                    <a:cubicBezTo>
                      <a:pt x="178026" y="12454"/>
                      <a:pt x="175760" y="14919"/>
                      <a:pt x="174031" y="15919"/>
                    </a:cubicBezTo>
                    <a:cubicBezTo>
                      <a:pt x="173295" y="16383"/>
                      <a:pt x="172895" y="16784"/>
                      <a:pt x="172895" y="17185"/>
                    </a:cubicBezTo>
                    <a:cubicBezTo>
                      <a:pt x="172895" y="17383"/>
                      <a:pt x="172963" y="17518"/>
                      <a:pt x="173161" y="17649"/>
                    </a:cubicBezTo>
                    <a:lnTo>
                      <a:pt x="176693" y="17649"/>
                    </a:lnTo>
                    <a:lnTo>
                      <a:pt x="176693" y="37699"/>
                    </a:lnTo>
                    <a:cubicBezTo>
                      <a:pt x="176693" y="43295"/>
                      <a:pt x="178689" y="46161"/>
                      <a:pt x="182555" y="46161"/>
                    </a:cubicBezTo>
                    <a:cubicBezTo>
                      <a:pt x="185885" y="46161"/>
                      <a:pt x="188417" y="44561"/>
                      <a:pt x="190616" y="41096"/>
                    </a:cubicBezTo>
                    <a:close/>
                    <a:moveTo>
                      <a:pt x="218793" y="35036"/>
                    </a:moveTo>
                    <a:lnTo>
                      <a:pt x="217730" y="34568"/>
                    </a:lnTo>
                    <a:cubicBezTo>
                      <a:pt x="214531" y="39632"/>
                      <a:pt x="211670" y="41565"/>
                      <a:pt x="207404" y="41565"/>
                    </a:cubicBezTo>
                    <a:cubicBezTo>
                      <a:pt x="203740" y="41565"/>
                      <a:pt x="200942" y="39830"/>
                      <a:pt x="199013" y="36235"/>
                    </a:cubicBezTo>
                    <a:cubicBezTo>
                      <a:pt x="197679" y="33635"/>
                      <a:pt x="197148" y="31306"/>
                      <a:pt x="197013" y="27043"/>
                    </a:cubicBezTo>
                    <a:lnTo>
                      <a:pt x="217532" y="27043"/>
                    </a:lnTo>
                    <a:cubicBezTo>
                      <a:pt x="216996" y="22713"/>
                      <a:pt x="216329" y="20780"/>
                      <a:pt x="214666" y="18649"/>
                    </a:cubicBezTo>
                    <a:cubicBezTo>
                      <a:pt x="212665" y="16252"/>
                      <a:pt x="209602" y="14851"/>
                      <a:pt x="206138" y="14851"/>
                    </a:cubicBezTo>
                    <a:cubicBezTo>
                      <a:pt x="197879" y="14851"/>
                      <a:pt x="192218" y="21515"/>
                      <a:pt x="192218" y="31238"/>
                    </a:cubicBezTo>
                    <a:cubicBezTo>
                      <a:pt x="192218" y="40430"/>
                      <a:pt x="197013" y="46161"/>
                      <a:pt x="204673" y="46161"/>
                    </a:cubicBezTo>
                    <a:cubicBezTo>
                      <a:pt x="211066" y="46161"/>
                      <a:pt x="215995" y="42231"/>
                      <a:pt x="218793" y="35036"/>
                    </a:cubicBezTo>
                    <a:close/>
                    <a:moveTo>
                      <a:pt x="210737" y="24912"/>
                    </a:moveTo>
                    <a:lnTo>
                      <a:pt x="197148" y="24912"/>
                    </a:lnTo>
                    <a:cubicBezTo>
                      <a:pt x="197879" y="19649"/>
                      <a:pt x="200144" y="17252"/>
                      <a:pt x="204208" y="17252"/>
                    </a:cubicBezTo>
                    <a:cubicBezTo>
                      <a:pt x="208272" y="17252"/>
                      <a:pt x="209867" y="19117"/>
                      <a:pt x="210737" y="24912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6" name="hard_annotation_outline_7"/>
              <p:cNvSpPr/>
              <p:nvPr/>
            </p:nvSpPr>
            <p:spPr>
              <a:xfrm>
                <a:off x="4687513" y="1465562"/>
                <a:ext cx="181951" cy="46160"/>
              </a:xfrm>
              <a:custGeom>
                <a:avLst/>
                <a:gdLst/>
                <a:ahLst/>
                <a:cxnLst/>
                <a:rect l="0" t="0" r="r" b="b"/>
                <a:pathLst>
                  <a:path w="181952" h="46161">
                    <a:moveTo>
                      <a:pt x="26980" y="42831"/>
                    </a:moveTo>
                    <a:lnTo>
                      <a:pt x="26980" y="41096"/>
                    </a:lnTo>
                    <a:cubicBezTo>
                      <a:pt x="25844" y="42029"/>
                      <a:pt x="25047" y="42362"/>
                      <a:pt x="24047" y="42362"/>
                    </a:cubicBezTo>
                    <a:cubicBezTo>
                      <a:pt x="22515" y="42362"/>
                      <a:pt x="22051" y="41430"/>
                      <a:pt x="22051" y="38501"/>
                    </a:cubicBezTo>
                    <a:lnTo>
                      <a:pt x="22051" y="25511"/>
                    </a:lnTo>
                    <a:cubicBezTo>
                      <a:pt x="22051" y="22114"/>
                      <a:pt x="21717" y="20248"/>
                      <a:pt x="20785" y="18717"/>
                    </a:cubicBezTo>
                    <a:cubicBezTo>
                      <a:pt x="19384" y="16184"/>
                      <a:pt x="16518" y="14851"/>
                      <a:pt x="12459" y="14851"/>
                    </a:cubicBezTo>
                    <a:cubicBezTo>
                      <a:pt x="9061" y="14851"/>
                      <a:pt x="5862" y="15784"/>
                      <a:pt x="3997" y="17316"/>
                    </a:cubicBezTo>
                    <a:cubicBezTo>
                      <a:pt x="2330" y="18717"/>
                      <a:pt x="1266" y="20649"/>
                      <a:pt x="1266" y="22312"/>
                    </a:cubicBezTo>
                    <a:cubicBezTo>
                      <a:pt x="1266" y="23844"/>
                      <a:pt x="2532" y="25178"/>
                      <a:pt x="4131" y="25178"/>
                    </a:cubicBezTo>
                    <a:cubicBezTo>
                      <a:pt x="5728" y="25178"/>
                      <a:pt x="7129" y="23844"/>
                      <a:pt x="7129" y="22380"/>
                    </a:cubicBezTo>
                    <a:cubicBezTo>
                      <a:pt x="7129" y="22114"/>
                      <a:pt x="7061" y="21780"/>
                      <a:pt x="6993" y="21312"/>
                    </a:cubicBezTo>
                    <a:cubicBezTo>
                      <a:pt x="6862" y="20713"/>
                      <a:pt x="6794" y="20181"/>
                      <a:pt x="6794" y="19717"/>
                    </a:cubicBezTo>
                    <a:cubicBezTo>
                      <a:pt x="6794" y="17915"/>
                      <a:pt x="8926" y="16450"/>
                      <a:pt x="11589" y="16450"/>
                    </a:cubicBezTo>
                    <a:cubicBezTo>
                      <a:pt x="14855" y="16450"/>
                      <a:pt x="16654" y="18383"/>
                      <a:pt x="16654" y="21979"/>
                    </a:cubicBezTo>
                    <a:lnTo>
                      <a:pt x="16654" y="26043"/>
                    </a:lnTo>
                    <a:cubicBezTo>
                      <a:pt x="6394" y="30174"/>
                      <a:pt x="5263" y="30706"/>
                      <a:pt x="2398" y="33238"/>
                    </a:cubicBezTo>
                    <a:cubicBezTo>
                      <a:pt x="933" y="34568"/>
                      <a:pt x="0" y="36834"/>
                      <a:pt x="0" y="39033"/>
                    </a:cubicBezTo>
                    <a:cubicBezTo>
                      <a:pt x="0" y="43228"/>
                      <a:pt x="2865" y="46161"/>
                      <a:pt x="6993" y="46161"/>
                    </a:cubicBezTo>
                    <a:cubicBezTo>
                      <a:pt x="9926" y="46161"/>
                      <a:pt x="12657" y="44760"/>
                      <a:pt x="16721" y="41299"/>
                    </a:cubicBezTo>
                    <a:cubicBezTo>
                      <a:pt x="17054" y="44827"/>
                      <a:pt x="18252" y="46161"/>
                      <a:pt x="20983" y="46161"/>
                    </a:cubicBezTo>
                    <a:cubicBezTo>
                      <a:pt x="23249" y="46161"/>
                      <a:pt x="24646" y="45359"/>
                      <a:pt x="26980" y="42831"/>
                    </a:cubicBezTo>
                    <a:close/>
                    <a:moveTo>
                      <a:pt x="16654" y="37302"/>
                    </a:moveTo>
                    <a:cubicBezTo>
                      <a:pt x="16654" y="39366"/>
                      <a:pt x="16319" y="39965"/>
                      <a:pt x="14922" y="40830"/>
                    </a:cubicBezTo>
                    <a:cubicBezTo>
                      <a:pt x="13324" y="41763"/>
                      <a:pt x="11458" y="42295"/>
                      <a:pt x="10057" y="42295"/>
                    </a:cubicBezTo>
                    <a:cubicBezTo>
                      <a:pt x="7728" y="42295"/>
                      <a:pt x="5862" y="40033"/>
                      <a:pt x="5862" y="37167"/>
                    </a:cubicBezTo>
                    <a:lnTo>
                      <a:pt x="5862" y="36901"/>
                    </a:lnTo>
                    <a:cubicBezTo>
                      <a:pt x="5862" y="32972"/>
                      <a:pt x="8593" y="30571"/>
                      <a:pt x="16654" y="27642"/>
                    </a:cubicBezTo>
                    <a:lnTo>
                      <a:pt x="16654" y="37302"/>
                    </a:lnTo>
                    <a:close/>
                    <a:moveTo>
                      <a:pt x="49433" y="18383"/>
                    </a:moveTo>
                    <a:cubicBezTo>
                      <a:pt x="49433" y="16184"/>
                      <a:pt x="48033" y="14851"/>
                      <a:pt x="45771" y="14851"/>
                    </a:cubicBezTo>
                    <a:cubicBezTo>
                      <a:pt x="42973" y="14851"/>
                      <a:pt x="41040" y="16383"/>
                      <a:pt x="37774" y="21114"/>
                    </a:cubicBezTo>
                    <a:lnTo>
                      <a:pt x="37774" y="14986"/>
                    </a:lnTo>
                    <a:lnTo>
                      <a:pt x="37445" y="14851"/>
                    </a:lnTo>
                    <a:cubicBezTo>
                      <a:pt x="33913" y="16320"/>
                      <a:pt x="31515" y="17185"/>
                      <a:pt x="27582" y="18451"/>
                    </a:cubicBezTo>
                    <a:lnTo>
                      <a:pt x="27582" y="19514"/>
                    </a:lnTo>
                    <a:cubicBezTo>
                      <a:pt x="28515" y="19316"/>
                      <a:pt x="29119" y="19248"/>
                      <a:pt x="29916" y="19248"/>
                    </a:cubicBezTo>
                    <a:cubicBezTo>
                      <a:pt x="31582" y="19248"/>
                      <a:pt x="32182" y="20316"/>
                      <a:pt x="32182" y="23245"/>
                    </a:cubicBezTo>
                    <a:lnTo>
                      <a:pt x="32182" y="39898"/>
                    </a:lnTo>
                    <a:cubicBezTo>
                      <a:pt x="32182" y="43228"/>
                      <a:pt x="31713" y="43696"/>
                      <a:pt x="27451" y="44494"/>
                    </a:cubicBezTo>
                    <a:lnTo>
                      <a:pt x="27451" y="45494"/>
                    </a:lnTo>
                    <a:lnTo>
                      <a:pt x="43438" y="45494"/>
                    </a:lnTo>
                    <a:lnTo>
                      <a:pt x="43438" y="44494"/>
                    </a:lnTo>
                    <a:cubicBezTo>
                      <a:pt x="38909" y="44295"/>
                      <a:pt x="37774" y="43295"/>
                      <a:pt x="37774" y="39497"/>
                    </a:cubicBezTo>
                    <a:lnTo>
                      <a:pt x="37774" y="24511"/>
                    </a:lnTo>
                    <a:cubicBezTo>
                      <a:pt x="37774" y="22380"/>
                      <a:pt x="40639" y="19050"/>
                      <a:pt x="42437" y="19050"/>
                    </a:cubicBezTo>
                    <a:cubicBezTo>
                      <a:pt x="42838" y="19050"/>
                      <a:pt x="43438" y="19383"/>
                      <a:pt x="44172" y="20050"/>
                    </a:cubicBezTo>
                    <a:cubicBezTo>
                      <a:pt x="45235" y="20979"/>
                      <a:pt x="45969" y="21380"/>
                      <a:pt x="46835" y="21380"/>
                    </a:cubicBezTo>
                    <a:cubicBezTo>
                      <a:pt x="48434" y="21380"/>
                      <a:pt x="49433" y="20248"/>
                      <a:pt x="49433" y="18383"/>
                    </a:cubicBezTo>
                    <a:close/>
                    <a:moveTo>
                      <a:pt x="80609" y="29908"/>
                    </a:moveTo>
                    <a:cubicBezTo>
                      <a:pt x="80609" y="21181"/>
                      <a:pt x="74482" y="14851"/>
                      <a:pt x="65957" y="14851"/>
                    </a:cubicBezTo>
                    <a:cubicBezTo>
                      <a:pt x="57297" y="14851"/>
                      <a:pt x="51237" y="21249"/>
                      <a:pt x="51237" y="30440"/>
                    </a:cubicBezTo>
                    <a:cubicBezTo>
                      <a:pt x="51237" y="39434"/>
                      <a:pt x="57432" y="46161"/>
                      <a:pt x="65822" y="46161"/>
                    </a:cubicBezTo>
                    <a:cubicBezTo>
                      <a:pt x="74216" y="46161"/>
                      <a:pt x="80609" y="39100"/>
                      <a:pt x="80609" y="29908"/>
                    </a:cubicBezTo>
                    <a:close/>
                    <a:moveTo>
                      <a:pt x="74616" y="32238"/>
                    </a:moveTo>
                    <a:cubicBezTo>
                      <a:pt x="74616" y="39767"/>
                      <a:pt x="71620" y="44295"/>
                      <a:pt x="66624" y="44295"/>
                    </a:cubicBezTo>
                    <a:cubicBezTo>
                      <a:pt x="64025" y="44295"/>
                      <a:pt x="61559" y="42696"/>
                      <a:pt x="60162" y="40033"/>
                    </a:cubicBezTo>
                    <a:cubicBezTo>
                      <a:pt x="58297" y="36568"/>
                      <a:pt x="57230" y="31905"/>
                      <a:pt x="57230" y="27174"/>
                    </a:cubicBezTo>
                    <a:cubicBezTo>
                      <a:pt x="57230" y="20848"/>
                      <a:pt x="60361" y="16716"/>
                      <a:pt x="65091" y="16716"/>
                    </a:cubicBezTo>
                    <a:cubicBezTo>
                      <a:pt x="70688" y="16716"/>
                      <a:pt x="74616" y="23114"/>
                      <a:pt x="74616" y="32238"/>
                    </a:cubicBezTo>
                    <a:close/>
                    <a:moveTo>
                      <a:pt x="114526" y="43097"/>
                    </a:moveTo>
                    <a:lnTo>
                      <a:pt x="114526" y="42164"/>
                    </a:lnTo>
                    <a:lnTo>
                      <a:pt x="114193" y="42164"/>
                    </a:lnTo>
                    <a:cubicBezTo>
                      <a:pt x="111129" y="42164"/>
                      <a:pt x="110395" y="41430"/>
                      <a:pt x="110395" y="38366"/>
                    </a:cubicBezTo>
                    <a:lnTo>
                      <a:pt x="110395" y="15518"/>
                    </a:lnTo>
                    <a:lnTo>
                      <a:pt x="99870" y="15518"/>
                    </a:lnTo>
                    <a:lnTo>
                      <a:pt x="99870" y="16653"/>
                    </a:lnTo>
                    <a:cubicBezTo>
                      <a:pt x="104002" y="16851"/>
                      <a:pt x="104799" y="17518"/>
                      <a:pt x="104799" y="20848"/>
                    </a:cubicBezTo>
                    <a:lnTo>
                      <a:pt x="104799" y="36501"/>
                    </a:lnTo>
                    <a:cubicBezTo>
                      <a:pt x="104799" y="38298"/>
                      <a:pt x="104465" y="39299"/>
                      <a:pt x="103668" y="39898"/>
                    </a:cubicBezTo>
                    <a:cubicBezTo>
                      <a:pt x="101803" y="41497"/>
                      <a:pt x="99734" y="42295"/>
                      <a:pt x="97671" y="42295"/>
                    </a:cubicBezTo>
                    <a:cubicBezTo>
                      <a:pt x="95076" y="42295"/>
                      <a:pt x="92945" y="40033"/>
                      <a:pt x="92945" y="37235"/>
                    </a:cubicBezTo>
                    <a:lnTo>
                      <a:pt x="92945" y="15518"/>
                    </a:lnTo>
                    <a:lnTo>
                      <a:pt x="83217" y="15518"/>
                    </a:lnTo>
                    <a:lnTo>
                      <a:pt x="83217" y="16450"/>
                    </a:lnTo>
                    <a:cubicBezTo>
                      <a:pt x="86416" y="16653"/>
                      <a:pt x="87348" y="17649"/>
                      <a:pt x="87348" y="20713"/>
                    </a:cubicBezTo>
                    <a:lnTo>
                      <a:pt x="87348" y="37501"/>
                    </a:lnTo>
                    <a:cubicBezTo>
                      <a:pt x="87348" y="42763"/>
                      <a:pt x="90543" y="46161"/>
                      <a:pt x="95409" y="46161"/>
                    </a:cubicBezTo>
                    <a:cubicBezTo>
                      <a:pt x="97874" y="46161"/>
                      <a:pt x="100470" y="45093"/>
                      <a:pt x="102267" y="43295"/>
                    </a:cubicBezTo>
                    <a:lnTo>
                      <a:pt x="105132" y="40430"/>
                    </a:lnTo>
                    <a:lnTo>
                      <a:pt x="105132" y="45958"/>
                    </a:lnTo>
                    <a:lnTo>
                      <a:pt x="105399" y="46093"/>
                    </a:lnTo>
                    <a:cubicBezTo>
                      <a:pt x="108729" y="44760"/>
                      <a:pt x="111129" y="44029"/>
                      <a:pt x="114526" y="43097"/>
                    </a:cubicBezTo>
                    <a:close/>
                    <a:moveTo>
                      <a:pt x="148237" y="45494"/>
                    </a:moveTo>
                    <a:lnTo>
                      <a:pt x="148237" y="44494"/>
                    </a:lnTo>
                    <a:cubicBezTo>
                      <a:pt x="144974" y="44160"/>
                      <a:pt x="144173" y="43363"/>
                      <a:pt x="144173" y="40096"/>
                    </a:cubicBezTo>
                    <a:lnTo>
                      <a:pt x="144173" y="24844"/>
                    </a:lnTo>
                    <a:cubicBezTo>
                      <a:pt x="144173" y="18582"/>
                      <a:pt x="141244" y="14851"/>
                      <a:pt x="136315" y="14851"/>
                    </a:cubicBezTo>
                    <a:cubicBezTo>
                      <a:pt x="133251" y="14851"/>
                      <a:pt x="131187" y="15986"/>
                      <a:pt x="126655" y="20248"/>
                    </a:cubicBezTo>
                    <a:lnTo>
                      <a:pt x="126655" y="14986"/>
                    </a:lnTo>
                    <a:lnTo>
                      <a:pt x="126191" y="14851"/>
                    </a:lnTo>
                    <a:cubicBezTo>
                      <a:pt x="122925" y="16050"/>
                      <a:pt x="120663" y="16784"/>
                      <a:pt x="116999" y="17852"/>
                    </a:cubicBezTo>
                    <a:lnTo>
                      <a:pt x="116999" y="18983"/>
                    </a:lnTo>
                    <a:cubicBezTo>
                      <a:pt x="117396" y="18784"/>
                      <a:pt x="118063" y="18717"/>
                      <a:pt x="118797" y="18717"/>
                    </a:cubicBezTo>
                    <a:cubicBezTo>
                      <a:pt x="120663" y="18717"/>
                      <a:pt x="121261" y="19717"/>
                      <a:pt x="121261" y="22979"/>
                    </a:cubicBezTo>
                    <a:lnTo>
                      <a:pt x="121261" y="39497"/>
                    </a:lnTo>
                    <a:cubicBezTo>
                      <a:pt x="121261" y="43295"/>
                      <a:pt x="120527" y="44228"/>
                      <a:pt x="117130" y="44494"/>
                    </a:cubicBezTo>
                    <a:lnTo>
                      <a:pt x="117130" y="45494"/>
                    </a:lnTo>
                    <a:lnTo>
                      <a:pt x="131251" y="45494"/>
                    </a:lnTo>
                    <a:lnTo>
                      <a:pt x="131251" y="44494"/>
                    </a:lnTo>
                    <a:cubicBezTo>
                      <a:pt x="127853" y="44228"/>
                      <a:pt x="126858" y="43430"/>
                      <a:pt x="126858" y="41029"/>
                    </a:cubicBezTo>
                    <a:lnTo>
                      <a:pt x="126858" y="22312"/>
                    </a:lnTo>
                    <a:cubicBezTo>
                      <a:pt x="130052" y="19316"/>
                      <a:pt x="131516" y="18514"/>
                      <a:pt x="133716" y="18514"/>
                    </a:cubicBezTo>
                    <a:cubicBezTo>
                      <a:pt x="136982" y="18514"/>
                      <a:pt x="138581" y="20582"/>
                      <a:pt x="138581" y="24979"/>
                    </a:cubicBezTo>
                    <a:lnTo>
                      <a:pt x="138581" y="38898"/>
                    </a:lnTo>
                    <a:cubicBezTo>
                      <a:pt x="138581" y="43097"/>
                      <a:pt x="137712" y="44228"/>
                      <a:pt x="134383" y="44494"/>
                    </a:cubicBezTo>
                    <a:lnTo>
                      <a:pt x="134383" y="45494"/>
                    </a:lnTo>
                    <a:lnTo>
                      <a:pt x="148237" y="45494"/>
                    </a:lnTo>
                    <a:close/>
                    <a:moveTo>
                      <a:pt x="181952" y="42696"/>
                    </a:moveTo>
                    <a:lnTo>
                      <a:pt x="181952" y="41632"/>
                    </a:lnTo>
                    <a:cubicBezTo>
                      <a:pt x="180753" y="41696"/>
                      <a:pt x="180618" y="41696"/>
                      <a:pt x="180420" y="41696"/>
                    </a:cubicBezTo>
                    <a:cubicBezTo>
                      <a:pt x="178022" y="41696"/>
                      <a:pt x="177486" y="40965"/>
                      <a:pt x="177486" y="37902"/>
                    </a:cubicBezTo>
                    <a:lnTo>
                      <a:pt x="177486" y="131"/>
                    </a:lnTo>
                    <a:lnTo>
                      <a:pt x="177154" y="0"/>
                    </a:lnTo>
                    <a:cubicBezTo>
                      <a:pt x="173958" y="1131"/>
                      <a:pt x="171625" y="1798"/>
                      <a:pt x="167362" y="2929"/>
                    </a:cubicBezTo>
                    <a:lnTo>
                      <a:pt x="167362" y="3997"/>
                    </a:lnTo>
                    <a:cubicBezTo>
                      <a:pt x="167898" y="3929"/>
                      <a:pt x="168295" y="3929"/>
                      <a:pt x="168827" y="3929"/>
                    </a:cubicBezTo>
                    <a:cubicBezTo>
                      <a:pt x="171295" y="3929"/>
                      <a:pt x="171894" y="4596"/>
                      <a:pt x="171894" y="7326"/>
                    </a:cubicBezTo>
                    <a:lnTo>
                      <a:pt x="171894" y="17716"/>
                    </a:lnTo>
                    <a:cubicBezTo>
                      <a:pt x="169362" y="15585"/>
                      <a:pt x="167565" y="14851"/>
                      <a:pt x="164898" y="14851"/>
                    </a:cubicBezTo>
                    <a:cubicBezTo>
                      <a:pt x="157239" y="14851"/>
                      <a:pt x="151042" y="22380"/>
                      <a:pt x="151042" y="31837"/>
                    </a:cubicBezTo>
                    <a:cubicBezTo>
                      <a:pt x="151042" y="40366"/>
                      <a:pt x="156040" y="46161"/>
                      <a:pt x="163366" y="46161"/>
                    </a:cubicBezTo>
                    <a:cubicBezTo>
                      <a:pt x="167096" y="46161"/>
                      <a:pt x="169629" y="44827"/>
                      <a:pt x="171894" y="41696"/>
                    </a:cubicBezTo>
                    <a:lnTo>
                      <a:pt x="171894" y="45958"/>
                    </a:lnTo>
                    <a:lnTo>
                      <a:pt x="172161" y="46161"/>
                    </a:lnTo>
                    <a:lnTo>
                      <a:pt x="181952" y="42696"/>
                    </a:lnTo>
                    <a:close/>
                    <a:moveTo>
                      <a:pt x="171894" y="38699"/>
                    </a:moveTo>
                    <a:cubicBezTo>
                      <a:pt x="171894" y="39168"/>
                      <a:pt x="171426" y="39965"/>
                      <a:pt x="170759" y="40700"/>
                    </a:cubicBezTo>
                    <a:cubicBezTo>
                      <a:pt x="169562" y="42029"/>
                      <a:pt x="167898" y="42696"/>
                      <a:pt x="165965" y="42696"/>
                    </a:cubicBezTo>
                    <a:cubicBezTo>
                      <a:pt x="160437" y="42696"/>
                      <a:pt x="156774" y="37366"/>
                      <a:pt x="156774" y="29174"/>
                    </a:cubicBezTo>
                    <a:cubicBezTo>
                      <a:pt x="156774" y="21645"/>
                      <a:pt x="160037" y="16716"/>
                      <a:pt x="165100" y="16716"/>
                    </a:cubicBezTo>
                    <a:cubicBezTo>
                      <a:pt x="168628" y="16716"/>
                      <a:pt x="171894" y="19848"/>
                      <a:pt x="171894" y="23380"/>
                    </a:cubicBezTo>
                    <a:lnTo>
                      <a:pt x="171894" y="38699"/>
                    </a:ln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7" name="hard_annotation_outline_8"/>
              <p:cNvSpPr/>
              <p:nvPr/>
            </p:nvSpPr>
            <p:spPr>
              <a:xfrm>
                <a:off x="4890566" y="1465562"/>
                <a:ext cx="38568" cy="46228"/>
              </a:xfrm>
              <a:custGeom>
                <a:avLst/>
                <a:gdLst/>
                <a:ahLst/>
                <a:cxnLst/>
                <a:rect l="0" t="0" r="r" b="b"/>
                <a:pathLst>
                  <a:path w="38568" h="46228">
                    <a:moveTo>
                      <a:pt x="38568" y="24110"/>
                    </a:moveTo>
                    <a:cubicBezTo>
                      <a:pt x="38235" y="19447"/>
                      <a:pt x="33504" y="16117"/>
                      <a:pt x="27642" y="16117"/>
                    </a:cubicBezTo>
                    <a:cubicBezTo>
                      <a:pt x="21515" y="16117"/>
                      <a:pt x="17185" y="18848"/>
                      <a:pt x="11458" y="26178"/>
                    </a:cubicBezTo>
                    <a:lnTo>
                      <a:pt x="18852" y="329"/>
                    </a:lnTo>
                    <a:lnTo>
                      <a:pt x="18117" y="0"/>
                    </a:lnTo>
                    <a:cubicBezTo>
                      <a:pt x="13787" y="599"/>
                      <a:pt x="10724" y="996"/>
                      <a:pt x="4929" y="1532"/>
                    </a:cubicBezTo>
                    <a:lnTo>
                      <a:pt x="4997" y="2663"/>
                    </a:lnTo>
                    <a:cubicBezTo>
                      <a:pt x="10124" y="2794"/>
                      <a:pt x="10724" y="2996"/>
                      <a:pt x="10724" y="4596"/>
                    </a:cubicBezTo>
                    <a:cubicBezTo>
                      <a:pt x="10724" y="5195"/>
                      <a:pt x="10458" y="5925"/>
                      <a:pt x="10124" y="7326"/>
                    </a:cubicBezTo>
                    <a:lnTo>
                      <a:pt x="9723" y="8592"/>
                    </a:lnTo>
                    <a:lnTo>
                      <a:pt x="9592" y="9057"/>
                    </a:lnTo>
                    <a:lnTo>
                      <a:pt x="0" y="42430"/>
                    </a:lnTo>
                    <a:lnTo>
                      <a:pt x="0" y="42696"/>
                    </a:lnTo>
                    <a:cubicBezTo>
                      <a:pt x="135" y="44228"/>
                      <a:pt x="6993" y="46228"/>
                      <a:pt x="11990" y="46228"/>
                    </a:cubicBezTo>
                    <a:cubicBezTo>
                      <a:pt x="25047" y="46228"/>
                      <a:pt x="38568" y="35235"/>
                      <a:pt x="38568" y="24912"/>
                    </a:cubicBezTo>
                    <a:cubicBezTo>
                      <a:pt x="38568" y="24646"/>
                      <a:pt x="38568" y="24376"/>
                      <a:pt x="38568" y="24110"/>
                    </a:cubicBezTo>
                    <a:close/>
                    <a:moveTo>
                      <a:pt x="30909" y="25110"/>
                    </a:moveTo>
                    <a:cubicBezTo>
                      <a:pt x="30909" y="25245"/>
                      <a:pt x="30909" y="25444"/>
                      <a:pt x="30909" y="25579"/>
                    </a:cubicBezTo>
                    <a:cubicBezTo>
                      <a:pt x="30909" y="30039"/>
                      <a:pt x="26976" y="36766"/>
                      <a:pt x="22249" y="40763"/>
                    </a:cubicBezTo>
                    <a:cubicBezTo>
                      <a:pt x="19185" y="43295"/>
                      <a:pt x="15522" y="44696"/>
                      <a:pt x="11791" y="44696"/>
                    </a:cubicBezTo>
                    <a:cubicBezTo>
                      <a:pt x="9124" y="44696"/>
                      <a:pt x="7795" y="43962"/>
                      <a:pt x="7727" y="42430"/>
                    </a:cubicBezTo>
                    <a:cubicBezTo>
                      <a:pt x="7727" y="42164"/>
                      <a:pt x="7660" y="41962"/>
                      <a:pt x="7660" y="41696"/>
                    </a:cubicBezTo>
                    <a:cubicBezTo>
                      <a:pt x="7660" y="37699"/>
                      <a:pt x="9791" y="31770"/>
                      <a:pt x="12922" y="27043"/>
                    </a:cubicBezTo>
                    <a:cubicBezTo>
                      <a:pt x="16320" y="21911"/>
                      <a:pt x="20118" y="19383"/>
                      <a:pt x="24313" y="19383"/>
                    </a:cubicBezTo>
                    <a:cubicBezTo>
                      <a:pt x="28111" y="19383"/>
                      <a:pt x="30643" y="21582"/>
                      <a:pt x="30909" y="25110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8" name="hard_annotation_outline_9"/>
              <p:cNvSpPr/>
              <p:nvPr/>
            </p:nvSpPr>
            <p:spPr>
              <a:xfrm>
                <a:off x="4935681" y="1489158"/>
                <a:ext cx="25261" cy="32404"/>
              </a:xfrm>
              <a:custGeom>
                <a:avLst/>
                <a:gdLst/>
                <a:ahLst/>
                <a:cxnLst/>
                <a:rect l="0" t="0" r="r" b="b"/>
                <a:pathLst>
                  <a:path w="25261" h="32405">
                    <a:moveTo>
                      <a:pt x="24376" y="27317"/>
                    </a:moveTo>
                    <a:lnTo>
                      <a:pt x="23443" y="26801"/>
                    </a:lnTo>
                    <a:cubicBezTo>
                      <a:pt x="23253" y="27222"/>
                      <a:pt x="22836" y="27642"/>
                      <a:pt x="22602" y="28015"/>
                    </a:cubicBezTo>
                    <a:cubicBezTo>
                      <a:pt x="21665" y="29464"/>
                      <a:pt x="20967" y="29980"/>
                      <a:pt x="20078" y="29980"/>
                    </a:cubicBezTo>
                    <a:cubicBezTo>
                      <a:pt x="18863" y="29980"/>
                      <a:pt x="17462" y="28484"/>
                      <a:pt x="14803" y="23955"/>
                    </a:cubicBezTo>
                    <a:lnTo>
                      <a:pt x="12375" y="19844"/>
                    </a:lnTo>
                    <a:cubicBezTo>
                      <a:pt x="20685" y="13728"/>
                      <a:pt x="22459" y="12795"/>
                      <a:pt x="25261" y="12652"/>
                    </a:cubicBezTo>
                    <a:lnTo>
                      <a:pt x="25217" y="11906"/>
                    </a:lnTo>
                    <a:lnTo>
                      <a:pt x="14803" y="11906"/>
                    </a:lnTo>
                    <a:lnTo>
                      <a:pt x="14851" y="12652"/>
                    </a:lnTo>
                    <a:lnTo>
                      <a:pt x="15923" y="12652"/>
                    </a:lnTo>
                    <a:cubicBezTo>
                      <a:pt x="17462" y="12652"/>
                      <a:pt x="18256" y="12982"/>
                      <a:pt x="18256" y="13541"/>
                    </a:cubicBezTo>
                    <a:cubicBezTo>
                      <a:pt x="18256" y="14474"/>
                      <a:pt x="15502" y="16716"/>
                      <a:pt x="9993" y="20030"/>
                    </a:cubicBezTo>
                    <a:lnTo>
                      <a:pt x="7517" y="21574"/>
                    </a:lnTo>
                    <a:lnTo>
                      <a:pt x="13260" y="230"/>
                    </a:lnTo>
                    <a:lnTo>
                      <a:pt x="12561" y="0"/>
                    </a:lnTo>
                    <a:cubicBezTo>
                      <a:pt x="9057" y="607"/>
                      <a:pt x="6862" y="933"/>
                      <a:pt x="3314" y="1258"/>
                    </a:cubicBezTo>
                    <a:lnTo>
                      <a:pt x="3362" y="2008"/>
                    </a:lnTo>
                    <a:lnTo>
                      <a:pt x="4437" y="2008"/>
                    </a:lnTo>
                    <a:cubicBezTo>
                      <a:pt x="6584" y="2008"/>
                      <a:pt x="7612" y="2334"/>
                      <a:pt x="7751" y="3175"/>
                    </a:cubicBezTo>
                    <a:cubicBezTo>
                      <a:pt x="7703" y="3969"/>
                      <a:pt x="7330" y="5183"/>
                      <a:pt x="6632" y="7378"/>
                    </a:cubicBezTo>
                    <a:lnTo>
                      <a:pt x="6211" y="8918"/>
                    </a:lnTo>
                    <a:lnTo>
                      <a:pt x="6068" y="9338"/>
                    </a:lnTo>
                    <a:lnTo>
                      <a:pt x="0" y="31893"/>
                    </a:lnTo>
                    <a:lnTo>
                      <a:pt x="4762" y="31893"/>
                    </a:lnTo>
                    <a:lnTo>
                      <a:pt x="7005" y="23487"/>
                    </a:lnTo>
                    <a:lnTo>
                      <a:pt x="9434" y="21995"/>
                    </a:lnTo>
                    <a:cubicBezTo>
                      <a:pt x="10505" y="24047"/>
                      <a:pt x="12327" y="26944"/>
                      <a:pt x="13450" y="28579"/>
                    </a:cubicBezTo>
                    <a:cubicBezTo>
                      <a:pt x="15550" y="31520"/>
                      <a:pt x="16530" y="32405"/>
                      <a:pt x="18256" y="32405"/>
                    </a:cubicBezTo>
                    <a:cubicBezTo>
                      <a:pt x="20546" y="32405"/>
                      <a:pt x="21995" y="31238"/>
                      <a:pt x="24376" y="27317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299" name="module_spectrum"/>
          <p:cNvGrpSpPr/>
          <p:nvPr/>
        </p:nvGrpSpPr>
        <p:grpSpPr>
          <a:xfrm>
            <a:off x="37451" y="1752194"/>
            <a:ext cx="4973023" cy="334388"/>
            <a:chOff x="37451" y="1752194"/>
            <a:chExt cx="4973023" cy="334388"/>
          </a:xfrm>
        </p:grpSpPr>
        <p:sp>
          <p:nvSpPr>
            <p:cNvPr id="300" name="soft_end"/>
            <p:cNvSpPr txBox="1"/>
            <p:nvPr/>
          </p:nvSpPr>
          <p:spPr>
            <a:xfrm>
              <a:off x="37451" y="1974228"/>
              <a:ext cx="393240" cy="11235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00">
                  <a:solidFill>
                    <a:srgbClr val="1818E6"/>
                  </a:solidFill>
                  <a:latin typeface="Times New Roman"/>
                </a:rPr>
                <a:t>penalty</a:t>
              </a:r>
            </a:p>
          </p:txBody>
        </p:sp>
        <p:sp>
          <p:nvSpPr>
            <p:cNvPr id="301" name="hard_end"/>
            <p:cNvSpPr txBox="1"/>
            <p:nvPr/>
          </p:nvSpPr>
          <p:spPr>
            <a:xfrm>
              <a:off x="4627934" y="1974228"/>
              <a:ext cx="382540" cy="11235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00">
                  <a:solidFill>
                    <a:srgbClr val="DC1418"/>
                  </a:solidFill>
                  <a:latin typeface="Times New Roman"/>
                </a:rPr>
                <a:t>constraints</a:t>
              </a:r>
            </a:p>
          </p:txBody>
        </p:sp>
        <p:sp>
          <p:nvSpPr>
            <p:cNvPr id="302" name="spectrum_strip0"/>
            <p:cNvSpPr/>
            <p:nvPr/>
          </p:nvSpPr>
          <p:spPr>
            <a:xfrm>
              <a:off x="433367" y="1902000"/>
              <a:ext cx="26182" cy="32101"/>
            </a:xfrm>
            <a:prstGeom prst="rect">
              <a:avLst/>
            </a:prstGeom>
            <a:solidFill>
              <a:srgbClr val="0901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3" name="spectrum_strip1"/>
            <p:cNvSpPr/>
            <p:nvPr/>
          </p:nvSpPr>
          <p:spPr>
            <a:xfrm>
              <a:off x="459282" y="1902000"/>
              <a:ext cx="26182" cy="32101"/>
            </a:xfrm>
            <a:prstGeom prst="rect">
              <a:avLst/>
            </a:prstGeom>
            <a:solidFill>
              <a:srgbClr val="0904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4" name="spectrum_strip2"/>
            <p:cNvSpPr/>
            <p:nvPr/>
          </p:nvSpPr>
          <p:spPr>
            <a:xfrm>
              <a:off x="485197" y="1902000"/>
              <a:ext cx="26182" cy="32101"/>
            </a:xfrm>
            <a:prstGeom prst="rect">
              <a:avLst/>
            </a:prstGeom>
            <a:solidFill>
              <a:srgbClr val="0906F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5" name="spectrum_strip3"/>
            <p:cNvSpPr/>
            <p:nvPr/>
          </p:nvSpPr>
          <p:spPr>
            <a:xfrm>
              <a:off x="511112" y="1902000"/>
              <a:ext cx="26182" cy="32101"/>
            </a:xfrm>
            <a:prstGeom prst="rect">
              <a:avLst/>
            </a:prstGeom>
            <a:solidFill>
              <a:srgbClr val="0809F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6" name="spectrum_strip4"/>
            <p:cNvSpPr/>
            <p:nvPr/>
          </p:nvSpPr>
          <p:spPr>
            <a:xfrm>
              <a:off x="537027" y="1902000"/>
              <a:ext cx="26182" cy="32101"/>
            </a:xfrm>
            <a:prstGeom prst="rect">
              <a:avLst/>
            </a:prstGeom>
            <a:solidFill>
              <a:srgbClr val="080C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7" name="spectrum_strip5"/>
            <p:cNvSpPr/>
            <p:nvPr/>
          </p:nvSpPr>
          <p:spPr>
            <a:xfrm>
              <a:off x="562942" y="1902000"/>
              <a:ext cx="26182" cy="32101"/>
            </a:xfrm>
            <a:prstGeom prst="rect">
              <a:avLst/>
            </a:prstGeom>
            <a:solidFill>
              <a:srgbClr val="080EF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8" name="spectrum_strip6"/>
            <p:cNvSpPr/>
            <p:nvPr/>
          </p:nvSpPr>
          <p:spPr>
            <a:xfrm>
              <a:off x="588857" y="1902000"/>
              <a:ext cx="26182" cy="32101"/>
            </a:xfrm>
            <a:prstGeom prst="rect">
              <a:avLst/>
            </a:prstGeom>
            <a:solidFill>
              <a:srgbClr val="0811E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9" name="spectrum_strip7"/>
            <p:cNvSpPr/>
            <p:nvPr/>
          </p:nvSpPr>
          <p:spPr>
            <a:xfrm>
              <a:off x="614772" y="1902000"/>
              <a:ext cx="26182" cy="32101"/>
            </a:xfrm>
            <a:prstGeom prst="rect">
              <a:avLst/>
            </a:prstGeom>
            <a:solidFill>
              <a:srgbClr val="0813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0" name="spectrum_strip8"/>
            <p:cNvSpPr/>
            <p:nvPr/>
          </p:nvSpPr>
          <p:spPr>
            <a:xfrm>
              <a:off x="640687" y="1902000"/>
              <a:ext cx="26182" cy="32101"/>
            </a:xfrm>
            <a:prstGeom prst="rect">
              <a:avLst/>
            </a:prstGeom>
            <a:solidFill>
              <a:srgbClr val="0816E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1" name="spectrum_strip9"/>
            <p:cNvSpPr/>
            <p:nvPr/>
          </p:nvSpPr>
          <p:spPr>
            <a:xfrm>
              <a:off x="666603" y="1902000"/>
              <a:ext cx="26182" cy="32101"/>
            </a:xfrm>
            <a:prstGeom prst="rect">
              <a:avLst/>
            </a:prstGeom>
            <a:solidFill>
              <a:srgbClr val="0719E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2" name="spectrum_strip10"/>
            <p:cNvSpPr/>
            <p:nvPr/>
          </p:nvSpPr>
          <p:spPr>
            <a:xfrm>
              <a:off x="692518" y="1902000"/>
              <a:ext cx="26182" cy="32101"/>
            </a:xfrm>
            <a:prstGeom prst="rect">
              <a:avLst/>
            </a:prstGeom>
            <a:solidFill>
              <a:srgbClr val="071BE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3" name="spectrum_strip11"/>
            <p:cNvSpPr/>
            <p:nvPr/>
          </p:nvSpPr>
          <p:spPr>
            <a:xfrm>
              <a:off x="718433" y="1902000"/>
              <a:ext cx="26182" cy="32101"/>
            </a:xfrm>
            <a:prstGeom prst="rect">
              <a:avLst/>
            </a:prstGeom>
            <a:solidFill>
              <a:srgbClr val="071EE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4" name="spectrum_strip12"/>
            <p:cNvSpPr/>
            <p:nvPr/>
          </p:nvSpPr>
          <p:spPr>
            <a:xfrm>
              <a:off x="744348" y="1902000"/>
              <a:ext cx="26182" cy="32101"/>
            </a:xfrm>
            <a:prstGeom prst="rect">
              <a:avLst/>
            </a:prstGeom>
            <a:solidFill>
              <a:srgbClr val="0720E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5" name="spectrum_strip13"/>
            <p:cNvSpPr/>
            <p:nvPr/>
          </p:nvSpPr>
          <p:spPr>
            <a:xfrm>
              <a:off x="770263" y="1902000"/>
              <a:ext cx="26182" cy="32101"/>
            </a:xfrm>
            <a:prstGeom prst="rect">
              <a:avLst/>
            </a:prstGeom>
            <a:solidFill>
              <a:srgbClr val="0723E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6" name="spectrum_strip14"/>
            <p:cNvSpPr/>
            <p:nvPr/>
          </p:nvSpPr>
          <p:spPr>
            <a:xfrm>
              <a:off x="796178" y="1902000"/>
              <a:ext cx="26182" cy="32101"/>
            </a:xfrm>
            <a:prstGeom prst="rect">
              <a:avLst/>
            </a:prstGeom>
            <a:solidFill>
              <a:srgbClr val="0626E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7" name="spectrum_strip15"/>
            <p:cNvSpPr/>
            <p:nvPr/>
          </p:nvSpPr>
          <p:spPr>
            <a:xfrm>
              <a:off x="822093" y="1902000"/>
              <a:ext cx="26182" cy="32101"/>
            </a:xfrm>
            <a:prstGeom prst="rect">
              <a:avLst/>
            </a:prstGeom>
            <a:solidFill>
              <a:srgbClr val="0628D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8" name="spectrum_strip16"/>
            <p:cNvSpPr/>
            <p:nvPr/>
          </p:nvSpPr>
          <p:spPr>
            <a:xfrm>
              <a:off x="848008" y="1902000"/>
              <a:ext cx="26182" cy="32101"/>
            </a:xfrm>
            <a:prstGeom prst="rect">
              <a:avLst/>
            </a:prstGeom>
            <a:solidFill>
              <a:srgbClr val="062BD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9" name="spectrum_strip17"/>
            <p:cNvSpPr/>
            <p:nvPr/>
          </p:nvSpPr>
          <p:spPr>
            <a:xfrm>
              <a:off x="873923" y="1902000"/>
              <a:ext cx="26182" cy="32101"/>
            </a:xfrm>
            <a:prstGeom prst="rect">
              <a:avLst/>
            </a:prstGeom>
            <a:solidFill>
              <a:srgbClr val="062DD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0" name="spectrum_strip18"/>
            <p:cNvSpPr/>
            <p:nvPr/>
          </p:nvSpPr>
          <p:spPr>
            <a:xfrm>
              <a:off x="899838" y="1902000"/>
              <a:ext cx="26182" cy="32101"/>
            </a:xfrm>
            <a:prstGeom prst="rect">
              <a:avLst/>
            </a:prstGeom>
            <a:solidFill>
              <a:srgbClr val="0630D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1" name="spectrum_strip19"/>
            <p:cNvSpPr/>
            <p:nvPr/>
          </p:nvSpPr>
          <p:spPr>
            <a:xfrm>
              <a:off x="925754" y="1902000"/>
              <a:ext cx="26182" cy="32101"/>
            </a:xfrm>
            <a:prstGeom prst="rect">
              <a:avLst/>
            </a:prstGeom>
            <a:solidFill>
              <a:srgbClr val="0633D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2" name="spectrum_strip20"/>
            <p:cNvSpPr/>
            <p:nvPr/>
          </p:nvSpPr>
          <p:spPr>
            <a:xfrm>
              <a:off x="951669" y="1902000"/>
              <a:ext cx="26182" cy="32101"/>
            </a:xfrm>
            <a:prstGeom prst="rect">
              <a:avLst/>
            </a:prstGeom>
            <a:solidFill>
              <a:srgbClr val="0535D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3" name="spectrum_strip21"/>
            <p:cNvSpPr/>
            <p:nvPr/>
          </p:nvSpPr>
          <p:spPr>
            <a:xfrm>
              <a:off x="977584" y="1902000"/>
              <a:ext cx="26182" cy="32101"/>
            </a:xfrm>
            <a:prstGeom prst="rect">
              <a:avLst/>
            </a:prstGeom>
            <a:solidFill>
              <a:srgbClr val="0538D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4" name="spectrum_strip22"/>
            <p:cNvSpPr/>
            <p:nvPr/>
          </p:nvSpPr>
          <p:spPr>
            <a:xfrm>
              <a:off x="1003499" y="1902000"/>
              <a:ext cx="26182" cy="32101"/>
            </a:xfrm>
            <a:prstGeom prst="rect">
              <a:avLst/>
            </a:prstGeom>
            <a:solidFill>
              <a:srgbClr val="053AD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5" name="spectrum_strip23"/>
            <p:cNvSpPr/>
            <p:nvPr/>
          </p:nvSpPr>
          <p:spPr>
            <a:xfrm>
              <a:off x="1029414" y="1902000"/>
              <a:ext cx="26182" cy="32101"/>
            </a:xfrm>
            <a:prstGeom prst="rect">
              <a:avLst/>
            </a:prstGeom>
            <a:solidFill>
              <a:srgbClr val="053DD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6" name="spectrum_strip24"/>
            <p:cNvSpPr/>
            <p:nvPr/>
          </p:nvSpPr>
          <p:spPr>
            <a:xfrm>
              <a:off x="1055329" y="1902000"/>
              <a:ext cx="26182" cy="32101"/>
            </a:xfrm>
            <a:prstGeom prst="rect">
              <a:avLst/>
            </a:prstGeom>
            <a:solidFill>
              <a:srgbClr val="0540C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7" name="spectrum_strip25"/>
            <p:cNvSpPr/>
            <p:nvPr/>
          </p:nvSpPr>
          <p:spPr>
            <a:xfrm>
              <a:off x="1081244" y="1902000"/>
              <a:ext cx="26182" cy="32101"/>
            </a:xfrm>
            <a:prstGeom prst="rect">
              <a:avLst/>
            </a:prstGeom>
            <a:solidFill>
              <a:srgbClr val="0542C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8" name="spectrum_strip26"/>
            <p:cNvSpPr/>
            <p:nvPr/>
          </p:nvSpPr>
          <p:spPr>
            <a:xfrm>
              <a:off x="1107159" y="1902000"/>
              <a:ext cx="26182" cy="32101"/>
            </a:xfrm>
            <a:prstGeom prst="rect">
              <a:avLst/>
            </a:prstGeom>
            <a:solidFill>
              <a:srgbClr val="0445C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9" name="spectrum_strip27"/>
            <p:cNvSpPr/>
            <p:nvPr/>
          </p:nvSpPr>
          <p:spPr>
            <a:xfrm>
              <a:off x="1133074" y="1902000"/>
              <a:ext cx="26182" cy="32101"/>
            </a:xfrm>
            <a:prstGeom prst="rect">
              <a:avLst/>
            </a:prstGeom>
            <a:solidFill>
              <a:srgbClr val="0447C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0" name="spectrum_strip28"/>
            <p:cNvSpPr/>
            <p:nvPr/>
          </p:nvSpPr>
          <p:spPr>
            <a:xfrm>
              <a:off x="1158989" y="1902000"/>
              <a:ext cx="26182" cy="32101"/>
            </a:xfrm>
            <a:prstGeom prst="rect">
              <a:avLst/>
            </a:prstGeom>
            <a:solidFill>
              <a:srgbClr val="044AC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1" name="spectrum_strip29"/>
            <p:cNvSpPr/>
            <p:nvPr/>
          </p:nvSpPr>
          <p:spPr>
            <a:xfrm>
              <a:off x="1184904" y="1902000"/>
              <a:ext cx="26182" cy="32101"/>
            </a:xfrm>
            <a:prstGeom prst="rect">
              <a:avLst/>
            </a:prstGeom>
            <a:solidFill>
              <a:srgbClr val="044DC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2" name="spectrum_strip30"/>
            <p:cNvSpPr/>
            <p:nvPr/>
          </p:nvSpPr>
          <p:spPr>
            <a:xfrm>
              <a:off x="1210820" y="1902000"/>
              <a:ext cx="26182" cy="32101"/>
            </a:xfrm>
            <a:prstGeom prst="rect">
              <a:avLst/>
            </a:prstGeom>
            <a:solidFill>
              <a:srgbClr val="044FC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3" name="spectrum_strip31"/>
            <p:cNvSpPr/>
            <p:nvPr/>
          </p:nvSpPr>
          <p:spPr>
            <a:xfrm>
              <a:off x="1236735" y="1902000"/>
              <a:ext cx="26182" cy="32101"/>
            </a:xfrm>
            <a:prstGeom prst="rect">
              <a:avLst/>
            </a:prstGeom>
            <a:solidFill>
              <a:srgbClr val="0352C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4" name="spectrum_strip32"/>
            <p:cNvSpPr/>
            <p:nvPr/>
          </p:nvSpPr>
          <p:spPr>
            <a:xfrm>
              <a:off x="1262650" y="1902000"/>
              <a:ext cx="26182" cy="32101"/>
            </a:xfrm>
            <a:prstGeom prst="rect">
              <a:avLst/>
            </a:prstGeom>
            <a:solidFill>
              <a:srgbClr val="0354C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5" name="spectrum_strip33"/>
            <p:cNvSpPr/>
            <p:nvPr/>
          </p:nvSpPr>
          <p:spPr>
            <a:xfrm>
              <a:off x="1288565" y="1902000"/>
              <a:ext cx="26182" cy="32101"/>
            </a:xfrm>
            <a:prstGeom prst="rect">
              <a:avLst/>
            </a:prstGeom>
            <a:solidFill>
              <a:srgbClr val="0357B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6" name="spectrum_strip34"/>
            <p:cNvSpPr/>
            <p:nvPr/>
          </p:nvSpPr>
          <p:spPr>
            <a:xfrm>
              <a:off x="1314480" y="1902000"/>
              <a:ext cx="26182" cy="32101"/>
            </a:xfrm>
            <a:prstGeom prst="rect">
              <a:avLst/>
            </a:prstGeom>
            <a:solidFill>
              <a:srgbClr val="035AB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7" name="spectrum_strip35"/>
            <p:cNvSpPr/>
            <p:nvPr/>
          </p:nvSpPr>
          <p:spPr>
            <a:xfrm>
              <a:off x="1340395" y="1902000"/>
              <a:ext cx="26182" cy="32101"/>
            </a:xfrm>
            <a:prstGeom prst="rect">
              <a:avLst/>
            </a:prstGeom>
            <a:solidFill>
              <a:srgbClr val="035CB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8" name="spectrum_strip36"/>
            <p:cNvSpPr/>
            <p:nvPr/>
          </p:nvSpPr>
          <p:spPr>
            <a:xfrm>
              <a:off x="1366310" y="1902000"/>
              <a:ext cx="26182" cy="32101"/>
            </a:xfrm>
            <a:prstGeom prst="rect">
              <a:avLst/>
            </a:prstGeom>
            <a:solidFill>
              <a:srgbClr val="035FB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9" name="spectrum_strip37"/>
            <p:cNvSpPr/>
            <p:nvPr/>
          </p:nvSpPr>
          <p:spPr>
            <a:xfrm>
              <a:off x="1392225" y="1902000"/>
              <a:ext cx="26182" cy="32101"/>
            </a:xfrm>
            <a:prstGeom prst="rect">
              <a:avLst/>
            </a:prstGeom>
            <a:solidFill>
              <a:srgbClr val="0261B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0" name="spectrum_strip38"/>
            <p:cNvSpPr/>
            <p:nvPr/>
          </p:nvSpPr>
          <p:spPr>
            <a:xfrm>
              <a:off x="1418140" y="1902000"/>
              <a:ext cx="26182" cy="32101"/>
            </a:xfrm>
            <a:prstGeom prst="rect">
              <a:avLst/>
            </a:prstGeom>
            <a:solidFill>
              <a:srgbClr val="0264B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1" name="spectrum_strip39"/>
            <p:cNvSpPr/>
            <p:nvPr/>
          </p:nvSpPr>
          <p:spPr>
            <a:xfrm>
              <a:off x="1444055" y="1902000"/>
              <a:ext cx="26182" cy="32101"/>
            </a:xfrm>
            <a:prstGeom prst="rect">
              <a:avLst/>
            </a:prstGeom>
            <a:solidFill>
              <a:srgbClr val="0267B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2" name="spectrum_strip40"/>
            <p:cNvSpPr/>
            <p:nvPr/>
          </p:nvSpPr>
          <p:spPr>
            <a:xfrm>
              <a:off x="1469970" y="1902000"/>
              <a:ext cx="26182" cy="32101"/>
            </a:xfrm>
            <a:prstGeom prst="rect">
              <a:avLst/>
            </a:prstGeom>
            <a:solidFill>
              <a:srgbClr val="0269B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3" name="spectrum_strip41"/>
            <p:cNvSpPr/>
            <p:nvPr/>
          </p:nvSpPr>
          <p:spPr>
            <a:xfrm>
              <a:off x="1495886" y="1902000"/>
              <a:ext cx="26182" cy="32101"/>
            </a:xfrm>
            <a:prstGeom prst="rect">
              <a:avLst/>
            </a:prstGeom>
            <a:solidFill>
              <a:srgbClr val="026CB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4" name="spectrum_strip42"/>
            <p:cNvSpPr/>
            <p:nvPr/>
          </p:nvSpPr>
          <p:spPr>
            <a:xfrm>
              <a:off x="1521801" y="1902000"/>
              <a:ext cx="26182" cy="32101"/>
            </a:xfrm>
            <a:prstGeom prst="rect">
              <a:avLst/>
            </a:prstGeom>
            <a:solidFill>
              <a:srgbClr val="026EA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5" name="spectrum_strip43"/>
            <p:cNvSpPr/>
            <p:nvPr/>
          </p:nvSpPr>
          <p:spPr>
            <a:xfrm>
              <a:off x="1547716" y="1902000"/>
              <a:ext cx="26182" cy="32101"/>
            </a:xfrm>
            <a:prstGeom prst="rect">
              <a:avLst/>
            </a:prstGeom>
            <a:solidFill>
              <a:srgbClr val="0171A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6" name="spectrum_strip44"/>
            <p:cNvSpPr/>
            <p:nvPr/>
          </p:nvSpPr>
          <p:spPr>
            <a:xfrm>
              <a:off x="1573631" y="1902000"/>
              <a:ext cx="26182" cy="32101"/>
            </a:xfrm>
            <a:prstGeom prst="rect">
              <a:avLst/>
            </a:prstGeom>
            <a:solidFill>
              <a:srgbClr val="0174A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7" name="spectrum_strip45"/>
            <p:cNvSpPr/>
            <p:nvPr/>
          </p:nvSpPr>
          <p:spPr>
            <a:xfrm>
              <a:off x="1599546" y="1902000"/>
              <a:ext cx="26182" cy="32101"/>
            </a:xfrm>
            <a:prstGeom prst="rect">
              <a:avLst/>
            </a:prstGeom>
            <a:solidFill>
              <a:srgbClr val="0176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8" name="spectrum_strip46"/>
            <p:cNvSpPr/>
            <p:nvPr/>
          </p:nvSpPr>
          <p:spPr>
            <a:xfrm>
              <a:off x="1625461" y="1902000"/>
              <a:ext cx="26182" cy="32101"/>
            </a:xfrm>
            <a:prstGeom prst="rect">
              <a:avLst/>
            </a:prstGeom>
            <a:solidFill>
              <a:srgbClr val="0179A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9" name="spectrum_strip47"/>
            <p:cNvSpPr/>
            <p:nvPr/>
          </p:nvSpPr>
          <p:spPr>
            <a:xfrm>
              <a:off x="1651376" y="1902000"/>
              <a:ext cx="26182" cy="32101"/>
            </a:xfrm>
            <a:prstGeom prst="rect">
              <a:avLst/>
            </a:prstGeom>
            <a:solidFill>
              <a:srgbClr val="017BA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0" name="spectrum_strip48"/>
            <p:cNvSpPr/>
            <p:nvPr/>
          </p:nvSpPr>
          <p:spPr>
            <a:xfrm>
              <a:off x="1677291" y="1902000"/>
              <a:ext cx="26182" cy="32101"/>
            </a:xfrm>
            <a:prstGeom prst="rect">
              <a:avLst/>
            </a:prstGeom>
            <a:solidFill>
              <a:srgbClr val="007EA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1" name="spectrum_strip49"/>
            <p:cNvSpPr/>
            <p:nvPr/>
          </p:nvSpPr>
          <p:spPr>
            <a:xfrm>
              <a:off x="1703206" y="1902000"/>
              <a:ext cx="26182" cy="32101"/>
            </a:xfrm>
            <a:prstGeom prst="rect">
              <a:avLst/>
            </a:prstGeom>
            <a:solidFill>
              <a:srgbClr val="0081A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2" name="spectrum_strip50"/>
            <p:cNvSpPr/>
            <p:nvPr/>
          </p:nvSpPr>
          <p:spPr>
            <a:xfrm>
              <a:off x="1729121" y="1902000"/>
              <a:ext cx="26182" cy="32101"/>
            </a:xfrm>
            <a:prstGeom prst="rect">
              <a:avLst/>
            </a:prstGeom>
            <a:solidFill>
              <a:srgbClr val="0083A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3" name="spectrum_strip51"/>
            <p:cNvSpPr/>
            <p:nvPr/>
          </p:nvSpPr>
          <p:spPr>
            <a:xfrm>
              <a:off x="1755036" y="1902000"/>
              <a:ext cx="26182" cy="32101"/>
            </a:xfrm>
            <a:prstGeom prst="rect">
              <a:avLst/>
            </a:prstGeom>
            <a:solidFill>
              <a:srgbClr val="00859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4" name="spectrum_strip52"/>
            <p:cNvSpPr/>
            <p:nvPr/>
          </p:nvSpPr>
          <p:spPr>
            <a:xfrm>
              <a:off x="1780952" y="1902000"/>
              <a:ext cx="26182" cy="32101"/>
            </a:xfrm>
            <a:prstGeom prst="rect">
              <a:avLst/>
            </a:prstGeom>
            <a:solidFill>
              <a:srgbClr val="00859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5" name="spectrum_strip53"/>
            <p:cNvSpPr/>
            <p:nvPr/>
          </p:nvSpPr>
          <p:spPr>
            <a:xfrm>
              <a:off x="1806867" y="1902000"/>
              <a:ext cx="26182" cy="32101"/>
            </a:xfrm>
            <a:prstGeom prst="rect">
              <a:avLst/>
            </a:prstGeom>
            <a:solidFill>
              <a:srgbClr val="00859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6" name="spectrum_strip54"/>
            <p:cNvSpPr/>
            <p:nvPr/>
          </p:nvSpPr>
          <p:spPr>
            <a:xfrm>
              <a:off x="1832782" y="1902000"/>
              <a:ext cx="26182" cy="32101"/>
            </a:xfrm>
            <a:prstGeom prst="rect">
              <a:avLst/>
            </a:prstGeom>
            <a:solidFill>
              <a:srgbClr val="00848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7" name="spectrum_strip55"/>
            <p:cNvSpPr/>
            <p:nvPr/>
          </p:nvSpPr>
          <p:spPr>
            <a:xfrm>
              <a:off x="1858697" y="1902000"/>
              <a:ext cx="26182" cy="32101"/>
            </a:xfrm>
            <a:prstGeom prst="rect">
              <a:avLst/>
            </a:prstGeom>
            <a:solidFill>
              <a:srgbClr val="00848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8" name="spectrum_strip56"/>
            <p:cNvSpPr/>
            <p:nvPr/>
          </p:nvSpPr>
          <p:spPr>
            <a:xfrm>
              <a:off x="1884612" y="1902000"/>
              <a:ext cx="26182" cy="32101"/>
            </a:xfrm>
            <a:prstGeom prst="rect">
              <a:avLst/>
            </a:prstGeom>
            <a:solidFill>
              <a:srgbClr val="00848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9" name="spectrum_strip57"/>
            <p:cNvSpPr/>
            <p:nvPr/>
          </p:nvSpPr>
          <p:spPr>
            <a:xfrm>
              <a:off x="1910527" y="1902000"/>
              <a:ext cx="26182" cy="32101"/>
            </a:xfrm>
            <a:prstGeom prst="rect">
              <a:avLst/>
            </a:prstGeom>
            <a:solidFill>
              <a:srgbClr val="00847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0" name="spectrum_strip58"/>
            <p:cNvSpPr/>
            <p:nvPr/>
          </p:nvSpPr>
          <p:spPr>
            <a:xfrm>
              <a:off x="1936442" y="1902000"/>
              <a:ext cx="26182" cy="32101"/>
            </a:xfrm>
            <a:prstGeom prst="rect">
              <a:avLst/>
            </a:prstGeom>
            <a:solidFill>
              <a:srgbClr val="00847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1" name="spectrum_strip59"/>
            <p:cNvSpPr/>
            <p:nvPr/>
          </p:nvSpPr>
          <p:spPr>
            <a:xfrm>
              <a:off x="1962357" y="1902000"/>
              <a:ext cx="26182" cy="32101"/>
            </a:xfrm>
            <a:prstGeom prst="rect">
              <a:avLst/>
            </a:prstGeom>
            <a:solidFill>
              <a:srgbClr val="00836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2" name="spectrum_strip60"/>
            <p:cNvSpPr/>
            <p:nvPr/>
          </p:nvSpPr>
          <p:spPr>
            <a:xfrm>
              <a:off x="1988272" y="1902000"/>
              <a:ext cx="26182" cy="32101"/>
            </a:xfrm>
            <a:prstGeom prst="rect">
              <a:avLst/>
            </a:prstGeom>
            <a:solidFill>
              <a:srgbClr val="00836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3" name="spectrum_strip61"/>
            <p:cNvSpPr/>
            <p:nvPr/>
          </p:nvSpPr>
          <p:spPr>
            <a:xfrm>
              <a:off x="2014187" y="1902000"/>
              <a:ext cx="26182" cy="32101"/>
            </a:xfrm>
            <a:prstGeom prst="rect">
              <a:avLst/>
            </a:prstGeom>
            <a:solidFill>
              <a:srgbClr val="00836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4" name="spectrum_strip62"/>
            <p:cNvSpPr/>
            <p:nvPr/>
          </p:nvSpPr>
          <p:spPr>
            <a:xfrm>
              <a:off x="2040103" y="1902000"/>
              <a:ext cx="26182" cy="32101"/>
            </a:xfrm>
            <a:prstGeom prst="rect">
              <a:avLst/>
            </a:prstGeom>
            <a:solidFill>
              <a:srgbClr val="0083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5" name="spectrum_strip63"/>
            <p:cNvSpPr/>
            <p:nvPr/>
          </p:nvSpPr>
          <p:spPr>
            <a:xfrm>
              <a:off x="2066018" y="1902000"/>
              <a:ext cx="26182" cy="32101"/>
            </a:xfrm>
            <a:prstGeom prst="rect">
              <a:avLst/>
            </a:prstGeom>
            <a:solidFill>
              <a:srgbClr val="0083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6" name="spectrum_strip64"/>
            <p:cNvSpPr/>
            <p:nvPr/>
          </p:nvSpPr>
          <p:spPr>
            <a:xfrm>
              <a:off x="2091933" y="1902000"/>
              <a:ext cx="26182" cy="32101"/>
            </a:xfrm>
            <a:prstGeom prst="rect">
              <a:avLst/>
            </a:prstGeom>
            <a:solidFill>
              <a:srgbClr val="00835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7" name="spectrum_strip65"/>
            <p:cNvSpPr/>
            <p:nvPr/>
          </p:nvSpPr>
          <p:spPr>
            <a:xfrm>
              <a:off x="2117848" y="1902000"/>
              <a:ext cx="26182" cy="32101"/>
            </a:xfrm>
            <a:prstGeom prst="rect">
              <a:avLst/>
            </a:prstGeom>
            <a:solidFill>
              <a:srgbClr val="00824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8" name="spectrum_strip66"/>
            <p:cNvSpPr/>
            <p:nvPr/>
          </p:nvSpPr>
          <p:spPr>
            <a:xfrm>
              <a:off x="2143763" y="1902000"/>
              <a:ext cx="26182" cy="32101"/>
            </a:xfrm>
            <a:prstGeom prst="rect">
              <a:avLst/>
            </a:prstGeom>
            <a:solidFill>
              <a:srgbClr val="00824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9" name="spectrum_strip67"/>
            <p:cNvSpPr/>
            <p:nvPr/>
          </p:nvSpPr>
          <p:spPr>
            <a:xfrm>
              <a:off x="2169678" y="1902000"/>
              <a:ext cx="26182" cy="32101"/>
            </a:xfrm>
            <a:prstGeom prst="rect">
              <a:avLst/>
            </a:prstGeom>
            <a:solidFill>
              <a:srgbClr val="00824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0" name="spectrum_strip68"/>
            <p:cNvSpPr/>
            <p:nvPr/>
          </p:nvSpPr>
          <p:spPr>
            <a:xfrm>
              <a:off x="2195593" y="1902000"/>
              <a:ext cx="26182" cy="32101"/>
            </a:xfrm>
            <a:prstGeom prst="rect">
              <a:avLst/>
            </a:prstGeom>
            <a:solidFill>
              <a:srgbClr val="00823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1" name="spectrum_strip69"/>
            <p:cNvSpPr/>
            <p:nvPr/>
          </p:nvSpPr>
          <p:spPr>
            <a:xfrm>
              <a:off x="2221508" y="1902000"/>
              <a:ext cx="26182" cy="32101"/>
            </a:xfrm>
            <a:prstGeom prst="rect">
              <a:avLst/>
            </a:prstGeom>
            <a:solidFill>
              <a:srgbClr val="0082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2" name="spectrum_strip70"/>
            <p:cNvSpPr/>
            <p:nvPr/>
          </p:nvSpPr>
          <p:spPr>
            <a:xfrm>
              <a:off x="2247423" y="1902000"/>
              <a:ext cx="26182" cy="32101"/>
            </a:xfrm>
            <a:prstGeom prst="rect">
              <a:avLst/>
            </a:prstGeom>
            <a:solidFill>
              <a:srgbClr val="0081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3" name="spectrum_strip71"/>
            <p:cNvSpPr/>
            <p:nvPr/>
          </p:nvSpPr>
          <p:spPr>
            <a:xfrm>
              <a:off x="2273338" y="1902000"/>
              <a:ext cx="26182" cy="32101"/>
            </a:xfrm>
            <a:prstGeom prst="rect">
              <a:avLst/>
            </a:prstGeom>
            <a:solidFill>
              <a:srgbClr val="00812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4" name="spectrum_strip72"/>
            <p:cNvSpPr/>
            <p:nvPr/>
          </p:nvSpPr>
          <p:spPr>
            <a:xfrm>
              <a:off x="2299253" y="1902000"/>
              <a:ext cx="26182" cy="32101"/>
            </a:xfrm>
            <a:prstGeom prst="rect">
              <a:avLst/>
            </a:prstGeom>
            <a:solidFill>
              <a:srgbClr val="0081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5" name="spectrum_strip73"/>
            <p:cNvSpPr/>
            <p:nvPr/>
          </p:nvSpPr>
          <p:spPr>
            <a:xfrm>
              <a:off x="2325169" y="1902000"/>
              <a:ext cx="26182" cy="32101"/>
            </a:xfrm>
            <a:prstGeom prst="rect">
              <a:avLst/>
            </a:prstGeom>
            <a:solidFill>
              <a:srgbClr val="00811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6" name="spectrum_strip74"/>
            <p:cNvSpPr/>
            <p:nvPr/>
          </p:nvSpPr>
          <p:spPr>
            <a:xfrm>
              <a:off x="2351084" y="1902000"/>
              <a:ext cx="26182" cy="32101"/>
            </a:xfrm>
            <a:prstGeom prst="rect">
              <a:avLst/>
            </a:prstGeom>
            <a:solidFill>
              <a:srgbClr val="00811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7" name="spectrum_strip75"/>
            <p:cNvSpPr/>
            <p:nvPr/>
          </p:nvSpPr>
          <p:spPr>
            <a:xfrm>
              <a:off x="2376999" y="1902000"/>
              <a:ext cx="26182" cy="32101"/>
            </a:xfrm>
            <a:prstGeom prst="rect">
              <a:avLst/>
            </a:prstGeom>
            <a:solidFill>
              <a:srgbClr val="00811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8" name="spectrum_strip76"/>
            <p:cNvSpPr/>
            <p:nvPr/>
          </p:nvSpPr>
          <p:spPr>
            <a:xfrm>
              <a:off x="2402914" y="1902000"/>
              <a:ext cx="26182" cy="32101"/>
            </a:xfrm>
            <a:prstGeom prst="rect">
              <a:avLst/>
            </a:prstGeom>
            <a:solidFill>
              <a:srgbClr val="00800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9" name="spectrum_strip77"/>
            <p:cNvSpPr/>
            <p:nvPr/>
          </p:nvSpPr>
          <p:spPr>
            <a:xfrm>
              <a:off x="2428829" y="1902000"/>
              <a:ext cx="26182" cy="32101"/>
            </a:xfrm>
            <a:prstGeom prst="rect">
              <a:avLst/>
            </a:prstGeom>
            <a:solidFill>
              <a:srgbClr val="00800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0" name="spectrum_strip78"/>
            <p:cNvSpPr/>
            <p:nvPr/>
          </p:nvSpPr>
          <p:spPr>
            <a:xfrm>
              <a:off x="2454744" y="1902000"/>
              <a:ext cx="26182" cy="32101"/>
            </a:xfrm>
            <a:prstGeom prst="rect">
              <a:avLst/>
            </a:prstGeom>
            <a:solidFill>
              <a:srgbClr val="018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1" name="spectrum_strip79"/>
            <p:cNvSpPr/>
            <p:nvPr/>
          </p:nvSpPr>
          <p:spPr>
            <a:xfrm>
              <a:off x="2480659" y="1902000"/>
              <a:ext cx="26182" cy="32101"/>
            </a:xfrm>
            <a:prstGeom prst="rect">
              <a:avLst/>
            </a:prstGeom>
            <a:solidFill>
              <a:srgbClr val="0881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2" name="spectrum_strip80"/>
            <p:cNvSpPr/>
            <p:nvPr/>
          </p:nvSpPr>
          <p:spPr>
            <a:xfrm>
              <a:off x="2506574" y="1902000"/>
              <a:ext cx="26182" cy="32101"/>
            </a:xfrm>
            <a:prstGeom prst="rect">
              <a:avLst/>
            </a:prstGeom>
            <a:solidFill>
              <a:srgbClr val="1082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3" name="spectrum_strip81"/>
            <p:cNvSpPr/>
            <p:nvPr/>
          </p:nvSpPr>
          <p:spPr>
            <a:xfrm>
              <a:off x="2532489" y="1902000"/>
              <a:ext cx="26182" cy="32101"/>
            </a:xfrm>
            <a:prstGeom prst="rect">
              <a:avLst/>
            </a:prstGeom>
            <a:solidFill>
              <a:srgbClr val="1882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4" name="spectrum_strip82"/>
            <p:cNvSpPr/>
            <p:nvPr/>
          </p:nvSpPr>
          <p:spPr>
            <a:xfrm>
              <a:off x="2558404" y="1902000"/>
              <a:ext cx="26182" cy="32101"/>
            </a:xfrm>
            <a:prstGeom prst="rect">
              <a:avLst/>
            </a:prstGeom>
            <a:solidFill>
              <a:srgbClr val="1F83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5" name="spectrum_strip83"/>
            <p:cNvSpPr/>
            <p:nvPr/>
          </p:nvSpPr>
          <p:spPr>
            <a:xfrm>
              <a:off x="2584319" y="1902000"/>
              <a:ext cx="26182" cy="32101"/>
            </a:xfrm>
            <a:prstGeom prst="rect">
              <a:avLst/>
            </a:prstGeom>
            <a:solidFill>
              <a:srgbClr val="2784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6" name="spectrum_strip84"/>
            <p:cNvSpPr/>
            <p:nvPr/>
          </p:nvSpPr>
          <p:spPr>
            <a:xfrm>
              <a:off x="2610235" y="1902000"/>
              <a:ext cx="26182" cy="32101"/>
            </a:xfrm>
            <a:prstGeom prst="rect">
              <a:avLst/>
            </a:prstGeom>
            <a:solidFill>
              <a:srgbClr val="2E84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7" name="spectrum_strip85"/>
            <p:cNvSpPr/>
            <p:nvPr/>
          </p:nvSpPr>
          <p:spPr>
            <a:xfrm>
              <a:off x="2636150" y="1902000"/>
              <a:ext cx="26182" cy="32101"/>
            </a:xfrm>
            <a:prstGeom prst="rect">
              <a:avLst/>
            </a:prstGeom>
            <a:solidFill>
              <a:srgbClr val="3685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8" name="spectrum_strip86"/>
            <p:cNvSpPr/>
            <p:nvPr/>
          </p:nvSpPr>
          <p:spPr>
            <a:xfrm>
              <a:off x="2662065" y="1902000"/>
              <a:ext cx="26182" cy="32101"/>
            </a:xfrm>
            <a:prstGeom prst="rect">
              <a:avLst/>
            </a:prstGeom>
            <a:solidFill>
              <a:srgbClr val="3D86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9" name="spectrum_strip87"/>
            <p:cNvSpPr/>
            <p:nvPr/>
          </p:nvSpPr>
          <p:spPr>
            <a:xfrm>
              <a:off x="2687980" y="1902000"/>
              <a:ext cx="26182" cy="32101"/>
            </a:xfrm>
            <a:prstGeom prst="rect">
              <a:avLst/>
            </a:prstGeom>
            <a:solidFill>
              <a:srgbClr val="4586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0" name="spectrum_strip88"/>
            <p:cNvSpPr/>
            <p:nvPr/>
          </p:nvSpPr>
          <p:spPr>
            <a:xfrm>
              <a:off x="2713895" y="1902000"/>
              <a:ext cx="26182" cy="32101"/>
            </a:xfrm>
            <a:prstGeom prst="rect">
              <a:avLst/>
            </a:prstGeom>
            <a:solidFill>
              <a:srgbClr val="4D87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1" name="spectrum_strip89"/>
            <p:cNvSpPr/>
            <p:nvPr/>
          </p:nvSpPr>
          <p:spPr>
            <a:xfrm>
              <a:off x="2739810" y="1902000"/>
              <a:ext cx="26182" cy="32101"/>
            </a:xfrm>
            <a:prstGeom prst="rect">
              <a:avLst/>
            </a:prstGeom>
            <a:solidFill>
              <a:srgbClr val="548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2" name="spectrum_strip90"/>
            <p:cNvSpPr/>
            <p:nvPr/>
          </p:nvSpPr>
          <p:spPr>
            <a:xfrm>
              <a:off x="2765725" y="1902000"/>
              <a:ext cx="26182" cy="32101"/>
            </a:xfrm>
            <a:prstGeom prst="rect">
              <a:avLst/>
            </a:prstGeom>
            <a:solidFill>
              <a:srgbClr val="5C89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3" name="spectrum_strip91"/>
            <p:cNvSpPr/>
            <p:nvPr/>
          </p:nvSpPr>
          <p:spPr>
            <a:xfrm>
              <a:off x="2791640" y="1902000"/>
              <a:ext cx="26182" cy="32101"/>
            </a:xfrm>
            <a:prstGeom prst="rect">
              <a:avLst/>
            </a:prstGeom>
            <a:solidFill>
              <a:srgbClr val="6389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4" name="spectrum_strip92"/>
            <p:cNvSpPr/>
            <p:nvPr/>
          </p:nvSpPr>
          <p:spPr>
            <a:xfrm>
              <a:off x="2817555" y="1902000"/>
              <a:ext cx="26182" cy="32101"/>
            </a:xfrm>
            <a:prstGeom prst="rect">
              <a:avLst/>
            </a:prstGeom>
            <a:solidFill>
              <a:srgbClr val="6B8A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5" name="spectrum_strip93"/>
            <p:cNvSpPr/>
            <p:nvPr/>
          </p:nvSpPr>
          <p:spPr>
            <a:xfrm>
              <a:off x="2843470" y="1902000"/>
              <a:ext cx="26182" cy="32101"/>
            </a:xfrm>
            <a:prstGeom prst="rect">
              <a:avLst/>
            </a:prstGeom>
            <a:solidFill>
              <a:srgbClr val="738B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6" name="spectrum_strip94"/>
            <p:cNvSpPr/>
            <p:nvPr/>
          </p:nvSpPr>
          <p:spPr>
            <a:xfrm>
              <a:off x="2869385" y="1902000"/>
              <a:ext cx="26182" cy="32101"/>
            </a:xfrm>
            <a:prstGeom prst="rect">
              <a:avLst/>
            </a:prstGeom>
            <a:solidFill>
              <a:srgbClr val="7A8C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7" name="spectrum_strip95"/>
            <p:cNvSpPr/>
            <p:nvPr/>
          </p:nvSpPr>
          <p:spPr>
            <a:xfrm>
              <a:off x="2895301" y="1902000"/>
              <a:ext cx="26182" cy="32101"/>
            </a:xfrm>
            <a:prstGeom prst="rect">
              <a:avLst/>
            </a:prstGeom>
            <a:solidFill>
              <a:srgbClr val="828C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8" name="spectrum_strip96"/>
            <p:cNvSpPr/>
            <p:nvPr/>
          </p:nvSpPr>
          <p:spPr>
            <a:xfrm>
              <a:off x="2921216" y="1902000"/>
              <a:ext cx="26182" cy="32101"/>
            </a:xfrm>
            <a:prstGeom prst="rect">
              <a:avLst/>
            </a:prstGeom>
            <a:solidFill>
              <a:srgbClr val="898D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9" name="spectrum_strip97"/>
            <p:cNvSpPr/>
            <p:nvPr/>
          </p:nvSpPr>
          <p:spPr>
            <a:xfrm>
              <a:off x="2947131" y="1902000"/>
              <a:ext cx="26182" cy="32101"/>
            </a:xfrm>
            <a:prstGeom prst="rect">
              <a:avLst/>
            </a:prstGeom>
            <a:solidFill>
              <a:srgbClr val="918E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0" name="spectrum_strip98"/>
            <p:cNvSpPr/>
            <p:nvPr/>
          </p:nvSpPr>
          <p:spPr>
            <a:xfrm>
              <a:off x="2973046" y="1902000"/>
              <a:ext cx="26182" cy="32101"/>
            </a:xfrm>
            <a:prstGeom prst="rect">
              <a:avLst/>
            </a:prstGeom>
            <a:solidFill>
              <a:srgbClr val="998E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1" name="spectrum_strip99"/>
            <p:cNvSpPr/>
            <p:nvPr/>
          </p:nvSpPr>
          <p:spPr>
            <a:xfrm>
              <a:off x="2998961" y="1902000"/>
              <a:ext cx="26182" cy="32101"/>
            </a:xfrm>
            <a:prstGeom prst="rect">
              <a:avLst/>
            </a:prstGeom>
            <a:solidFill>
              <a:srgbClr val="A08F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2" name="spectrum_strip100"/>
            <p:cNvSpPr/>
            <p:nvPr/>
          </p:nvSpPr>
          <p:spPr>
            <a:xfrm>
              <a:off x="3024876" y="1902000"/>
              <a:ext cx="26182" cy="32101"/>
            </a:xfrm>
            <a:prstGeom prst="rect">
              <a:avLst/>
            </a:prstGeom>
            <a:solidFill>
              <a:srgbClr val="A89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3" name="spectrum_strip101"/>
            <p:cNvSpPr/>
            <p:nvPr/>
          </p:nvSpPr>
          <p:spPr>
            <a:xfrm>
              <a:off x="3050791" y="1902000"/>
              <a:ext cx="26182" cy="32101"/>
            </a:xfrm>
            <a:prstGeom prst="rect">
              <a:avLst/>
            </a:prstGeom>
            <a:solidFill>
              <a:srgbClr val="AF9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4" name="spectrum_strip102"/>
            <p:cNvSpPr/>
            <p:nvPr/>
          </p:nvSpPr>
          <p:spPr>
            <a:xfrm>
              <a:off x="3076706" y="1902000"/>
              <a:ext cx="26182" cy="32101"/>
            </a:xfrm>
            <a:prstGeom prst="rect">
              <a:avLst/>
            </a:prstGeom>
            <a:solidFill>
              <a:srgbClr val="B791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5" name="spectrum_strip103"/>
            <p:cNvSpPr/>
            <p:nvPr/>
          </p:nvSpPr>
          <p:spPr>
            <a:xfrm>
              <a:off x="3102621" y="1902000"/>
              <a:ext cx="26182" cy="32101"/>
            </a:xfrm>
            <a:prstGeom prst="rect">
              <a:avLst/>
            </a:prstGeom>
            <a:solidFill>
              <a:srgbClr val="BE92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6" name="spectrum_strip104"/>
            <p:cNvSpPr/>
            <p:nvPr/>
          </p:nvSpPr>
          <p:spPr>
            <a:xfrm>
              <a:off x="3128536" y="1902000"/>
              <a:ext cx="26182" cy="32101"/>
            </a:xfrm>
            <a:prstGeom prst="rect">
              <a:avLst/>
            </a:prstGeom>
            <a:solidFill>
              <a:srgbClr val="C693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7" name="spectrum_strip105"/>
            <p:cNvSpPr/>
            <p:nvPr/>
          </p:nvSpPr>
          <p:spPr>
            <a:xfrm>
              <a:off x="3154452" y="1902000"/>
              <a:ext cx="26182" cy="32101"/>
            </a:xfrm>
            <a:prstGeom prst="rect">
              <a:avLst/>
            </a:prstGeom>
            <a:solidFill>
              <a:srgbClr val="CE93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8" name="spectrum_strip106"/>
            <p:cNvSpPr/>
            <p:nvPr/>
          </p:nvSpPr>
          <p:spPr>
            <a:xfrm>
              <a:off x="3180367" y="1902000"/>
              <a:ext cx="26182" cy="32101"/>
            </a:xfrm>
            <a:prstGeom prst="rect">
              <a:avLst/>
            </a:prstGeom>
            <a:solidFill>
              <a:srgbClr val="D594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9" name="spectrum_strip107"/>
            <p:cNvSpPr/>
            <p:nvPr/>
          </p:nvSpPr>
          <p:spPr>
            <a:xfrm>
              <a:off x="3206282" y="1902000"/>
              <a:ext cx="26182" cy="32101"/>
            </a:xfrm>
            <a:prstGeom prst="rect">
              <a:avLst/>
            </a:prstGeom>
            <a:solidFill>
              <a:srgbClr val="DD95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0" name="spectrum_strip108"/>
            <p:cNvSpPr/>
            <p:nvPr/>
          </p:nvSpPr>
          <p:spPr>
            <a:xfrm>
              <a:off x="3232197" y="1902000"/>
              <a:ext cx="26182" cy="32101"/>
            </a:xfrm>
            <a:prstGeom prst="rect">
              <a:avLst/>
            </a:prstGeom>
            <a:solidFill>
              <a:srgbClr val="E496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1" name="spectrum_strip109"/>
            <p:cNvSpPr/>
            <p:nvPr/>
          </p:nvSpPr>
          <p:spPr>
            <a:xfrm>
              <a:off x="3258112" y="1902000"/>
              <a:ext cx="26182" cy="32101"/>
            </a:xfrm>
            <a:prstGeom prst="rect">
              <a:avLst/>
            </a:prstGeom>
            <a:solidFill>
              <a:srgbClr val="EC96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2" name="spectrum_strip110"/>
            <p:cNvSpPr/>
            <p:nvPr/>
          </p:nvSpPr>
          <p:spPr>
            <a:xfrm>
              <a:off x="3284027" y="1902000"/>
              <a:ext cx="26182" cy="32101"/>
            </a:xfrm>
            <a:prstGeom prst="rect">
              <a:avLst/>
            </a:prstGeom>
            <a:solidFill>
              <a:srgbClr val="F497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3" name="spectrum_strip111"/>
            <p:cNvSpPr/>
            <p:nvPr/>
          </p:nvSpPr>
          <p:spPr>
            <a:xfrm>
              <a:off x="3309942" y="1902000"/>
              <a:ext cx="26182" cy="32101"/>
            </a:xfrm>
            <a:prstGeom prst="rect">
              <a:avLst/>
            </a:prstGeom>
            <a:solidFill>
              <a:srgbClr val="FB9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4" name="spectrum_strip112"/>
            <p:cNvSpPr/>
            <p:nvPr/>
          </p:nvSpPr>
          <p:spPr>
            <a:xfrm>
              <a:off x="3335857" y="1902000"/>
              <a:ext cx="26182" cy="32101"/>
            </a:xfrm>
            <a:prstGeom prst="rect">
              <a:avLst/>
            </a:prstGeom>
            <a:solidFill>
              <a:srgbClr val="FF96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5" name="spectrum_strip113"/>
            <p:cNvSpPr/>
            <p:nvPr/>
          </p:nvSpPr>
          <p:spPr>
            <a:xfrm>
              <a:off x="3361772" y="1902000"/>
              <a:ext cx="26182" cy="32101"/>
            </a:xfrm>
            <a:prstGeom prst="rect">
              <a:avLst/>
            </a:prstGeom>
            <a:solidFill>
              <a:srgbClr val="FF93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6" name="spectrum_strip114"/>
            <p:cNvSpPr/>
            <p:nvPr/>
          </p:nvSpPr>
          <p:spPr>
            <a:xfrm>
              <a:off x="3387687" y="1902000"/>
              <a:ext cx="26182" cy="32101"/>
            </a:xfrm>
            <a:prstGeom prst="rect">
              <a:avLst/>
            </a:prstGeom>
            <a:solidFill>
              <a:srgbClr val="FF9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7" name="spectrum_strip115"/>
            <p:cNvSpPr/>
            <p:nvPr/>
          </p:nvSpPr>
          <p:spPr>
            <a:xfrm>
              <a:off x="3413602" y="1902000"/>
              <a:ext cx="26182" cy="32101"/>
            </a:xfrm>
            <a:prstGeom prst="rect">
              <a:avLst/>
            </a:prstGeom>
            <a:solidFill>
              <a:srgbClr val="FF8D0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8" name="spectrum_strip116"/>
            <p:cNvSpPr/>
            <p:nvPr/>
          </p:nvSpPr>
          <p:spPr>
            <a:xfrm>
              <a:off x="3439518" y="1902000"/>
              <a:ext cx="26182" cy="32101"/>
            </a:xfrm>
            <a:prstGeom prst="rect">
              <a:avLst/>
            </a:prstGeom>
            <a:solidFill>
              <a:srgbClr val="FF8A0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9" name="spectrum_strip117"/>
            <p:cNvSpPr/>
            <p:nvPr/>
          </p:nvSpPr>
          <p:spPr>
            <a:xfrm>
              <a:off x="3465433" y="1902000"/>
              <a:ext cx="26182" cy="32101"/>
            </a:xfrm>
            <a:prstGeom prst="rect">
              <a:avLst/>
            </a:prstGeom>
            <a:solidFill>
              <a:srgbClr val="FF870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0" name="spectrum_strip118"/>
            <p:cNvSpPr/>
            <p:nvPr/>
          </p:nvSpPr>
          <p:spPr>
            <a:xfrm>
              <a:off x="3491348" y="1902000"/>
              <a:ext cx="26182" cy="32101"/>
            </a:xfrm>
            <a:prstGeom prst="rect">
              <a:avLst/>
            </a:prstGeom>
            <a:solidFill>
              <a:srgbClr val="FF840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1" name="spectrum_strip119"/>
            <p:cNvSpPr/>
            <p:nvPr/>
          </p:nvSpPr>
          <p:spPr>
            <a:xfrm>
              <a:off x="3517263" y="1902000"/>
              <a:ext cx="26182" cy="32101"/>
            </a:xfrm>
            <a:prstGeom prst="rect">
              <a:avLst/>
            </a:prstGeom>
            <a:solidFill>
              <a:srgbClr val="FF810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2" name="spectrum_strip120"/>
            <p:cNvSpPr/>
            <p:nvPr/>
          </p:nvSpPr>
          <p:spPr>
            <a:xfrm>
              <a:off x="3543178" y="1902000"/>
              <a:ext cx="26182" cy="32101"/>
            </a:xfrm>
            <a:prstGeom prst="rect">
              <a:avLst/>
            </a:prstGeom>
            <a:solidFill>
              <a:srgbClr val="FF7E0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3" name="spectrum_strip121"/>
            <p:cNvSpPr/>
            <p:nvPr/>
          </p:nvSpPr>
          <p:spPr>
            <a:xfrm>
              <a:off x="3569093" y="1902000"/>
              <a:ext cx="26182" cy="32101"/>
            </a:xfrm>
            <a:prstGeom prst="rect">
              <a:avLst/>
            </a:prstGeom>
            <a:solidFill>
              <a:srgbClr val="FF7B0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4" name="spectrum_strip122"/>
            <p:cNvSpPr/>
            <p:nvPr/>
          </p:nvSpPr>
          <p:spPr>
            <a:xfrm>
              <a:off x="3595008" y="1902000"/>
              <a:ext cx="26182" cy="32101"/>
            </a:xfrm>
            <a:prstGeom prst="rect">
              <a:avLst/>
            </a:prstGeom>
            <a:solidFill>
              <a:srgbClr val="FF780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5" name="spectrum_strip123"/>
            <p:cNvSpPr/>
            <p:nvPr/>
          </p:nvSpPr>
          <p:spPr>
            <a:xfrm>
              <a:off x="3620923" y="1902000"/>
              <a:ext cx="26182" cy="32101"/>
            </a:xfrm>
            <a:prstGeom prst="rect">
              <a:avLst/>
            </a:prstGeom>
            <a:solidFill>
              <a:srgbClr val="FF750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6" name="spectrum_strip124"/>
            <p:cNvSpPr/>
            <p:nvPr/>
          </p:nvSpPr>
          <p:spPr>
            <a:xfrm>
              <a:off x="3646838" y="1902000"/>
              <a:ext cx="26182" cy="32101"/>
            </a:xfrm>
            <a:prstGeom prst="rect">
              <a:avLst/>
            </a:prstGeom>
            <a:solidFill>
              <a:srgbClr val="FF720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7" name="spectrum_strip125"/>
            <p:cNvSpPr/>
            <p:nvPr/>
          </p:nvSpPr>
          <p:spPr>
            <a:xfrm>
              <a:off x="3672753" y="1902000"/>
              <a:ext cx="26182" cy="32101"/>
            </a:xfrm>
            <a:prstGeom prst="rect">
              <a:avLst/>
            </a:prstGeom>
            <a:solidFill>
              <a:srgbClr val="FF6F0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8" name="spectrum_strip126"/>
            <p:cNvSpPr/>
            <p:nvPr/>
          </p:nvSpPr>
          <p:spPr>
            <a:xfrm>
              <a:off x="3698668" y="1902000"/>
              <a:ext cx="26182" cy="32101"/>
            </a:xfrm>
            <a:prstGeom prst="rect">
              <a:avLst/>
            </a:prstGeom>
            <a:solidFill>
              <a:srgbClr val="FF6C0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9" name="spectrum_strip127"/>
            <p:cNvSpPr/>
            <p:nvPr/>
          </p:nvSpPr>
          <p:spPr>
            <a:xfrm>
              <a:off x="3724584" y="1902000"/>
              <a:ext cx="26182" cy="32101"/>
            </a:xfrm>
            <a:prstGeom prst="rect">
              <a:avLst/>
            </a:prstGeom>
            <a:solidFill>
              <a:srgbClr val="FF690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0" name="spectrum_strip128"/>
            <p:cNvSpPr/>
            <p:nvPr/>
          </p:nvSpPr>
          <p:spPr>
            <a:xfrm>
              <a:off x="3750499" y="1902000"/>
              <a:ext cx="26182" cy="32101"/>
            </a:xfrm>
            <a:prstGeom prst="rect">
              <a:avLst/>
            </a:prstGeom>
            <a:solidFill>
              <a:srgbClr val="FF660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1" name="spectrum_strip129"/>
            <p:cNvSpPr/>
            <p:nvPr/>
          </p:nvSpPr>
          <p:spPr>
            <a:xfrm>
              <a:off x="3776414" y="1902000"/>
              <a:ext cx="26182" cy="32101"/>
            </a:xfrm>
            <a:prstGeom prst="rect">
              <a:avLst/>
            </a:prstGeom>
            <a:solidFill>
              <a:srgbClr val="FF630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2" name="spectrum_strip130"/>
            <p:cNvSpPr/>
            <p:nvPr/>
          </p:nvSpPr>
          <p:spPr>
            <a:xfrm>
              <a:off x="3802329" y="1902000"/>
              <a:ext cx="26182" cy="32101"/>
            </a:xfrm>
            <a:prstGeom prst="rect">
              <a:avLst/>
            </a:prstGeom>
            <a:solidFill>
              <a:srgbClr val="FF600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3" name="spectrum_strip131"/>
            <p:cNvSpPr/>
            <p:nvPr/>
          </p:nvSpPr>
          <p:spPr>
            <a:xfrm>
              <a:off x="3828244" y="1902000"/>
              <a:ext cx="26182" cy="32101"/>
            </a:xfrm>
            <a:prstGeom prst="rect">
              <a:avLst/>
            </a:prstGeom>
            <a:solidFill>
              <a:srgbClr val="FF5D0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4" name="spectrum_strip132"/>
            <p:cNvSpPr/>
            <p:nvPr/>
          </p:nvSpPr>
          <p:spPr>
            <a:xfrm>
              <a:off x="3854159" y="1902000"/>
              <a:ext cx="26182" cy="32101"/>
            </a:xfrm>
            <a:prstGeom prst="rect">
              <a:avLst/>
            </a:prstGeom>
            <a:solidFill>
              <a:srgbClr val="FF5A0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5" name="spectrum_strip133"/>
            <p:cNvSpPr/>
            <p:nvPr/>
          </p:nvSpPr>
          <p:spPr>
            <a:xfrm>
              <a:off x="3880074" y="1902000"/>
              <a:ext cx="26182" cy="32101"/>
            </a:xfrm>
            <a:prstGeom prst="rect">
              <a:avLst/>
            </a:prstGeom>
            <a:solidFill>
              <a:srgbClr val="FF570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6" name="spectrum_strip134"/>
            <p:cNvSpPr/>
            <p:nvPr/>
          </p:nvSpPr>
          <p:spPr>
            <a:xfrm>
              <a:off x="3905989" y="1902000"/>
              <a:ext cx="26182" cy="32101"/>
            </a:xfrm>
            <a:prstGeom prst="rect">
              <a:avLst/>
            </a:prstGeom>
            <a:solidFill>
              <a:srgbClr val="FF540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7" name="spectrum_strip135"/>
            <p:cNvSpPr/>
            <p:nvPr/>
          </p:nvSpPr>
          <p:spPr>
            <a:xfrm>
              <a:off x="3931904" y="1902000"/>
              <a:ext cx="26182" cy="32101"/>
            </a:xfrm>
            <a:prstGeom prst="rect">
              <a:avLst/>
            </a:prstGeom>
            <a:solidFill>
              <a:srgbClr val="FF510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8" name="spectrum_strip136"/>
            <p:cNvSpPr/>
            <p:nvPr/>
          </p:nvSpPr>
          <p:spPr>
            <a:xfrm>
              <a:off x="3957819" y="1902000"/>
              <a:ext cx="26182" cy="32101"/>
            </a:xfrm>
            <a:prstGeom prst="rect">
              <a:avLst/>
            </a:prstGeom>
            <a:solidFill>
              <a:srgbClr val="FF4E0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9" name="spectrum_strip137"/>
            <p:cNvSpPr/>
            <p:nvPr/>
          </p:nvSpPr>
          <p:spPr>
            <a:xfrm>
              <a:off x="3983734" y="1902000"/>
              <a:ext cx="26182" cy="32101"/>
            </a:xfrm>
            <a:prstGeom prst="rect">
              <a:avLst/>
            </a:prstGeom>
            <a:solidFill>
              <a:srgbClr val="FF4B0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0" name="spectrum_strip138"/>
            <p:cNvSpPr/>
            <p:nvPr/>
          </p:nvSpPr>
          <p:spPr>
            <a:xfrm>
              <a:off x="4009650" y="1902000"/>
              <a:ext cx="26182" cy="32101"/>
            </a:xfrm>
            <a:prstGeom prst="rect">
              <a:avLst/>
            </a:prstGeom>
            <a:solidFill>
              <a:srgbClr val="FF480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1" name="spectrum_strip139"/>
            <p:cNvSpPr/>
            <p:nvPr/>
          </p:nvSpPr>
          <p:spPr>
            <a:xfrm>
              <a:off x="4035565" y="1902000"/>
              <a:ext cx="26182" cy="32101"/>
            </a:xfrm>
            <a:prstGeom prst="rect">
              <a:avLst/>
            </a:prstGeom>
            <a:solidFill>
              <a:srgbClr val="FF450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2" name="spectrum_strip140"/>
            <p:cNvSpPr/>
            <p:nvPr/>
          </p:nvSpPr>
          <p:spPr>
            <a:xfrm>
              <a:off x="4061480" y="1902000"/>
              <a:ext cx="26182" cy="32101"/>
            </a:xfrm>
            <a:prstGeom prst="rect">
              <a:avLst/>
            </a:prstGeom>
            <a:solidFill>
              <a:srgbClr val="FF420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3" name="spectrum_strip141"/>
            <p:cNvSpPr/>
            <p:nvPr/>
          </p:nvSpPr>
          <p:spPr>
            <a:xfrm>
              <a:off x="4087395" y="1902000"/>
              <a:ext cx="26182" cy="32101"/>
            </a:xfrm>
            <a:prstGeom prst="rect">
              <a:avLst/>
            </a:prstGeom>
            <a:solidFill>
              <a:srgbClr val="FF3F0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4" name="spectrum_strip142"/>
            <p:cNvSpPr/>
            <p:nvPr/>
          </p:nvSpPr>
          <p:spPr>
            <a:xfrm>
              <a:off x="4113310" y="1902000"/>
              <a:ext cx="26182" cy="32101"/>
            </a:xfrm>
            <a:prstGeom prst="rect">
              <a:avLst/>
            </a:prstGeom>
            <a:solidFill>
              <a:srgbClr val="FF3C0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5" name="spectrum_strip143"/>
            <p:cNvSpPr/>
            <p:nvPr/>
          </p:nvSpPr>
          <p:spPr>
            <a:xfrm>
              <a:off x="4139225" y="1902000"/>
              <a:ext cx="26182" cy="32101"/>
            </a:xfrm>
            <a:prstGeom prst="rect">
              <a:avLst/>
            </a:prstGeom>
            <a:solidFill>
              <a:srgbClr val="FF390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6" name="spectrum_strip144"/>
            <p:cNvSpPr/>
            <p:nvPr/>
          </p:nvSpPr>
          <p:spPr>
            <a:xfrm>
              <a:off x="4165140" y="1902000"/>
              <a:ext cx="26182" cy="32101"/>
            </a:xfrm>
            <a:prstGeom prst="rect">
              <a:avLst/>
            </a:prstGeom>
            <a:solidFill>
              <a:srgbClr val="FF360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7" name="spectrum_strip145"/>
            <p:cNvSpPr/>
            <p:nvPr/>
          </p:nvSpPr>
          <p:spPr>
            <a:xfrm>
              <a:off x="4191055" y="1902000"/>
              <a:ext cx="26182" cy="32101"/>
            </a:xfrm>
            <a:prstGeom prst="rect">
              <a:avLst/>
            </a:prstGeom>
            <a:solidFill>
              <a:srgbClr val="FF330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8" name="spectrum_strip146"/>
            <p:cNvSpPr/>
            <p:nvPr/>
          </p:nvSpPr>
          <p:spPr>
            <a:xfrm>
              <a:off x="4216970" y="1902000"/>
              <a:ext cx="26182" cy="32101"/>
            </a:xfrm>
            <a:prstGeom prst="rect">
              <a:avLst/>
            </a:prstGeom>
            <a:solidFill>
              <a:srgbClr val="FF300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9" name="spectrum_strip147"/>
            <p:cNvSpPr/>
            <p:nvPr/>
          </p:nvSpPr>
          <p:spPr>
            <a:xfrm>
              <a:off x="4242885" y="1902000"/>
              <a:ext cx="26182" cy="32101"/>
            </a:xfrm>
            <a:prstGeom prst="rect">
              <a:avLst/>
            </a:prstGeom>
            <a:solidFill>
              <a:srgbClr val="FF2D0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0" name="spectrum_strip148"/>
            <p:cNvSpPr/>
            <p:nvPr/>
          </p:nvSpPr>
          <p:spPr>
            <a:xfrm>
              <a:off x="4268801" y="1902000"/>
              <a:ext cx="26182" cy="32101"/>
            </a:xfrm>
            <a:prstGeom prst="rect">
              <a:avLst/>
            </a:prstGeom>
            <a:solidFill>
              <a:srgbClr val="FF2A0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1" name="spectrum_strip149"/>
            <p:cNvSpPr/>
            <p:nvPr/>
          </p:nvSpPr>
          <p:spPr>
            <a:xfrm>
              <a:off x="4294716" y="1902000"/>
              <a:ext cx="26182" cy="32101"/>
            </a:xfrm>
            <a:prstGeom prst="rect">
              <a:avLst/>
            </a:prstGeom>
            <a:solidFill>
              <a:srgbClr val="FF270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2" name="spectrum_strip150"/>
            <p:cNvSpPr/>
            <p:nvPr/>
          </p:nvSpPr>
          <p:spPr>
            <a:xfrm>
              <a:off x="4320631" y="1902000"/>
              <a:ext cx="26182" cy="32101"/>
            </a:xfrm>
            <a:prstGeom prst="rect">
              <a:avLst/>
            </a:prstGeom>
            <a:solidFill>
              <a:srgbClr val="FF240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3" name="spectrum_strip151"/>
            <p:cNvSpPr/>
            <p:nvPr/>
          </p:nvSpPr>
          <p:spPr>
            <a:xfrm>
              <a:off x="4346546" y="1902000"/>
              <a:ext cx="26182" cy="32101"/>
            </a:xfrm>
            <a:prstGeom prst="rect">
              <a:avLst/>
            </a:prstGeom>
            <a:solidFill>
              <a:srgbClr val="FF210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4" name="spectrum_strip152"/>
            <p:cNvSpPr/>
            <p:nvPr/>
          </p:nvSpPr>
          <p:spPr>
            <a:xfrm>
              <a:off x="4372461" y="1902000"/>
              <a:ext cx="26182" cy="32101"/>
            </a:xfrm>
            <a:prstGeom prst="rect">
              <a:avLst/>
            </a:prstGeom>
            <a:solidFill>
              <a:srgbClr val="FF1E0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5" name="spectrum_strip153"/>
            <p:cNvSpPr/>
            <p:nvPr/>
          </p:nvSpPr>
          <p:spPr>
            <a:xfrm>
              <a:off x="4398376" y="1902000"/>
              <a:ext cx="26182" cy="32101"/>
            </a:xfrm>
            <a:prstGeom prst="rect">
              <a:avLst/>
            </a:prstGeom>
            <a:solidFill>
              <a:srgbClr val="FF1B0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6" name="spectrum_strip154"/>
            <p:cNvSpPr/>
            <p:nvPr/>
          </p:nvSpPr>
          <p:spPr>
            <a:xfrm>
              <a:off x="4424291" y="1902000"/>
              <a:ext cx="26182" cy="32101"/>
            </a:xfrm>
            <a:prstGeom prst="rect">
              <a:avLst/>
            </a:prstGeom>
            <a:solidFill>
              <a:srgbClr val="FF180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7" name="spectrum_strip155"/>
            <p:cNvSpPr/>
            <p:nvPr/>
          </p:nvSpPr>
          <p:spPr>
            <a:xfrm>
              <a:off x="4450206" y="1902000"/>
              <a:ext cx="26182" cy="32101"/>
            </a:xfrm>
            <a:prstGeom prst="rect">
              <a:avLst/>
            </a:prstGeom>
            <a:solidFill>
              <a:srgbClr val="FF150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8" name="spectrum_strip156"/>
            <p:cNvSpPr/>
            <p:nvPr/>
          </p:nvSpPr>
          <p:spPr>
            <a:xfrm>
              <a:off x="4476121" y="1902000"/>
              <a:ext cx="26182" cy="32101"/>
            </a:xfrm>
            <a:prstGeom prst="rect">
              <a:avLst/>
            </a:prstGeom>
            <a:solidFill>
              <a:srgbClr val="FF120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9" name="spectrum_strip157"/>
            <p:cNvSpPr/>
            <p:nvPr/>
          </p:nvSpPr>
          <p:spPr>
            <a:xfrm>
              <a:off x="4502036" y="1902000"/>
              <a:ext cx="26182" cy="32101"/>
            </a:xfrm>
            <a:prstGeom prst="rect">
              <a:avLst/>
            </a:prstGeom>
            <a:solidFill>
              <a:srgbClr val="FF0F0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0" name="spectrum_strip158"/>
            <p:cNvSpPr/>
            <p:nvPr/>
          </p:nvSpPr>
          <p:spPr>
            <a:xfrm>
              <a:off x="4527951" y="1902000"/>
              <a:ext cx="26182" cy="32101"/>
            </a:xfrm>
            <a:prstGeom prst="rect">
              <a:avLst/>
            </a:prstGeom>
            <a:solidFill>
              <a:srgbClr val="FF0C0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1" name="spectrum_strip159"/>
            <p:cNvSpPr/>
            <p:nvPr/>
          </p:nvSpPr>
          <p:spPr>
            <a:xfrm>
              <a:off x="4553867" y="1902000"/>
              <a:ext cx="26182" cy="32101"/>
            </a:xfrm>
            <a:prstGeom prst="rect">
              <a:avLst/>
            </a:prstGeom>
            <a:solidFill>
              <a:srgbClr val="FF090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2" name="marktext0"/>
            <p:cNvSpPr txBox="1"/>
            <p:nvPr/>
          </p:nvSpPr>
          <p:spPr>
            <a:xfrm>
              <a:off x="484194" y="1752194"/>
              <a:ext cx="802531" cy="11235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404040"/>
                  </a:solidFill>
                  <a:latin typeface="Times New Roman"/>
                </a:rPr>
                <a:t>fixed</a:t>
              </a:r>
            </a:p>
          </p:txBody>
        </p:sp>
        <p:sp>
          <p:nvSpPr>
            <p:cNvPr id="463" name="mark0"/>
            <p:cNvSpPr/>
            <p:nvPr/>
          </p:nvSpPr>
          <p:spPr>
            <a:xfrm>
              <a:off x="856034" y="1877924"/>
              <a:ext cx="58852" cy="77578"/>
            </a:xfrm>
            <a:prstGeom prst="ellipse">
              <a:avLst/>
            </a:prstGeom>
            <a:solidFill>
              <a:srgbClr val="0900FA"/>
            </a:solidFill>
            <a:ln w="802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4" name="marktext1"/>
            <p:cNvSpPr txBox="1"/>
            <p:nvPr/>
          </p:nvSpPr>
          <p:spPr>
            <a:xfrm>
              <a:off x="1342903" y="1752194"/>
              <a:ext cx="802531" cy="11235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404040"/>
                  </a:solidFill>
                  <a:latin typeface="Times New Roman"/>
                </a:rPr>
                <a:t>Lagrangian</a:t>
              </a:r>
            </a:p>
          </p:txBody>
        </p:sp>
        <p:sp>
          <p:nvSpPr>
            <p:cNvPr id="465" name="mark1"/>
            <p:cNvSpPr/>
            <p:nvPr/>
          </p:nvSpPr>
          <p:spPr>
            <a:xfrm>
              <a:off x="1714743" y="1877924"/>
              <a:ext cx="58852" cy="77578"/>
            </a:xfrm>
            <a:prstGeom prst="ellipse">
              <a:avLst/>
            </a:prstGeom>
            <a:solidFill>
              <a:srgbClr val="0085A0"/>
            </a:solidFill>
            <a:ln w="802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6" name="marktext2"/>
            <p:cNvSpPr txBox="1"/>
            <p:nvPr/>
          </p:nvSpPr>
          <p:spPr>
            <a:xfrm>
              <a:off x="2964017" y="1752194"/>
              <a:ext cx="802531" cy="11235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 b="1">
                  <a:solidFill>
                    <a:srgbClr val="125529"/>
                  </a:solidFill>
                  <a:latin typeface="Times New Roman"/>
                </a:rPr>
                <a:t>SafeOT</a:t>
              </a:r>
            </a:p>
          </p:txBody>
        </p:sp>
        <p:sp>
          <p:nvSpPr>
            <p:cNvPr id="467" name="mark2"/>
            <p:cNvSpPr/>
            <p:nvPr/>
          </p:nvSpPr>
          <p:spPr>
            <a:xfrm>
              <a:off x="3335857" y="1877924"/>
              <a:ext cx="58852" cy="77578"/>
            </a:xfrm>
            <a:prstGeom prst="ellipse">
              <a:avLst/>
            </a:prstGeom>
            <a:solidFill>
              <a:srgbClr val="FF8A00"/>
            </a:solidFill>
            <a:ln w="802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8" name="marktext3"/>
            <p:cNvSpPr txBox="1"/>
            <p:nvPr/>
          </p:nvSpPr>
          <p:spPr>
            <a:xfrm>
              <a:off x="3726423" y="1752194"/>
              <a:ext cx="802531" cy="11235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50">
                  <a:solidFill>
                    <a:srgbClr val="404040"/>
                  </a:solidFill>
                  <a:latin typeface="Times New Roman"/>
                </a:rPr>
                <a:t>LP ε→0 / active</a:t>
              </a:r>
            </a:p>
          </p:txBody>
        </p:sp>
        <p:sp>
          <p:nvSpPr>
            <p:cNvPr id="469" name="mark3"/>
            <p:cNvSpPr/>
            <p:nvPr/>
          </p:nvSpPr>
          <p:spPr>
            <a:xfrm>
              <a:off x="4098262" y="1877924"/>
              <a:ext cx="58852" cy="77578"/>
            </a:xfrm>
            <a:prstGeom prst="ellipse">
              <a:avLst/>
            </a:prstGeom>
            <a:solidFill>
              <a:srgbClr val="FF0709"/>
            </a:solidFill>
            <a:ln w="802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0" name="spectrum_safe"/>
            <p:cNvSpPr/>
            <p:nvPr/>
          </p:nvSpPr>
          <p:spPr>
            <a:xfrm>
              <a:off x="2134734" y="1805696"/>
              <a:ext cx="762405" cy="214008"/>
            </a:xfrm>
            <a:prstGeom prst="roundRect">
              <a:avLst>
                <a:gd name="adj" fmla="val 2500"/>
              </a:avLst>
            </a:prstGeom>
            <a:solidFill>
              <a:srgbClr val="005B1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1" name="spectrum_name"/>
            <p:cNvSpPr txBox="1"/>
            <p:nvPr/>
          </p:nvSpPr>
          <p:spPr>
            <a:xfrm>
              <a:off x="2193587" y="1819072"/>
              <a:ext cx="655401" cy="17388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b="1">
                  <a:solidFill>
                    <a:srgbClr val="FFFFFF"/>
                  </a:solidFill>
                  <a:latin typeface="Times New Roman"/>
                </a:rPr>
                <a:t>one price rule</a:t>
              </a:r>
            </a:p>
          </p:txBody>
        </p:sp>
        <p:grpSp>
          <p:nvGrpSpPr>
            <p:cNvPr id="472" name="tauinf"/>
            <p:cNvGrpSpPr/>
            <p:nvPr/>
          </p:nvGrpSpPr>
          <p:grpSpPr>
            <a:xfrm>
              <a:off x="54667" y="1773635"/>
              <a:ext cx="259821" cy="45779"/>
              <a:chOff x="74213" y="1787708"/>
              <a:chExt cx="259821" cy="45779"/>
            </a:xfrm>
          </p:grpSpPr>
          <p:sp>
            <p:nvSpPr>
              <p:cNvPr id="473" name="tauinf_outline_0"/>
              <p:cNvSpPr/>
              <p:nvPr/>
            </p:nvSpPr>
            <p:spPr>
              <a:xfrm>
                <a:off x="74213" y="1787708"/>
                <a:ext cx="52256" cy="45779"/>
              </a:xfrm>
              <a:custGeom>
                <a:avLst/>
                <a:gdLst/>
                <a:ahLst/>
                <a:cxnLst/>
                <a:rect l="0" t="0" r="r" b="b"/>
                <a:pathLst>
                  <a:path w="52256" h="45780">
                    <a:moveTo>
                      <a:pt x="52256" y="0"/>
                    </a:moveTo>
                    <a:lnTo>
                      <a:pt x="18431" y="0"/>
                    </a:lnTo>
                    <a:cubicBezTo>
                      <a:pt x="8203" y="0"/>
                      <a:pt x="1111" y="11140"/>
                      <a:pt x="0" y="13065"/>
                    </a:cubicBezTo>
                    <a:lnTo>
                      <a:pt x="1921" y="13065"/>
                    </a:lnTo>
                    <a:cubicBezTo>
                      <a:pt x="2532" y="12359"/>
                      <a:pt x="7088" y="7394"/>
                      <a:pt x="12962" y="7394"/>
                    </a:cubicBezTo>
                    <a:lnTo>
                      <a:pt x="25622" y="7394"/>
                    </a:lnTo>
                    <a:lnTo>
                      <a:pt x="17216" y="29270"/>
                    </a:lnTo>
                    <a:cubicBezTo>
                      <a:pt x="15899" y="32611"/>
                      <a:pt x="15089" y="35548"/>
                      <a:pt x="15089" y="37675"/>
                    </a:cubicBezTo>
                    <a:cubicBezTo>
                      <a:pt x="15089" y="42033"/>
                      <a:pt x="17824" y="45780"/>
                      <a:pt x="23697" y="45780"/>
                    </a:cubicBezTo>
                    <a:cubicBezTo>
                      <a:pt x="26531" y="45780"/>
                      <a:pt x="30075" y="45172"/>
                      <a:pt x="30075" y="41422"/>
                    </a:cubicBezTo>
                    <a:cubicBezTo>
                      <a:pt x="30075" y="35751"/>
                      <a:pt x="24507" y="36259"/>
                      <a:pt x="24507" y="31397"/>
                    </a:cubicBezTo>
                    <a:cubicBezTo>
                      <a:pt x="24507" y="30385"/>
                      <a:pt x="24813" y="29270"/>
                      <a:pt x="25317" y="27750"/>
                    </a:cubicBezTo>
                    <a:lnTo>
                      <a:pt x="32508" y="7394"/>
                    </a:lnTo>
                    <a:lnTo>
                      <a:pt x="49828" y="7394"/>
                    </a:lnTo>
                    <a:lnTo>
                      <a:pt x="52256" y="0"/>
                    </a:ln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4" name="tauinf_outline_1"/>
              <p:cNvSpPr/>
              <p:nvPr/>
            </p:nvSpPr>
            <p:spPr>
              <a:xfrm>
                <a:off x="166648" y="1793280"/>
                <a:ext cx="51855" cy="26229"/>
              </a:xfrm>
              <a:custGeom>
                <a:avLst/>
                <a:gdLst/>
                <a:ahLst/>
                <a:cxnLst/>
                <a:rect l="0" t="0" r="r" b="b"/>
                <a:pathLst>
                  <a:path w="51856" h="26229">
                    <a:moveTo>
                      <a:pt x="51856" y="5671"/>
                    </a:moveTo>
                    <a:lnTo>
                      <a:pt x="51856" y="0"/>
                    </a:lnTo>
                    <a:lnTo>
                      <a:pt x="0" y="0"/>
                    </a:lnTo>
                    <a:lnTo>
                      <a:pt x="0" y="5671"/>
                    </a:lnTo>
                    <a:lnTo>
                      <a:pt x="51856" y="5671"/>
                    </a:lnTo>
                    <a:close/>
                    <a:moveTo>
                      <a:pt x="51856" y="26229"/>
                    </a:moveTo>
                    <a:lnTo>
                      <a:pt x="51856" y="20558"/>
                    </a:lnTo>
                    <a:lnTo>
                      <a:pt x="0" y="20558"/>
                    </a:lnTo>
                    <a:lnTo>
                      <a:pt x="0" y="26229"/>
                    </a:lnTo>
                    <a:lnTo>
                      <a:pt x="51856" y="26229"/>
                    </a:ln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5" name="tauinf_outline_2"/>
              <p:cNvSpPr/>
              <p:nvPr/>
            </p:nvSpPr>
            <p:spPr>
              <a:xfrm>
                <a:off x="258180" y="1787811"/>
                <a:ext cx="75854" cy="38282"/>
              </a:xfrm>
              <a:custGeom>
                <a:avLst/>
                <a:gdLst/>
                <a:ahLst/>
                <a:cxnLst/>
                <a:rect l="0" t="0" r="r" b="b"/>
                <a:pathLst>
                  <a:path w="75855" h="38283">
                    <a:moveTo>
                      <a:pt x="75855" y="17216"/>
                    </a:moveTo>
                    <a:cubicBezTo>
                      <a:pt x="75855" y="8001"/>
                      <a:pt x="70894" y="202"/>
                      <a:pt x="60865" y="202"/>
                    </a:cubicBezTo>
                    <a:cubicBezTo>
                      <a:pt x="52459" y="202"/>
                      <a:pt x="44359" y="8203"/>
                      <a:pt x="39295" y="14279"/>
                    </a:cubicBezTo>
                    <a:cubicBezTo>
                      <a:pt x="35040" y="7291"/>
                      <a:pt x="26837" y="0"/>
                      <a:pt x="18332" y="0"/>
                    </a:cubicBezTo>
                    <a:cubicBezTo>
                      <a:pt x="7191" y="0"/>
                      <a:pt x="0" y="10735"/>
                      <a:pt x="0" y="21066"/>
                    </a:cubicBezTo>
                    <a:cubicBezTo>
                      <a:pt x="0" y="30281"/>
                      <a:pt x="5267" y="38179"/>
                      <a:pt x="15192" y="38179"/>
                    </a:cubicBezTo>
                    <a:cubicBezTo>
                      <a:pt x="23193" y="38179"/>
                      <a:pt x="32206" y="29976"/>
                      <a:pt x="36663" y="23801"/>
                    </a:cubicBezTo>
                    <a:cubicBezTo>
                      <a:pt x="41422" y="30789"/>
                      <a:pt x="48712" y="38283"/>
                      <a:pt x="57726" y="38283"/>
                    </a:cubicBezTo>
                    <a:cubicBezTo>
                      <a:pt x="68866" y="38283"/>
                      <a:pt x="75855" y="27345"/>
                      <a:pt x="75855" y="17216"/>
                    </a:cubicBezTo>
                    <a:close/>
                    <a:moveTo>
                      <a:pt x="70084" y="21876"/>
                    </a:moveTo>
                    <a:cubicBezTo>
                      <a:pt x="70084" y="28559"/>
                      <a:pt x="66743" y="34131"/>
                      <a:pt x="59448" y="34131"/>
                    </a:cubicBezTo>
                    <a:cubicBezTo>
                      <a:pt x="51852" y="34131"/>
                      <a:pt x="44966" y="22788"/>
                      <a:pt x="41017" y="17216"/>
                    </a:cubicBezTo>
                    <a:cubicBezTo>
                      <a:pt x="44053" y="12660"/>
                      <a:pt x="52157" y="5163"/>
                      <a:pt x="57829" y="5163"/>
                    </a:cubicBezTo>
                    <a:cubicBezTo>
                      <a:pt x="65929" y="5163"/>
                      <a:pt x="70084" y="14990"/>
                      <a:pt x="70084" y="21876"/>
                    </a:cubicBezTo>
                    <a:close/>
                    <a:moveTo>
                      <a:pt x="34941" y="20963"/>
                    </a:moveTo>
                    <a:cubicBezTo>
                      <a:pt x="32004" y="25523"/>
                      <a:pt x="23697" y="32814"/>
                      <a:pt x="18129" y="32814"/>
                    </a:cubicBezTo>
                    <a:cubicBezTo>
                      <a:pt x="10025" y="32814"/>
                      <a:pt x="5977" y="22991"/>
                      <a:pt x="5977" y="16101"/>
                    </a:cubicBezTo>
                    <a:cubicBezTo>
                      <a:pt x="5977" y="9319"/>
                      <a:pt x="9418" y="3746"/>
                      <a:pt x="16812" y="3746"/>
                    </a:cubicBezTo>
                    <a:cubicBezTo>
                      <a:pt x="23598" y="3746"/>
                      <a:pt x="32004" y="15292"/>
                      <a:pt x="34941" y="20963"/>
                    </a:cubicBezTo>
                    <a:close/>
                  </a:path>
                </a:pathLst>
              </a:custGeom>
              <a:solidFill>
                <a:srgbClr val="0900F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476" name="tauzero"/>
            <p:cNvGrpSpPr/>
            <p:nvPr/>
          </p:nvGrpSpPr>
          <p:grpSpPr>
            <a:xfrm>
              <a:off x="4677738" y="1763504"/>
              <a:ext cx="226908" cy="69877"/>
              <a:chOff x="4697284" y="1776056"/>
              <a:chExt cx="226908" cy="69877"/>
            </a:xfrm>
          </p:grpSpPr>
          <p:sp>
            <p:nvSpPr>
              <p:cNvPr id="477" name="tauzero_outline_0"/>
              <p:cNvSpPr/>
              <p:nvPr/>
            </p:nvSpPr>
            <p:spPr>
              <a:xfrm>
                <a:off x="4697284" y="1799853"/>
                <a:ext cx="52256" cy="45779"/>
              </a:xfrm>
              <a:custGeom>
                <a:avLst/>
                <a:gdLst/>
                <a:ahLst/>
                <a:cxnLst/>
                <a:rect l="0" t="0" r="r" b="b"/>
                <a:pathLst>
                  <a:path w="52256" h="45779">
                    <a:moveTo>
                      <a:pt x="52256" y="0"/>
                    </a:moveTo>
                    <a:lnTo>
                      <a:pt x="18431" y="0"/>
                    </a:lnTo>
                    <a:cubicBezTo>
                      <a:pt x="8203" y="0"/>
                      <a:pt x="1111" y="11140"/>
                      <a:pt x="0" y="13065"/>
                    </a:cubicBezTo>
                    <a:lnTo>
                      <a:pt x="1921" y="13065"/>
                    </a:lnTo>
                    <a:cubicBezTo>
                      <a:pt x="2532" y="12359"/>
                      <a:pt x="7088" y="7394"/>
                      <a:pt x="12962" y="7394"/>
                    </a:cubicBezTo>
                    <a:lnTo>
                      <a:pt x="25622" y="7394"/>
                    </a:lnTo>
                    <a:lnTo>
                      <a:pt x="17216" y="29270"/>
                    </a:lnTo>
                    <a:cubicBezTo>
                      <a:pt x="15899" y="32611"/>
                      <a:pt x="15089" y="35548"/>
                      <a:pt x="15089" y="37675"/>
                    </a:cubicBezTo>
                    <a:cubicBezTo>
                      <a:pt x="15089" y="42033"/>
                      <a:pt x="17824" y="45779"/>
                      <a:pt x="23697" y="45779"/>
                    </a:cubicBezTo>
                    <a:cubicBezTo>
                      <a:pt x="26531" y="45779"/>
                      <a:pt x="30075" y="45172"/>
                      <a:pt x="30075" y="41422"/>
                    </a:cubicBezTo>
                    <a:cubicBezTo>
                      <a:pt x="30075" y="35750"/>
                      <a:pt x="24507" y="36258"/>
                      <a:pt x="24507" y="31397"/>
                    </a:cubicBezTo>
                    <a:cubicBezTo>
                      <a:pt x="24507" y="30385"/>
                      <a:pt x="24813" y="29270"/>
                      <a:pt x="25317" y="27750"/>
                    </a:cubicBezTo>
                    <a:lnTo>
                      <a:pt x="32508" y="7394"/>
                    </a:lnTo>
                    <a:lnTo>
                      <a:pt x="49828" y="7394"/>
                    </a:lnTo>
                    <a:lnTo>
                      <a:pt x="52256" y="0"/>
                    </a:ln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8" name="tauzero_outline_1"/>
              <p:cNvSpPr/>
              <p:nvPr/>
            </p:nvSpPr>
            <p:spPr>
              <a:xfrm>
                <a:off x="4789719" y="1805425"/>
                <a:ext cx="51855" cy="26229"/>
              </a:xfrm>
              <a:custGeom>
                <a:avLst/>
                <a:gdLst/>
                <a:ahLst/>
                <a:cxnLst/>
                <a:rect l="0" t="0" r="r" b="b"/>
                <a:pathLst>
                  <a:path w="51856" h="26229">
                    <a:moveTo>
                      <a:pt x="51856" y="5671"/>
                    </a:moveTo>
                    <a:lnTo>
                      <a:pt x="51856" y="0"/>
                    </a:lnTo>
                    <a:lnTo>
                      <a:pt x="0" y="0"/>
                    </a:lnTo>
                    <a:lnTo>
                      <a:pt x="0" y="5671"/>
                    </a:lnTo>
                    <a:lnTo>
                      <a:pt x="51856" y="5671"/>
                    </a:lnTo>
                    <a:close/>
                    <a:moveTo>
                      <a:pt x="51856" y="26229"/>
                    </a:moveTo>
                    <a:lnTo>
                      <a:pt x="51856" y="20558"/>
                    </a:lnTo>
                    <a:lnTo>
                      <a:pt x="0" y="20558"/>
                    </a:lnTo>
                    <a:lnTo>
                      <a:pt x="0" y="26229"/>
                    </a:lnTo>
                    <a:lnTo>
                      <a:pt x="51856" y="26229"/>
                    </a:ln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9" name="tauzero_outline_2"/>
              <p:cNvSpPr/>
              <p:nvPr/>
            </p:nvSpPr>
            <p:spPr>
              <a:xfrm>
                <a:off x="4878413" y="1776056"/>
                <a:ext cx="45779" cy="69877"/>
              </a:xfrm>
              <a:custGeom>
                <a:avLst/>
                <a:gdLst/>
                <a:ahLst/>
                <a:cxnLst/>
                <a:rect l="0" t="0" r="r" b="b"/>
                <a:pathLst>
                  <a:path w="45779" h="69878">
                    <a:moveTo>
                      <a:pt x="45779" y="35040"/>
                    </a:moveTo>
                    <a:cubicBezTo>
                      <a:pt x="45779" y="14279"/>
                      <a:pt x="36564" y="0"/>
                      <a:pt x="23297" y="0"/>
                    </a:cubicBezTo>
                    <a:cubicBezTo>
                      <a:pt x="17724" y="0"/>
                      <a:pt x="13470" y="1718"/>
                      <a:pt x="9723" y="5266"/>
                    </a:cubicBezTo>
                    <a:cubicBezTo>
                      <a:pt x="3850" y="10938"/>
                      <a:pt x="0" y="22582"/>
                      <a:pt x="0" y="34433"/>
                    </a:cubicBezTo>
                    <a:cubicBezTo>
                      <a:pt x="0" y="45470"/>
                      <a:pt x="3346" y="57321"/>
                      <a:pt x="8104" y="62992"/>
                    </a:cubicBezTo>
                    <a:cubicBezTo>
                      <a:pt x="11851" y="67449"/>
                      <a:pt x="17018" y="69878"/>
                      <a:pt x="22892" y="69878"/>
                    </a:cubicBezTo>
                    <a:cubicBezTo>
                      <a:pt x="28055" y="69878"/>
                      <a:pt x="32409" y="68155"/>
                      <a:pt x="36056" y="64611"/>
                    </a:cubicBezTo>
                    <a:cubicBezTo>
                      <a:pt x="41930" y="59043"/>
                      <a:pt x="45779" y="47296"/>
                      <a:pt x="45779" y="35040"/>
                    </a:cubicBezTo>
                    <a:close/>
                    <a:moveTo>
                      <a:pt x="36056" y="35242"/>
                    </a:moveTo>
                    <a:cubicBezTo>
                      <a:pt x="36056" y="56408"/>
                      <a:pt x="31599" y="67246"/>
                      <a:pt x="22892" y="67246"/>
                    </a:cubicBezTo>
                    <a:cubicBezTo>
                      <a:pt x="14180" y="67246"/>
                      <a:pt x="9723" y="56408"/>
                      <a:pt x="9723" y="35346"/>
                    </a:cubicBezTo>
                    <a:cubicBezTo>
                      <a:pt x="9723" y="13875"/>
                      <a:pt x="14284" y="2631"/>
                      <a:pt x="22991" y="2631"/>
                    </a:cubicBezTo>
                    <a:cubicBezTo>
                      <a:pt x="31500" y="2631"/>
                      <a:pt x="36056" y="14077"/>
                      <a:pt x="36056" y="35242"/>
                    </a:cubicBezTo>
                    <a:close/>
                  </a:path>
                </a:pathLst>
              </a:custGeom>
              <a:solidFill>
                <a:srgbClr val="FF070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1 historical reconstruction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