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Transition flow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constraints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52400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1290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constraints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balance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74800" y="2552700"/>
            <a:ext cx="635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safety prices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7967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40856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56046" y="1177206"/>
            <a:ext cx="135404" cy="97213"/>
            <a:chOff x="4456046" y="1177206"/>
            <a:chExt cx="135404" cy="97213"/>
          </a:xfrm>
        </p:grpSpPr>
        <p:sp>
          <p:nvSpPr>
            <p:cNvPr id="223" name="after_F_outline_0"/>
            <p:cNvSpPr/>
            <p:nvPr/>
          </p:nvSpPr>
          <p:spPr>
            <a:xfrm>
              <a:off x="4456046" y="1183547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after_F_outline_1"/>
            <p:cNvSpPr/>
            <p:nvPr/>
          </p:nvSpPr>
          <p:spPr>
            <a:xfrm>
              <a:off x="4555446" y="1177206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2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5678" y="1940801"/>
            <a:ext cx="1520590" cy="157377"/>
            <a:chOff x="2015678" y="1940801"/>
            <a:chExt cx="1520590" cy="157377"/>
          </a:xfrm>
        </p:grpSpPr>
        <p:sp>
          <p:nvSpPr>
            <p:cNvPr id="225" name="filter_chain_outline_0"/>
            <p:cNvSpPr/>
            <p:nvPr/>
          </p:nvSpPr>
          <p:spPr>
            <a:xfrm>
              <a:off x="2038034" y="19408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filter_chain_outline_1"/>
            <p:cNvSpPr/>
            <p:nvPr/>
          </p:nvSpPr>
          <p:spPr>
            <a:xfrm>
              <a:off x="2015678" y="1961734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filter_chain_outline_2"/>
            <p:cNvSpPr/>
            <p:nvPr/>
          </p:nvSpPr>
          <p:spPr>
            <a:xfrm>
              <a:off x="209011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5" h="40156">
                  <a:moveTo>
                    <a:pt x="36005" y="12037"/>
                  </a:moveTo>
                  <a:cubicBezTo>
                    <a:pt x="36005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3" y="38600"/>
                    <a:pt x="21273" y="36628"/>
                  </a:cubicBezTo>
                  <a:cubicBezTo>
                    <a:pt x="21273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0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5" y="13387"/>
                    <a:pt x="36005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filter_chain_outline_3"/>
            <p:cNvSpPr/>
            <p:nvPr/>
          </p:nvSpPr>
          <p:spPr>
            <a:xfrm>
              <a:off x="2090827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ilter_chain_outline_4"/>
            <p:cNvSpPr/>
            <p:nvPr/>
          </p:nvSpPr>
          <p:spPr>
            <a:xfrm>
              <a:off x="2227135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9476"/>
                  </a:moveTo>
                  <a:lnTo>
                    <a:pt x="113859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59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ilter_chain_outline_5"/>
            <p:cNvSpPr/>
            <p:nvPr/>
          </p:nvSpPr>
          <p:spPr>
            <a:xfrm>
              <a:off x="2339078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5" h="7084">
                  <a:moveTo>
                    <a:pt x="64775" y="7084"/>
                  </a:moveTo>
                  <a:lnTo>
                    <a:pt x="64775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5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ilter_chain_outline_6"/>
            <p:cNvSpPr/>
            <p:nvPr/>
          </p:nvSpPr>
          <p:spPr>
            <a:xfrm>
              <a:off x="2481689" y="1958194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9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2" y="78561"/>
                    <a:pt x="9739" y="68441"/>
                    <a:pt x="9739" y="53892"/>
                  </a:cubicBezTo>
                  <a:cubicBezTo>
                    <a:pt x="9739" y="40735"/>
                    <a:pt x="16701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8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9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4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90" y="28210"/>
                  </a:cubicBezTo>
                  <a:cubicBezTo>
                    <a:pt x="154606" y="28210"/>
                    <a:pt x="149041" y="31373"/>
                    <a:pt x="143473" y="38203"/>
                  </a:cubicBezTo>
                  <a:lnTo>
                    <a:pt x="143473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8" y="34663"/>
                  </a:cubicBezTo>
                  <a:lnTo>
                    <a:pt x="124498" y="36687"/>
                  </a:lnTo>
                  <a:cubicBezTo>
                    <a:pt x="125637" y="36560"/>
                    <a:pt x="126523" y="36560"/>
                    <a:pt x="127662" y="36560"/>
                  </a:cubicBezTo>
                  <a:cubicBezTo>
                    <a:pt x="131964" y="36560"/>
                    <a:pt x="132848" y="37826"/>
                    <a:pt x="132848" y="43771"/>
                  </a:cubicBezTo>
                  <a:lnTo>
                    <a:pt x="132848" y="102977"/>
                  </a:lnTo>
                  <a:cubicBezTo>
                    <a:pt x="132848" y="109553"/>
                    <a:pt x="131456" y="110946"/>
                    <a:pt x="123990" y="111705"/>
                  </a:cubicBezTo>
                  <a:lnTo>
                    <a:pt x="123990" y="113856"/>
                  </a:lnTo>
                  <a:lnTo>
                    <a:pt x="154606" y="113856"/>
                  </a:lnTo>
                  <a:lnTo>
                    <a:pt x="154606" y="111578"/>
                  </a:lnTo>
                  <a:cubicBezTo>
                    <a:pt x="145120" y="111451"/>
                    <a:pt x="143473" y="110061"/>
                    <a:pt x="143473" y="102092"/>
                  </a:cubicBezTo>
                  <a:lnTo>
                    <a:pt x="143473" y="82229"/>
                  </a:lnTo>
                  <a:cubicBezTo>
                    <a:pt x="147903" y="86404"/>
                    <a:pt x="150938" y="87670"/>
                    <a:pt x="156253" y="87670"/>
                  </a:cubicBezTo>
                  <a:cubicBezTo>
                    <a:pt x="171180" y="87670"/>
                    <a:pt x="182819" y="73501"/>
                    <a:pt x="182819" y="55158"/>
                  </a:cubicBezTo>
                  <a:close/>
                  <a:moveTo>
                    <a:pt x="171938" y="60091"/>
                  </a:moveTo>
                  <a:cubicBezTo>
                    <a:pt x="171938" y="74132"/>
                    <a:pt x="165738" y="83622"/>
                    <a:pt x="156629" y="83622"/>
                  </a:cubicBezTo>
                  <a:cubicBezTo>
                    <a:pt x="150684" y="83622"/>
                    <a:pt x="143473" y="79065"/>
                    <a:pt x="143473" y="75271"/>
                  </a:cubicBezTo>
                  <a:lnTo>
                    <a:pt x="143473" y="44148"/>
                  </a:lnTo>
                  <a:cubicBezTo>
                    <a:pt x="143473" y="40354"/>
                    <a:pt x="150557" y="35802"/>
                    <a:pt x="156380" y="35802"/>
                  </a:cubicBezTo>
                  <a:cubicBezTo>
                    <a:pt x="165738" y="35802"/>
                    <a:pt x="171938" y="45414"/>
                    <a:pt x="171938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ilter_chain_outline_7"/>
            <p:cNvSpPr/>
            <p:nvPr/>
          </p:nvSpPr>
          <p:spPr>
            <a:xfrm>
              <a:off x="2704972" y="1982356"/>
              <a:ext cx="61230" cy="61229"/>
            </a:xfrm>
            <a:custGeom>
              <a:avLst/>
              <a:gdLst/>
              <a:ahLst/>
              <a:cxnLst/>
              <a:rect l="0" t="0" r="r" b="b"/>
              <a:pathLst>
                <a:path w="61231" h="61230">
                  <a:moveTo>
                    <a:pt x="61231" y="34790"/>
                  </a:moveTo>
                  <a:lnTo>
                    <a:pt x="61231" y="26440"/>
                  </a:lnTo>
                  <a:lnTo>
                    <a:pt x="34790" y="26440"/>
                  </a:lnTo>
                  <a:lnTo>
                    <a:pt x="34790" y="0"/>
                  </a:lnTo>
                  <a:lnTo>
                    <a:pt x="26440" y="0"/>
                  </a:lnTo>
                  <a:lnTo>
                    <a:pt x="26440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40" y="34790"/>
                  </a:lnTo>
                  <a:lnTo>
                    <a:pt x="26440" y="61230"/>
                  </a:lnTo>
                  <a:lnTo>
                    <a:pt x="34790" y="61230"/>
                  </a:lnTo>
                  <a:lnTo>
                    <a:pt x="34790" y="34790"/>
                  </a:lnTo>
                  <a:lnTo>
                    <a:pt x="61231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ilter_chain_outline_8"/>
            <p:cNvSpPr/>
            <p:nvPr/>
          </p:nvSpPr>
          <p:spPr>
            <a:xfrm>
              <a:off x="2804402" y="1959333"/>
              <a:ext cx="277578" cy="85264"/>
            </a:xfrm>
            <a:custGeom>
              <a:avLst/>
              <a:gdLst/>
              <a:ahLst/>
              <a:cxnLst/>
              <a:rect l="0" t="0" r="r" b="b"/>
              <a:pathLst>
                <a:path w="277579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7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8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0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3" y="56043"/>
                  </a:lnTo>
                  <a:lnTo>
                    <a:pt x="60213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0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2" y="6322"/>
                  </a:cubicBezTo>
                  <a:lnTo>
                    <a:pt x="45160" y="6322"/>
                  </a:lnTo>
                  <a:cubicBezTo>
                    <a:pt x="59455" y="6322"/>
                    <a:pt x="62238" y="8223"/>
                    <a:pt x="64389" y="19606"/>
                  </a:cubicBezTo>
                  <a:lnTo>
                    <a:pt x="67551" y="19606"/>
                  </a:lnTo>
                  <a:lnTo>
                    <a:pt x="67174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7" y="4679"/>
                    <a:pt x="11005" y="6322"/>
                    <a:pt x="11005" y="15307"/>
                  </a:cubicBezTo>
                  <a:lnTo>
                    <a:pt x="11005" y="71477"/>
                  </a:lnTo>
                  <a:cubicBezTo>
                    <a:pt x="11005" y="80458"/>
                    <a:pt x="9230" y="82229"/>
                    <a:pt x="0" y="82860"/>
                  </a:cubicBezTo>
                  <a:lnTo>
                    <a:pt x="0" y="85265"/>
                  </a:lnTo>
                  <a:lnTo>
                    <a:pt x="68309" y="85265"/>
                  </a:lnTo>
                  <a:lnTo>
                    <a:pt x="74005" y="63885"/>
                  </a:lnTo>
                  <a:close/>
                  <a:moveTo>
                    <a:pt x="184962" y="85265"/>
                  </a:moveTo>
                  <a:lnTo>
                    <a:pt x="184962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2" y="3921"/>
                  </a:cubicBezTo>
                  <a:lnTo>
                    <a:pt x="184962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0" y="4552"/>
                    <a:pt x="89573" y="6072"/>
                    <a:pt x="89573" y="15307"/>
                  </a:cubicBezTo>
                  <a:lnTo>
                    <a:pt x="89573" y="66667"/>
                  </a:lnTo>
                  <a:cubicBezTo>
                    <a:pt x="89573" y="79696"/>
                    <a:pt x="87803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2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5" y="85265"/>
                  </a:lnTo>
                  <a:lnTo>
                    <a:pt x="161050" y="12775"/>
                  </a:lnTo>
                  <a:lnTo>
                    <a:pt x="161050" y="70084"/>
                  </a:lnTo>
                  <a:cubicBezTo>
                    <a:pt x="161050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2" y="85265"/>
                  </a:lnTo>
                  <a:close/>
                  <a:moveTo>
                    <a:pt x="277579" y="85265"/>
                  </a:moveTo>
                  <a:lnTo>
                    <a:pt x="277579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2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5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4" y="70084"/>
                  </a:lnTo>
                  <a:cubicBezTo>
                    <a:pt x="253290" y="73624"/>
                    <a:pt x="254175" y="76787"/>
                    <a:pt x="254175" y="78684"/>
                  </a:cubicBezTo>
                  <a:cubicBezTo>
                    <a:pt x="254175" y="79823"/>
                    <a:pt x="253417" y="81216"/>
                    <a:pt x="252405" y="81721"/>
                  </a:cubicBezTo>
                  <a:cubicBezTo>
                    <a:pt x="250888" y="82610"/>
                    <a:pt x="249878" y="82860"/>
                    <a:pt x="245321" y="82860"/>
                  </a:cubicBezTo>
                  <a:lnTo>
                    <a:pt x="245321" y="85265"/>
                  </a:lnTo>
                  <a:lnTo>
                    <a:pt x="277579" y="85265"/>
                  </a:lnTo>
                  <a:close/>
                  <a:moveTo>
                    <a:pt x="244817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7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ilter_chain_outline_9"/>
            <p:cNvSpPr/>
            <p:nvPr/>
          </p:nvSpPr>
          <p:spPr>
            <a:xfrm>
              <a:off x="3158693" y="1986150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filter_chain_outline_10"/>
            <p:cNvSpPr/>
            <p:nvPr/>
          </p:nvSpPr>
          <p:spPr>
            <a:xfrm>
              <a:off x="3270636" y="200854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filter_chain_outline_11"/>
            <p:cNvSpPr/>
            <p:nvPr/>
          </p:nvSpPr>
          <p:spPr>
            <a:xfrm>
              <a:off x="3410468" y="1961734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2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ilter_chain_outline_12"/>
            <p:cNvSpPr/>
            <p:nvPr/>
          </p:nvSpPr>
          <p:spPr>
            <a:xfrm>
              <a:off x="3484906" y="1951982"/>
              <a:ext cx="36004" cy="40155"/>
            </a:xfrm>
            <a:custGeom>
              <a:avLst/>
              <a:gdLst/>
              <a:ahLst/>
              <a:cxnLst/>
              <a:rect l="0" t="0" r="r" b="b"/>
              <a:pathLst>
                <a:path w="36004" h="40156">
                  <a:moveTo>
                    <a:pt x="36004" y="12037"/>
                  </a:moveTo>
                  <a:cubicBezTo>
                    <a:pt x="36004" y="10271"/>
                    <a:pt x="34552" y="8406"/>
                    <a:pt x="32683" y="8406"/>
                  </a:cubicBezTo>
                  <a:cubicBezTo>
                    <a:pt x="30297" y="8406"/>
                    <a:pt x="21788" y="16915"/>
                    <a:pt x="18780" y="18677"/>
                  </a:cubicBezTo>
                  <a:cubicBezTo>
                    <a:pt x="18780" y="12867"/>
                    <a:pt x="21685" y="7057"/>
                    <a:pt x="21685" y="3528"/>
                  </a:cubicBezTo>
                  <a:cubicBezTo>
                    <a:pt x="21685" y="1349"/>
                    <a:pt x="20233" y="0"/>
                    <a:pt x="18054" y="0"/>
                  </a:cubicBezTo>
                  <a:cubicBezTo>
                    <a:pt x="15978" y="0"/>
                    <a:pt x="14732" y="1453"/>
                    <a:pt x="14732" y="3528"/>
                  </a:cubicBezTo>
                  <a:cubicBezTo>
                    <a:pt x="14732" y="7576"/>
                    <a:pt x="17224" y="13073"/>
                    <a:pt x="17224" y="18677"/>
                  </a:cubicBezTo>
                  <a:cubicBezTo>
                    <a:pt x="13903" y="16705"/>
                    <a:pt x="5810" y="7989"/>
                    <a:pt x="3631" y="7989"/>
                  </a:cubicBezTo>
                  <a:cubicBezTo>
                    <a:pt x="1762" y="7989"/>
                    <a:pt x="103" y="9755"/>
                    <a:pt x="103" y="11620"/>
                  </a:cubicBezTo>
                  <a:cubicBezTo>
                    <a:pt x="103" y="15252"/>
                    <a:pt x="12347" y="17744"/>
                    <a:pt x="16395" y="20026"/>
                  </a:cubicBezTo>
                  <a:cubicBezTo>
                    <a:pt x="12037" y="22515"/>
                    <a:pt x="3941" y="23761"/>
                    <a:pt x="1869" y="25110"/>
                  </a:cubicBezTo>
                  <a:cubicBezTo>
                    <a:pt x="829" y="25837"/>
                    <a:pt x="0" y="26769"/>
                    <a:pt x="0" y="28119"/>
                  </a:cubicBezTo>
                  <a:cubicBezTo>
                    <a:pt x="0" y="29988"/>
                    <a:pt x="1453" y="31647"/>
                    <a:pt x="3322" y="31647"/>
                  </a:cubicBezTo>
                  <a:cubicBezTo>
                    <a:pt x="5707" y="31647"/>
                    <a:pt x="14113" y="23241"/>
                    <a:pt x="17224" y="21479"/>
                  </a:cubicBezTo>
                  <a:cubicBezTo>
                    <a:pt x="17224" y="27186"/>
                    <a:pt x="14319" y="32996"/>
                    <a:pt x="14319" y="36628"/>
                  </a:cubicBezTo>
                  <a:cubicBezTo>
                    <a:pt x="14319" y="38703"/>
                    <a:pt x="15875" y="40156"/>
                    <a:pt x="17951" y="40156"/>
                  </a:cubicBezTo>
                  <a:cubicBezTo>
                    <a:pt x="20026" y="40156"/>
                    <a:pt x="21272" y="38600"/>
                    <a:pt x="21272" y="36628"/>
                  </a:cubicBezTo>
                  <a:cubicBezTo>
                    <a:pt x="21272" y="32373"/>
                    <a:pt x="18883" y="26980"/>
                    <a:pt x="18883" y="21479"/>
                  </a:cubicBezTo>
                  <a:cubicBezTo>
                    <a:pt x="22102" y="23348"/>
                    <a:pt x="30297" y="32064"/>
                    <a:pt x="32373" y="32064"/>
                  </a:cubicBezTo>
                  <a:cubicBezTo>
                    <a:pt x="34242" y="32064"/>
                    <a:pt x="35901" y="30298"/>
                    <a:pt x="35901" y="28432"/>
                  </a:cubicBezTo>
                  <a:cubicBezTo>
                    <a:pt x="35901" y="27083"/>
                    <a:pt x="34969" y="26146"/>
                    <a:pt x="33929" y="25527"/>
                  </a:cubicBezTo>
                  <a:cubicBezTo>
                    <a:pt x="31230" y="23761"/>
                    <a:pt x="24071" y="22622"/>
                    <a:pt x="19610" y="20026"/>
                  </a:cubicBezTo>
                  <a:cubicBezTo>
                    <a:pt x="24487" y="17121"/>
                    <a:pt x="31127" y="16705"/>
                    <a:pt x="34135" y="14942"/>
                  </a:cubicBezTo>
                  <a:cubicBezTo>
                    <a:pt x="35278" y="14319"/>
                    <a:pt x="36004" y="13387"/>
                    <a:pt x="36004" y="12037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filter_chain_outline_13"/>
            <p:cNvSpPr/>
            <p:nvPr/>
          </p:nvSpPr>
          <p:spPr>
            <a:xfrm>
              <a:off x="3485631" y="202616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52600"/>
            <a:ext cx="0" cy="19050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889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889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