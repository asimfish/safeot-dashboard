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8304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3086" y="192505"/>
            <a:ext cx="782052" cy="2409323"/>
            <a:chOff x="33086" y="192505"/>
            <a:chExt cx="782052" cy="2409323"/>
          </a:xfrm>
        </p:grpSpPr>
        <p:sp>
          <p:nvSpPr>
            <p:cNvPr id="3" name="stage1_border"/>
            <p:cNvSpPr/>
            <p:nvPr/>
          </p:nvSpPr>
          <p:spPr>
            <a:xfrm>
              <a:off x="33086" y="192505"/>
              <a:ext cx="78205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adge1"/>
            <p:cNvSpPr/>
            <p:nvPr/>
          </p:nvSpPr>
          <p:spPr>
            <a:xfrm>
              <a:off x="141371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number1"/>
            <p:cNvSpPr txBox="1"/>
            <p:nvPr/>
          </p:nvSpPr>
          <p:spPr>
            <a:xfrm>
              <a:off x="141371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6" name="title1"/>
            <p:cNvSpPr txBox="1"/>
            <p:nvPr/>
          </p:nvSpPr>
          <p:spPr>
            <a:xfrm>
              <a:off x="333876" y="300789"/>
              <a:ext cx="448176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1" i="0">
                  <a:solidFill>
                    <a:srgbClr val="101010"/>
                  </a:solidFill>
                  <a:latin typeface="Liberation Serif"/>
                </a:rPr>
                <a:t>Rollout</a:t>
              </a:r>
            </a:p>
          </p:txBody>
        </p:sp>
        <p:pic>
          <p:nvPicPr>
            <p:cNvPr id="7" name="world" descr="worl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42" y="1058778"/>
              <a:ext cx="147386" cy="171450"/>
            </a:xfrm>
            <a:prstGeom prst="rect">
              <a:avLst/>
            </a:prstGeom>
          </p:spPr>
        </p:pic>
        <p:pic>
          <p:nvPicPr>
            <p:cNvPr id="8" name="robot" descr="rob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807" y="1028700"/>
              <a:ext cx="111292" cy="228600"/>
            </a:xfrm>
            <a:prstGeom prst="rect">
              <a:avLst/>
            </a:prstGeom>
          </p:spPr>
        </p:pic>
        <p:sp>
          <p:nvSpPr>
            <p:cNvPr id="9" name="trajnode0"/>
            <p:cNvSpPr/>
            <p:nvPr/>
          </p:nvSpPr>
          <p:spPr>
            <a:xfrm>
              <a:off x="231607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rajnode1"/>
            <p:cNvSpPr/>
            <p:nvPr/>
          </p:nvSpPr>
          <p:spPr>
            <a:xfrm>
              <a:off x="363955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rajnode2"/>
            <p:cNvSpPr/>
            <p:nvPr/>
          </p:nvSpPr>
          <p:spPr>
            <a:xfrm>
              <a:off x="496302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rajectory"/>
            <p:cNvSpPr/>
            <p:nvPr/>
          </p:nvSpPr>
          <p:spPr>
            <a:xfrm>
              <a:off x="252663" y="1139992"/>
              <a:ext cx="418097" cy="30"/>
            </a:xfrm>
            <a:custGeom>
              <a:avLst/>
              <a:gdLst/>
              <a:ahLst/>
              <a:cxnLst/>
              <a:rect l="0" t="0" r="r" b="b"/>
              <a:pathLst>
                <a:path w="418097" h="1" fill="none">
                  <a:moveTo>
                    <a:pt x="0" y="0"/>
                  </a:moveTo>
                  <a:lnTo>
                    <a:pt x="418097" y="0"/>
                  </a:lnTo>
                </a:path>
              </a:pathLst>
            </a:custGeom>
            <a:noFill/>
            <a:ln w="6015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rajectory_dots"/>
            <p:cNvSpPr txBox="1"/>
            <p:nvPr/>
          </p:nvSpPr>
          <p:spPr>
            <a:xfrm>
              <a:off x="562476" y="1076826"/>
              <a:ext cx="99260" cy="1082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0" i="0">
                  <a:solidFill>
                    <a:srgbClr val="002EAA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14" name="collect"/>
            <p:cNvSpPr txBox="1"/>
            <p:nvPr/>
          </p:nvSpPr>
          <p:spPr>
            <a:xfrm>
              <a:off x="123323" y="1870910"/>
              <a:ext cx="613610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54" b="0" i="0">
                  <a:solidFill>
                    <a:srgbClr val="101010"/>
                  </a:solidFill>
                  <a:latin typeface="Liberation Serif"/>
                </a:rPr>
                <a:t>Collect transitions</a:t>
              </a:r>
            </a:p>
          </p:txBody>
        </p:sp>
        <p:grpSp>
          <p:nvGrpSpPr>
            <p:cNvPr id="15" name="samples"/>
            <p:cNvGrpSpPr/>
            <p:nvPr/>
          </p:nvGrpSpPr>
          <p:grpSpPr>
            <a:xfrm>
              <a:off x="153402" y="914599"/>
              <a:ext cx="537348" cy="62342"/>
              <a:chOff x="169474" y="926438"/>
              <a:chExt cx="630107" cy="62342"/>
            </a:xfrm>
          </p:grpSpPr>
          <p:sp>
            <p:nvSpPr>
              <p:cNvPr id="16" name="samples_outline_0"/>
              <p:cNvSpPr/>
              <p:nvPr/>
            </p:nvSpPr>
            <p:spPr>
              <a:xfrm>
                <a:off x="169474" y="926438"/>
                <a:ext cx="34702" cy="40901"/>
              </a:xfrm>
              <a:custGeom>
                <a:avLst/>
                <a:gdLst/>
                <a:ahLst/>
                <a:cxnLst/>
                <a:rect l="0" t="0" r="r" b="b"/>
                <a:pathLst>
                  <a:path w="34703" h="40902">
                    <a:moveTo>
                      <a:pt x="29397" y="29035"/>
                    </a:moveTo>
                    <a:cubicBezTo>
                      <a:pt x="29305" y="25531"/>
                      <a:pt x="26972" y="21665"/>
                      <a:pt x="21935" y="16451"/>
                    </a:cubicBezTo>
                    <a:cubicBezTo>
                      <a:pt x="17891" y="12224"/>
                      <a:pt x="16002" y="9438"/>
                      <a:pt x="16002" y="7009"/>
                    </a:cubicBezTo>
                    <a:cubicBezTo>
                      <a:pt x="15823" y="3953"/>
                      <a:pt x="17978" y="2155"/>
                      <a:pt x="21665" y="2155"/>
                    </a:cubicBezTo>
                    <a:cubicBezTo>
                      <a:pt x="27059" y="2155"/>
                      <a:pt x="30206" y="5481"/>
                      <a:pt x="31556" y="12494"/>
                    </a:cubicBezTo>
                    <a:lnTo>
                      <a:pt x="33175" y="12494"/>
                    </a:lnTo>
                    <a:lnTo>
                      <a:pt x="34703" y="0"/>
                    </a:lnTo>
                    <a:lnTo>
                      <a:pt x="33262" y="0"/>
                    </a:lnTo>
                    <a:cubicBezTo>
                      <a:pt x="32365" y="1258"/>
                      <a:pt x="31825" y="1615"/>
                      <a:pt x="30297" y="1615"/>
                    </a:cubicBezTo>
                    <a:cubicBezTo>
                      <a:pt x="29397" y="1615"/>
                      <a:pt x="28317" y="1437"/>
                      <a:pt x="26432" y="988"/>
                    </a:cubicBezTo>
                    <a:cubicBezTo>
                      <a:pt x="23824" y="270"/>
                      <a:pt x="22384" y="87"/>
                      <a:pt x="20677" y="87"/>
                    </a:cubicBezTo>
                    <a:cubicBezTo>
                      <a:pt x="12946" y="87"/>
                      <a:pt x="8180" y="3953"/>
                      <a:pt x="8449" y="9978"/>
                    </a:cubicBezTo>
                    <a:cubicBezTo>
                      <a:pt x="8541" y="12855"/>
                      <a:pt x="10878" y="16720"/>
                      <a:pt x="15371" y="21574"/>
                    </a:cubicBezTo>
                    <a:cubicBezTo>
                      <a:pt x="19598" y="26158"/>
                      <a:pt x="21396" y="29305"/>
                      <a:pt x="21487" y="31913"/>
                    </a:cubicBezTo>
                    <a:cubicBezTo>
                      <a:pt x="21665" y="36048"/>
                      <a:pt x="18697" y="38834"/>
                      <a:pt x="14204" y="38834"/>
                    </a:cubicBezTo>
                    <a:cubicBezTo>
                      <a:pt x="8449" y="38834"/>
                      <a:pt x="5032" y="35151"/>
                      <a:pt x="3147" y="26611"/>
                    </a:cubicBezTo>
                    <a:lnTo>
                      <a:pt x="1528" y="26611"/>
                    </a:lnTo>
                    <a:lnTo>
                      <a:pt x="0" y="40902"/>
                    </a:lnTo>
                    <a:lnTo>
                      <a:pt x="1615" y="40902"/>
                    </a:lnTo>
                    <a:cubicBezTo>
                      <a:pt x="2607" y="39374"/>
                      <a:pt x="2965" y="39017"/>
                      <a:pt x="4135" y="39017"/>
                    </a:cubicBezTo>
                    <a:cubicBezTo>
                      <a:pt x="5302" y="39017"/>
                      <a:pt x="7100" y="39374"/>
                      <a:pt x="9168" y="39826"/>
                    </a:cubicBezTo>
                    <a:cubicBezTo>
                      <a:pt x="11597" y="40454"/>
                      <a:pt x="13125" y="40723"/>
                      <a:pt x="14831" y="40723"/>
                    </a:cubicBezTo>
                    <a:cubicBezTo>
                      <a:pt x="23555" y="40723"/>
                      <a:pt x="29666" y="35870"/>
                      <a:pt x="29397" y="2903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samples_outline_1"/>
              <p:cNvSpPr/>
              <p:nvPr/>
            </p:nvSpPr>
            <p:spPr>
              <a:xfrm>
                <a:off x="209242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0" y="31440"/>
                      <a:pt x="6540" y="30813"/>
                    </a:cubicBezTo>
                    <a:cubicBezTo>
                      <a:pt x="6540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samples_outline_2"/>
              <p:cNvSpPr/>
              <p:nvPr/>
            </p:nvSpPr>
            <p:spPr>
              <a:xfrm>
                <a:off x="334937" y="926526"/>
                <a:ext cx="47575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7575" h="40636">
                    <a:moveTo>
                      <a:pt x="47575" y="30659"/>
                    </a:moveTo>
                    <a:lnTo>
                      <a:pt x="46226" y="29758"/>
                    </a:lnTo>
                    <a:lnTo>
                      <a:pt x="43527" y="32274"/>
                    </a:lnTo>
                    <a:cubicBezTo>
                      <a:pt x="40471" y="35151"/>
                      <a:pt x="39304" y="35961"/>
                      <a:pt x="38312" y="35961"/>
                    </a:cubicBezTo>
                    <a:cubicBezTo>
                      <a:pt x="37415" y="35961"/>
                      <a:pt x="36784" y="35421"/>
                      <a:pt x="36784" y="34794"/>
                    </a:cubicBezTo>
                    <a:cubicBezTo>
                      <a:pt x="36697" y="32996"/>
                      <a:pt x="40562" y="17530"/>
                      <a:pt x="44876" y="2159"/>
                    </a:cubicBezTo>
                    <a:cubicBezTo>
                      <a:pt x="45055" y="1258"/>
                      <a:pt x="45146" y="1079"/>
                      <a:pt x="45325" y="270"/>
                    </a:cubicBezTo>
                    <a:lnTo>
                      <a:pt x="44698" y="0"/>
                    </a:lnTo>
                    <a:lnTo>
                      <a:pt x="38403" y="631"/>
                    </a:lnTo>
                    <a:lnTo>
                      <a:pt x="38133" y="901"/>
                    </a:lnTo>
                    <a:lnTo>
                      <a:pt x="37145" y="5215"/>
                    </a:lnTo>
                    <a:cubicBezTo>
                      <a:pt x="36157" y="1889"/>
                      <a:pt x="33101" y="0"/>
                      <a:pt x="28696" y="0"/>
                    </a:cubicBezTo>
                    <a:cubicBezTo>
                      <a:pt x="14849" y="0"/>
                      <a:pt x="-522" y="16363"/>
                      <a:pt x="14" y="30659"/>
                    </a:cubicBezTo>
                    <a:cubicBezTo>
                      <a:pt x="196" y="36949"/>
                      <a:pt x="4240" y="40636"/>
                      <a:pt x="10892" y="40636"/>
                    </a:cubicBezTo>
                    <a:cubicBezTo>
                      <a:pt x="18087" y="40636"/>
                      <a:pt x="23211" y="38029"/>
                      <a:pt x="31303" y="26523"/>
                    </a:cubicBezTo>
                    <a:cubicBezTo>
                      <a:pt x="29323" y="33893"/>
                      <a:pt x="29144" y="34611"/>
                      <a:pt x="29235" y="36862"/>
                    </a:cubicBezTo>
                    <a:cubicBezTo>
                      <a:pt x="29323" y="39469"/>
                      <a:pt x="30581" y="40549"/>
                      <a:pt x="33458" y="40549"/>
                    </a:cubicBezTo>
                    <a:cubicBezTo>
                      <a:pt x="37594" y="40549"/>
                      <a:pt x="40110" y="38838"/>
                      <a:pt x="47575" y="30659"/>
                    </a:cubicBezTo>
                    <a:close/>
                    <a:moveTo>
                      <a:pt x="35439" y="7461"/>
                    </a:moveTo>
                    <a:cubicBezTo>
                      <a:pt x="35705" y="15014"/>
                      <a:pt x="30764" y="25622"/>
                      <a:pt x="23929" y="32274"/>
                    </a:cubicBezTo>
                    <a:cubicBezTo>
                      <a:pt x="21500" y="34703"/>
                      <a:pt x="17996" y="36231"/>
                      <a:pt x="15027" y="36231"/>
                    </a:cubicBezTo>
                    <a:cubicBezTo>
                      <a:pt x="11253" y="36231"/>
                      <a:pt x="8916" y="33715"/>
                      <a:pt x="8737" y="29579"/>
                    </a:cubicBezTo>
                    <a:cubicBezTo>
                      <a:pt x="8554" y="24725"/>
                      <a:pt x="11971" y="15915"/>
                      <a:pt x="16107" y="10251"/>
                    </a:cubicBezTo>
                    <a:cubicBezTo>
                      <a:pt x="20064" y="5036"/>
                      <a:pt x="24648" y="1980"/>
                      <a:pt x="28874" y="1980"/>
                    </a:cubicBezTo>
                    <a:lnTo>
                      <a:pt x="29414" y="1980"/>
                    </a:lnTo>
                    <a:cubicBezTo>
                      <a:pt x="33010" y="2159"/>
                      <a:pt x="35347" y="4318"/>
                      <a:pt x="35439" y="746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samples_outline_3"/>
              <p:cNvSpPr/>
              <p:nvPr/>
            </p:nvSpPr>
            <p:spPr>
              <a:xfrm>
                <a:off x="388477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samples_outline_4"/>
              <p:cNvSpPr/>
              <p:nvPr/>
            </p:nvSpPr>
            <p:spPr>
              <a:xfrm>
                <a:off x="513294" y="926526"/>
                <a:ext cx="36686" cy="39647"/>
              </a:xfrm>
              <a:custGeom>
                <a:avLst/>
                <a:gdLst/>
                <a:ahLst/>
                <a:cxnLst/>
                <a:rect l="0" t="0" r="r" b="b"/>
                <a:pathLst>
                  <a:path w="36687" h="39648">
                    <a:moveTo>
                      <a:pt x="36683" y="4588"/>
                    </a:moveTo>
                    <a:cubicBezTo>
                      <a:pt x="36592" y="1889"/>
                      <a:pt x="34615" y="0"/>
                      <a:pt x="31825" y="0"/>
                    </a:cubicBezTo>
                    <a:cubicBezTo>
                      <a:pt x="29488" y="0"/>
                      <a:pt x="26702" y="1349"/>
                      <a:pt x="24186" y="3778"/>
                    </a:cubicBezTo>
                    <a:cubicBezTo>
                      <a:pt x="20229" y="7644"/>
                      <a:pt x="16363" y="12859"/>
                      <a:pt x="14835" y="16454"/>
                    </a:cubicBezTo>
                    <a:lnTo>
                      <a:pt x="13486" y="19689"/>
                    </a:lnTo>
                    <a:lnTo>
                      <a:pt x="18340" y="182"/>
                    </a:lnTo>
                    <a:lnTo>
                      <a:pt x="17351" y="0"/>
                    </a:lnTo>
                    <a:lnTo>
                      <a:pt x="1619" y="2429"/>
                    </a:lnTo>
                    <a:lnTo>
                      <a:pt x="1619" y="3957"/>
                    </a:lnTo>
                    <a:lnTo>
                      <a:pt x="4135" y="3957"/>
                    </a:lnTo>
                    <a:cubicBezTo>
                      <a:pt x="6564" y="3957"/>
                      <a:pt x="8811" y="4135"/>
                      <a:pt x="8811" y="6024"/>
                    </a:cubicBezTo>
                    <a:cubicBezTo>
                      <a:pt x="8902" y="7283"/>
                      <a:pt x="8811" y="7283"/>
                      <a:pt x="7374" y="13395"/>
                    </a:cubicBezTo>
                    <a:lnTo>
                      <a:pt x="0" y="39648"/>
                    </a:lnTo>
                    <a:lnTo>
                      <a:pt x="7914" y="39648"/>
                    </a:lnTo>
                    <a:cubicBezTo>
                      <a:pt x="12676" y="24543"/>
                      <a:pt x="14295" y="20947"/>
                      <a:pt x="18522" y="14295"/>
                    </a:cubicBezTo>
                    <a:cubicBezTo>
                      <a:pt x="21935" y="8811"/>
                      <a:pt x="24904" y="5846"/>
                      <a:pt x="26702" y="5846"/>
                    </a:cubicBezTo>
                    <a:cubicBezTo>
                      <a:pt x="27333" y="5846"/>
                      <a:pt x="27873" y="6203"/>
                      <a:pt x="28408" y="7104"/>
                    </a:cubicBezTo>
                    <a:cubicBezTo>
                      <a:pt x="29309" y="8632"/>
                      <a:pt x="30119" y="9080"/>
                      <a:pt x="32095" y="9080"/>
                    </a:cubicBezTo>
                    <a:cubicBezTo>
                      <a:pt x="35151" y="9080"/>
                      <a:pt x="36770" y="7461"/>
                      <a:pt x="36683" y="45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samples_outline_5"/>
              <p:cNvSpPr/>
              <p:nvPr/>
            </p:nvSpPr>
            <p:spPr>
              <a:xfrm>
                <a:off x="550186" y="945327"/>
                <a:ext cx="19934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samples_outline_6"/>
              <p:cNvSpPr/>
              <p:nvPr/>
            </p:nvSpPr>
            <p:spPr>
              <a:xfrm>
                <a:off x="675709" y="926526"/>
                <a:ext cx="40379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0379" h="40636">
                    <a:moveTo>
                      <a:pt x="34983" y="31016"/>
                    </a:moveTo>
                    <a:lnTo>
                      <a:pt x="33272" y="30119"/>
                    </a:lnTo>
                    <a:cubicBezTo>
                      <a:pt x="27792" y="35421"/>
                      <a:pt x="23922" y="37401"/>
                      <a:pt x="18799" y="37401"/>
                    </a:cubicBezTo>
                    <a:cubicBezTo>
                      <a:pt x="12957" y="37401"/>
                      <a:pt x="9270" y="33623"/>
                      <a:pt x="9000" y="27150"/>
                    </a:cubicBezTo>
                    <a:cubicBezTo>
                      <a:pt x="8730" y="19510"/>
                      <a:pt x="12147" y="11509"/>
                      <a:pt x="17719" y="6203"/>
                    </a:cubicBezTo>
                    <a:cubicBezTo>
                      <a:pt x="20596" y="3508"/>
                      <a:pt x="24644" y="1889"/>
                      <a:pt x="28780" y="1889"/>
                    </a:cubicBezTo>
                    <a:cubicBezTo>
                      <a:pt x="31205" y="1889"/>
                      <a:pt x="32645" y="2607"/>
                      <a:pt x="32645" y="3687"/>
                    </a:cubicBezTo>
                    <a:cubicBezTo>
                      <a:pt x="32733" y="4135"/>
                      <a:pt x="32645" y="4588"/>
                      <a:pt x="32197" y="5394"/>
                    </a:cubicBezTo>
                    <a:cubicBezTo>
                      <a:pt x="31387" y="6564"/>
                      <a:pt x="31296" y="7104"/>
                      <a:pt x="31296" y="8001"/>
                    </a:cubicBezTo>
                    <a:cubicBezTo>
                      <a:pt x="31387" y="10160"/>
                      <a:pt x="32915" y="11418"/>
                      <a:pt x="35431" y="11418"/>
                    </a:cubicBezTo>
                    <a:cubicBezTo>
                      <a:pt x="38309" y="11418"/>
                      <a:pt x="40468" y="9712"/>
                      <a:pt x="40377" y="7283"/>
                    </a:cubicBezTo>
                    <a:cubicBezTo>
                      <a:pt x="40198" y="3056"/>
                      <a:pt x="35610" y="0"/>
                      <a:pt x="29228" y="0"/>
                    </a:cubicBezTo>
                    <a:cubicBezTo>
                      <a:pt x="13675" y="0"/>
                      <a:pt x="-438" y="13129"/>
                      <a:pt x="10" y="27150"/>
                    </a:cubicBezTo>
                    <a:cubicBezTo>
                      <a:pt x="280" y="35691"/>
                      <a:pt x="6122" y="40636"/>
                      <a:pt x="15743" y="40636"/>
                    </a:cubicBezTo>
                    <a:cubicBezTo>
                      <a:pt x="23565" y="40636"/>
                      <a:pt x="28780" y="37941"/>
                      <a:pt x="34983" y="310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amples_outline_7"/>
              <p:cNvSpPr/>
              <p:nvPr/>
            </p:nvSpPr>
            <p:spPr>
              <a:xfrm>
                <a:off x="720724" y="951864"/>
                <a:ext cx="27289" cy="28614"/>
              </a:xfrm>
              <a:custGeom>
                <a:avLst/>
                <a:gdLst/>
                <a:ahLst/>
                <a:cxnLst/>
                <a:rect l="0" t="0" r="r" b="b"/>
                <a:pathLst>
                  <a:path w="27289" h="28615">
                    <a:moveTo>
                      <a:pt x="23642" y="20312"/>
                    </a:moveTo>
                    <a:cubicBezTo>
                      <a:pt x="23455" y="17859"/>
                      <a:pt x="21570" y="15157"/>
                      <a:pt x="17355" y="11509"/>
                    </a:cubicBezTo>
                    <a:cubicBezTo>
                      <a:pt x="13835" y="8493"/>
                      <a:pt x="12200" y="6604"/>
                      <a:pt x="12200" y="4655"/>
                    </a:cubicBezTo>
                    <a:cubicBezTo>
                      <a:pt x="12200" y="2643"/>
                      <a:pt x="13958" y="1512"/>
                      <a:pt x="16788" y="1512"/>
                    </a:cubicBezTo>
                    <a:cubicBezTo>
                      <a:pt x="21193" y="1512"/>
                      <a:pt x="23705" y="3838"/>
                      <a:pt x="24963" y="8743"/>
                    </a:cubicBezTo>
                    <a:lnTo>
                      <a:pt x="26285" y="8743"/>
                    </a:lnTo>
                    <a:lnTo>
                      <a:pt x="27289" y="0"/>
                    </a:lnTo>
                    <a:lnTo>
                      <a:pt x="26158" y="0"/>
                    </a:lnTo>
                    <a:cubicBezTo>
                      <a:pt x="25467" y="881"/>
                      <a:pt x="24900" y="1135"/>
                      <a:pt x="23705" y="1135"/>
                    </a:cubicBezTo>
                    <a:cubicBezTo>
                      <a:pt x="22951" y="1135"/>
                      <a:pt x="22261" y="1008"/>
                      <a:pt x="20689" y="695"/>
                    </a:cubicBezTo>
                    <a:cubicBezTo>
                      <a:pt x="18550" y="190"/>
                      <a:pt x="17292" y="63"/>
                      <a:pt x="15911" y="63"/>
                    </a:cubicBezTo>
                    <a:cubicBezTo>
                      <a:pt x="9870" y="63"/>
                      <a:pt x="6163" y="2580"/>
                      <a:pt x="6163" y="6540"/>
                    </a:cubicBezTo>
                    <a:cubicBezTo>
                      <a:pt x="6163" y="6667"/>
                      <a:pt x="6163" y="6858"/>
                      <a:pt x="6163" y="6981"/>
                    </a:cubicBezTo>
                    <a:cubicBezTo>
                      <a:pt x="6287" y="8993"/>
                      <a:pt x="8299" y="11700"/>
                      <a:pt x="12073" y="15093"/>
                    </a:cubicBezTo>
                    <a:cubicBezTo>
                      <a:pt x="15593" y="18300"/>
                      <a:pt x="17105" y="20503"/>
                      <a:pt x="17228" y="22324"/>
                    </a:cubicBezTo>
                    <a:cubicBezTo>
                      <a:pt x="17228" y="22451"/>
                      <a:pt x="17228" y="22578"/>
                      <a:pt x="17228" y="22705"/>
                    </a:cubicBezTo>
                    <a:cubicBezTo>
                      <a:pt x="17228" y="25408"/>
                      <a:pt x="15030" y="27170"/>
                      <a:pt x="11505" y="27170"/>
                    </a:cubicBezTo>
                    <a:cubicBezTo>
                      <a:pt x="6854" y="27170"/>
                      <a:pt x="3897" y="24590"/>
                      <a:pt x="2262" y="18617"/>
                    </a:cubicBezTo>
                    <a:lnTo>
                      <a:pt x="941" y="18617"/>
                    </a:lnTo>
                    <a:lnTo>
                      <a:pt x="0" y="28615"/>
                    </a:lnTo>
                    <a:lnTo>
                      <a:pt x="1381" y="28615"/>
                    </a:lnTo>
                    <a:cubicBezTo>
                      <a:pt x="2135" y="27547"/>
                      <a:pt x="2326" y="27293"/>
                      <a:pt x="3270" y="27293"/>
                    </a:cubicBezTo>
                    <a:cubicBezTo>
                      <a:pt x="4211" y="27293"/>
                      <a:pt x="5723" y="27547"/>
                      <a:pt x="7418" y="27861"/>
                    </a:cubicBezTo>
                    <a:cubicBezTo>
                      <a:pt x="9434" y="28301"/>
                      <a:pt x="10688" y="28488"/>
                      <a:pt x="12073" y="28488"/>
                    </a:cubicBezTo>
                    <a:cubicBezTo>
                      <a:pt x="18927" y="28488"/>
                      <a:pt x="23642" y="25281"/>
                      <a:pt x="23642" y="20753"/>
                    </a:cubicBezTo>
                    <a:cubicBezTo>
                      <a:pt x="23642" y="20630"/>
                      <a:pt x="23642" y="20439"/>
                      <a:pt x="23642" y="203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samples_outline_8"/>
              <p:cNvSpPr/>
              <p:nvPr/>
            </p:nvSpPr>
            <p:spPr>
              <a:xfrm>
                <a:off x="759231" y="973247"/>
                <a:ext cx="10755" cy="15533"/>
              </a:xfrm>
              <a:custGeom>
                <a:avLst/>
                <a:gdLst/>
                <a:ahLst/>
                <a:cxnLst/>
                <a:rect l="0" t="0" r="r" b="b"/>
                <a:pathLst>
                  <a:path w="10755" h="15534">
                    <a:moveTo>
                      <a:pt x="10755" y="6036"/>
                    </a:moveTo>
                    <a:cubicBezTo>
                      <a:pt x="10755" y="818"/>
                      <a:pt x="6350" y="0"/>
                      <a:pt x="4528" y="0"/>
                    </a:cubicBezTo>
                    <a:cubicBezTo>
                      <a:pt x="2580" y="0"/>
                      <a:pt x="0" y="1195"/>
                      <a:pt x="0" y="3897"/>
                    </a:cubicBezTo>
                    <a:cubicBezTo>
                      <a:pt x="0" y="6414"/>
                      <a:pt x="2643" y="7041"/>
                      <a:pt x="4592" y="7041"/>
                    </a:cubicBezTo>
                    <a:cubicBezTo>
                      <a:pt x="5096" y="7041"/>
                      <a:pt x="5473" y="6981"/>
                      <a:pt x="5660" y="6918"/>
                    </a:cubicBezTo>
                    <a:cubicBezTo>
                      <a:pt x="5914" y="6854"/>
                      <a:pt x="6290" y="6791"/>
                      <a:pt x="6414" y="6791"/>
                    </a:cubicBezTo>
                    <a:cubicBezTo>
                      <a:pt x="6918" y="6791"/>
                      <a:pt x="7422" y="7104"/>
                      <a:pt x="7422" y="7672"/>
                    </a:cubicBezTo>
                    <a:cubicBezTo>
                      <a:pt x="7422" y="8866"/>
                      <a:pt x="6227" y="11505"/>
                      <a:pt x="1322" y="14149"/>
                    </a:cubicBezTo>
                    <a:lnTo>
                      <a:pt x="1949" y="15534"/>
                    </a:lnTo>
                    <a:cubicBezTo>
                      <a:pt x="4338" y="14903"/>
                      <a:pt x="10755" y="10501"/>
                      <a:pt x="10755" y="6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samples_outline_9"/>
              <p:cNvSpPr/>
              <p:nvPr/>
            </p:nvSpPr>
            <p:spPr>
              <a:xfrm>
                <a:off x="779646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nextstate"/>
            <p:cNvGrpSpPr/>
            <p:nvPr/>
          </p:nvGrpSpPr>
          <p:grpSpPr>
            <a:xfrm>
              <a:off x="316614" y="1293735"/>
              <a:ext cx="133828" cy="55965"/>
              <a:chOff x="332801" y="1305548"/>
              <a:chExt cx="133828" cy="55965"/>
            </a:xfrm>
          </p:grpSpPr>
          <p:sp>
            <p:nvSpPr>
              <p:cNvPr id="27" name="nextstate_outline_0"/>
              <p:cNvSpPr/>
              <p:nvPr/>
            </p:nvSpPr>
            <p:spPr>
              <a:xfrm>
                <a:off x="332801" y="1305548"/>
                <a:ext cx="35857" cy="42263"/>
              </a:xfrm>
              <a:custGeom>
                <a:avLst/>
                <a:gdLst/>
                <a:ahLst/>
                <a:cxnLst/>
                <a:rect l="0" t="0" r="r" b="b"/>
                <a:pathLst>
                  <a:path w="35858" h="42263">
                    <a:moveTo>
                      <a:pt x="30377" y="30004"/>
                    </a:moveTo>
                    <a:cubicBezTo>
                      <a:pt x="30286" y="26380"/>
                      <a:pt x="27869" y="22384"/>
                      <a:pt x="22666" y="16998"/>
                    </a:cubicBezTo>
                    <a:cubicBezTo>
                      <a:pt x="18486" y="12633"/>
                      <a:pt x="16538" y="9751"/>
                      <a:pt x="16538" y="7243"/>
                    </a:cubicBezTo>
                    <a:cubicBezTo>
                      <a:pt x="16351" y="4088"/>
                      <a:pt x="18578" y="2227"/>
                      <a:pt x="22388" y="2227"/>
                    </a:cubicBezTo>
                    <a:cubicBezTo>
                      <a:pt x="27960" y="2227"/>
                      <a:pt x="31214" y="5663"/>
                      <a:pt x="32607" y="12910"/>
                    </a:cubicBezTo>
                    <a:lnTo>
                      <a:pt x="34278" y="12910"/>
                    </a:lnTo>
                    <a:lnTo>
                      <a:pt x="35858" y="0"/>
                    </a:lnTo>
                    <a:lnTo>
                      <a:pt x="34369" y="0"/>
                    </a:lnTo>
                    <a:cubicBezTo>
                      <a:pt x="33441" y="1298"/>
                      <a:pt x="32885" y="1671"/>
                      <a:pt x="31305" y="1671"/>
                    </a:cubicBezTo>
                    <a:cubicBezTo>
                      <a:pt x="30377" y="1671"/>
                      <a:pt x="29262" y="1484"/>
                      <a:pt x="27313" y="1020"/>
                    </a:cubicBezTo>
                    <a:cubicBezTo>
                      <a:pt x="24618" y="278"/>
                      <a:pt x="23130" y="91"/>
                      <a:pt x="21368" y="91"/>
                    </a:cubicBezTo>
                    <a:cubicBezTo>
                      <a:pt x="13379" y="91"/>
                      <a:pt x="8453" y="4088"/>
                      <a:pt x="8731" y="10311"/>
                    </a:cubicBezTo>
                    <a:cubicBezTo>
                      <a:pt x="8826" y="13283"/>
                      <a:pt x="11239" y="17276"/>
                      <a:pt x="15887" y="22293"/>
                    </a:cubicBezTo>
                    <a:cubicBezTo>
                      <a:pt x="20253" y="27031"/>
                      <a:pt x="22110" y="30282"/>
                      <a:pt x="22201" y="32976"/>
                    </a:cubicBezTo>
                    <a:cubicBezTo>
                      <a:pt x="22388" y="37247"/>
                      <a:pt x="19324" y="40128"/>
                      <a:pt x="14676" y="40128"/>
                    </a:cubicBezTo>
                    <a:cubicBezTo>
                      <a:pt x="8731" y="40128"/>
                      <a:pt x="5203" y="36318"/>
                      <a:pt x="3250" y="27496"/>
                    </a:cubicBezTo>
                    <a:lnTo>
                      <a:pt x="1580" y="27496"/>
                    </a:lnTo>
                    <a:lnTo>
                      <a:pt x="0" y="42263"/>
                    </a:lnTo>
                    <a:lnTo>
                      <a:pt x="1675" y="42263"/>
                    </a:lnTo>
                    <a:cubicBezTo>
                      <a:pt x="2695" y="40684"/>
                      <a:pt x="3068" y="40315"/>
                      <a:pt x="4274" y="40315"/>
                    </a:cubicBezTo>
                    <a:cubicBezTo>
                      <a:pt x="5481" y="40315"/>
                      <a:pt x="7338" y="40684"/>
                      <a:pt x="9477" y="41148"/>
                    </a:cubicBezTo>
                    <a:cubicBezTo>
                      <a:pt x="11986" y="41799"/>
                      <a:pt x="13565" y="42077"/>
                      <a:pt x="15327" y="42077"/>
                    </a:cubicBezTo>
                    <a:cubicBezTo>
                      <a:pt x="24340" y="42077"/>
                      <a:pt x="30655" y="37064"/>
                      <a:pt x="30377" y="3000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nextstate_outline_1"/>
              <p:cNvSpPr/>
              <p:nvPr/>
            </p:nvSpPr>
            <p:spPr>
              <a:xfrm>
                <a:off x="373899" y="1325037"/>
                <a:ext cx="20609" cy="36476"/>
              </a:xfrm>
              <a:custGeom>
                <a:avLst/>
                <a:gdLst/>
                <a:ahLst/>
                <a:cxnLst/>
                <a:rect l="0" t="0" r="r" b="b"/>
                <a:pathLst>
                  <a:path w="20610" h="36477">
                    <a:moveTo>
                      <a:pt x="15800" y="28349"/>
                    </a:moveTo>
                    <a:lnTo>
                      <a:pt x="14696" y="27892"/>
                    </a:lnTo>
                    <a:cubicBezTo>
                      <a:pt x="10795" y="31988"/>
                      <a:pt x="9493" y="33028"/>
                      <a:pt x="8192" y="33028"/>
                    </a:cubicBezTo>
                    <a:cubicBezTo>
                      <a:pt x="7346" y="33028"/>
                      <a:pt x="6763" y="32508"/>
                      <a:pt x="6763" y="31861"/>
                    </a:cubicBezTo>
                    <a:cubicBezTo>
                      <a:pt x="6763" y="31730"/>
                      <a:pt x="6826" y="31536"/>
                      <a:pt x="6894" y="31405"/>
                    </a:cubicBezTo>
                    <a:lnTo>
                      <a:pt x="13006" y="10013"/>
                    </a:lnTo>
                    <a:lnTo>
                      <a:pt x="20221" y="10013"/>
                    </a:lnTo>
                    <a:lnTo>
                      <a:pt x="20610" y="7672"/>
                    </a:lnTo>
                    <a:lnTo>
                      <a:pt x="13783" y="7672"/>
                    </a:lnTo>
                    <a:lnTo>
                      <a:pt x="15474" y="976"/>
                    </a:lnTo>
                    <a:lnTo>
                      <a:pt x="14760" y="0"/>
                    </a:lnTo>
                    <a:lnTo>
                      <a:pt x="14565" y="0"/>
                    </a:lnTo>
                    <a:cubicBezTo>
                      <a:pt x="14303" y="0"/>
                      <a:pt x="13783" y="194"/>
                      <a:pt x="13458" y="583"/>
                    </a:cubicBezTo>
                    <a:cubicBezTo>
                      <a:pt x="10533" y="3834"/>
                      <a:pt x="5461" y="7477"/>
                      <a:pt x="2730" y="7997"/>
                    </a:cubicBezTo>
                    <a:cubicBezTo>
                      <a:pt x="714" y="8517"/>
                      <a:pt x="0" y="8906"/>
                      <a:pt x="63" y="9624"/>
                    </a:cubicBezTo>
                    <a:cubicBezTo>
                      <a:pt x="63" y="9624"/>
                      <a:pt x="63" y="9819"/>
                      <a:pt x="194" y="10013"/>
                    </a:cubicBezTo>
                    <a:lnTo>
                      <a:pt x="6568" y="10013"/>
                    </a:lnTo>
                    <a:lnTo>
                      <a:pt x="1107" y="29063"/>
                    </a:lnTo>
                    <a:cubicBezTo>
                      <a:pt x="389" y="31079"/>
                      <a:pt x="0" y="33159"/>
                      <a:pt x="0" y="33941"/>
                    </a:cubicBezTo>
                    <a:cubicBezTo>
                      <a:pt x="0" y="35437"/>
                      <a:pt x="1949" y="36477"/>
                      <a:pt x="4227" y="36477"/>
                    </a:cubicBezTo>
                    <a:cubicBezTo>
                      <a:pt x="8128" y="36477"/>
                      <a:pt x="10795" y="34655"/>
                      <a:pt x="15800" y="2834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nextstate_outline_2"/>
              <p:cNvSpPr/>
              <p:nvPr/>
            </p:nvSpPr>
            <p:spPr>
              <a:xfrm>
                <a:off x="403679" y="1327116"/>
                <a:ext cx="33289" cy="33420"/>
              </a:xfrm>
              <a:custGeom>
                <a:avLst/>
                <a:gdLst/>
                <a:ahLst/>
                <a:cxnLst/>
                <a:rect l="0" t="0" r="r" b="b"/>
                <a:pathLst>
                  <a:path w="33290" h="33421">
                    <a:moveTo>
                      <a:pt x="14498" y="14565"/>
                    </a:moveTo>
                    <a:lnTo>
                      <a:pt x="0" y="14565"/>
                    </a:lnTo>
                    <a:lnTo>
                      <a:pt x="0" y="18855"/>
                    </a:lnTo>
                    <a:lnTo>
                      <a:pt x="14498" y="18855"/>
                    </a:lnTo>
                    <a:lnTo>
                      <a:pt x="14498" y="33421"/>
                    </a:lnTo>
                    <a:lnTo>
                      <a:pt x="18788" y="33421"/>
                    </a:lnTo>
                    <a:lnTo>
                      <a:pt x="18788" y="18855"/>
                    </a:lnTo>
                    <a:lnTo>
                      <a:pt x="33290" y="18855"/>
                    </a:lnTo>
                    <a:lnTo>
                      <a:pt x="33290" y="14565"/>
                    </a:lnTo>
                    <a:lnTo>
                      <a:pt x="18788" y="14565"/>
                    </a:lnTo>
                    <a:lnTo>
                      <a:pt x="18788" y="0"/>
                    </a:lnTo>
                    <a:lnTo>
                      <a:pt x="14498" y="0"/>
                    </a:lnTo>
                    <a:lnTo>
                      <a:pt x="14498" y="1456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nextstate_outline_3"/>
              <p:cNvSpPr/>
              <p:nvPr/>
            </p:nvSpPr>
            <p:spPr>
              <a:xfrm>
                <a:off x="448230" y="1316583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8"/>
                      <a:pt x="4679" y="5398"/>
                    </a:cubicBezTo>
                    <a:cubicBezTo>
                      <a:pt x="6044" y="5398"/>
                      <a:pt x="6632" y="6374"/>
                      <a:pt x="6632" y="8454"/>
                    </a:cubicBezTo>
                    <a:lnTo>
                      <a:pt x="6632" y="37906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1" name="tuple"/>
            <p:cNvGrpSpPr/>
            <p:nvPr/>
          </p:nvGrpSpPr>
          <p:grpSpPr>
            <a:xfrm>
              <a:off x="57150" y="2061667"/>
              <a:ext cx="693733" cy="81239"/>
              <a:chOff x="80545" y="2073530"/>
              <a:chExt cx="807711" cy="81239"/>
            </a:xfrm>
          </p:grpSpPr>
          <p:sp>
            <p:nvSpPr>
              <p:cNvPr id="32" name="tuple_outline_0"/>
              <p:cNvSpPr/>
              <p:nvPr/>
            </p:nvSpPr>
            <p:spPr>
              <a:xfrm>
                <a:off x="80545" y="2073530"/>
                <a:ext cx="21470" cy="77092"/>
              </a:xfrm>
              <a:custGeom>
                <a:avLst/>
                <a:gdLst/>
                <a:ahLst/>
                <a:cxnLst/>
                <a:rect l="0" t="0" r="r" b="b"/>
                <a:pathLst>
                  <a:path w="21471" h="77093">
                    <a:moveTo>
                      <a:pt x="20717" y="0"/>
                    </a:moveTo>
                    <a:cubicBezTo>
                      <a:pt x="8553" y="7886"/>
                      <a:pt x="0" y="21475"/>
                      <a:pt x="0" y="38588"/>
                    </a:cubicBezTo>
                    <a:cubicBezTo>
                      <a:pt x="0" y="54189"/>
                      <a:pt x="8890" y="69961"/>
                      <a:pt x="20467" y="77093"/>
                    </a:cubicBezTo>
                    <a:lnTo>
                      <a:pt x="21471" y="75747"/>
                    </a:lnTo>
                    <a:cubicBezTo>
                      <a:pt x="10398" y="67024"/>
                      <a:pt x="7211" y="56876"/>
                      <a:pt x="7211" y="38338"/>
                    </a:cubicBezTo>
                    <a:cubicBezTo>
                      <a:pt x="7211" y="19713"/>
                      <a:pt x="10652" y="10069"/>
                      <a:pt x="21471" y="1341"/>
                    </a:cubicBezTo>
                    <a:lnTo>
                      <a:pt x="20717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tuple_outline_1"/>
              <p:cNvSpPr/>
              <p:nvPr/>
            </p:nvSpPr>
            <p:spPr>
              <a:xfrm>
                <a:off x="111833" y="2096600"/>
                <a:ext cx="32381" cy="38167"/>
              </a:xfrm>
              <a:custGeom>
                <a:avLst/>
                <a:gdLst/>
                <a:ahLst/>
                <a:cxnLst/>
                <a:rect l="0" t="0" r="r" b="b"/>
                <a:pathLst>
                  <a:path w="32381" h="38167">
                    <a:moveTo>
                      <a:pt x="27432" y="27095"/>
                    </a:moveTo>
                    <a:cubicBezTo>
                      <a:pt x="27349" y="23820"/>
                      <a:pt x="25166" y="20217"/>
                      <a:pt x="20471" y="15351"/>
                    </a:cubicBezTo>
                    <a:cubicBezTo>
                      <a:pt x="16697" y="11406"/>
                      <a:pt x="14934" y="8807"/>
                      <a:pt x="14934" y="6541"/>
                    </a:cubicBezTo>
                    <a:cubicBezTo>
                      <a:pt x="14764" y="3691"/>
                      <a:pt x="16780" y="2012"/>
                      <a:pt x="20217" y="2012"/>
                    </a:cubicBezTo>
                    <a:cubicBezTo>
                      <a:pt x="25253" y="2012"/>
                      <a:pt x="28186" y="5116"/>
                      <a:pt x="29444" y="11660"/>
                    </a:cubicBezTo>
                    <a:lnTo>
                      <a:pt x="30956" y="11660"/>
                    </a:lnTo>
                    <a:lnTo>
                      <a:pt x="32381" y="0"/>
                    </a:lnTo>
                    <a:lnTo>
                      <a:pt x="31040" y="0"/>
                    </a:lnTo>
                    <a:cubicBezTo>
                      <a:pt x="30202" y="1175"/>
                      <a:pt x="29698" y="1508"/>
                      <a:pt x="28269" y="1508"/>
                    </a:cubicBezTo>
                    <a:cubicBezTo>
                      <a:pt x="27432" y="1508"/>
                      <a:pt x="26424" y="1342"/>
                      <a:pt x="24666" y="921"/>
                    </a:cubicBezTo>
                    <a:cubicBezTo>
                      <a:pt x="22233" y="250"/>
                      <a:pt x="20888" y="83"/>
                      <a:pt x="19296" y="83"/>
                    </a:cubicBezTo>
                    <a:cubicBezTo>
                      <a:pt x="12081" y="83"/>
                      <a:pt x="7636" y="3691"/>
                      <a:pt x="7886" y="9311"/>
                    </a:cubicBezTo>
                    <a:cubicBezTo>
                      <a:pt x="7969" y="11994"/>
                      <a:pt x="10152" y="15601"/>
                      <a:pt x="14347" y="20130"/>
                    </a:cubicBezTo>
                    <a:cubicBezTo>
                      <a:pt x="18288" y="24408"/>
                      <a:pt x="19967" y="27345"/>
                      <a:pt x="20050" y="29778"/>
                    </a:cubicBezTo>
                    <a:cubicBezTo>
                      <a:pt x="20217" y="33635"/>
                      <a:pt x="17451" y="36239"/>
                      <a:pt x="13256" y="36239"/>
                    </a:cubicBezTo>
                    <a:cubicBezTo>
                      <a:pt x="7886" y="36239"/>
                      <a:pt x="4699" y="32798"/>
                      <a:pt x="2937" y="24829"/>
                    </a:cubicBezTo>
                    <a:lnTo>
                      <a:pt x="1429" y="24829"/>
                    </a:lnTo>
                    <a:lnTo>
                      <a:pt x="0" y="38167"/>
                    </a:lnTo>
                    <a:lnTo>
                      <a:pt x="1512" y="38167"/>
                    </a:lnTo>
                    <a:cubicBezTo>
                      <a:pt x="2433" y="36739"/>
                      <a:pt x="2770" y="36405"/>
                      <a:pt x="3862" y="36405"/>
                    </a:cubicBezTo>
                    <a:cubicBezTo>
                      <a:pt x="4953" y="36405"/>
                      <a:pt x="6628" y="36739"/>
                      <a:pt x="8557" y="37159"/>
                    </a:cubicBezTo>
                    <a:cubicBezTo>
                      <a:pt x="10823" y="37747"/>
                      <a:pt x="12248" y="38001"/>
                      <a:pt x="13843" y="38001"/>
                    </a:cubicBezTo>
                    <a:cubicBezTo>
                      <a:pt x="21979" y="38001"/>
                      <a:pt x="27682" y="33468"/>
                      <a:pt x="27432" y="270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uple_outline_2"/>
              <p:cNvSpPr/>
              <p:nvPr/>
            </p:nvSpPr>
            <p:spPr>
              <a:xfrm>
                <a:off x="148960" y="2114213"/>
                <a:ext cx="18605" cy="32928"/>
              </a:xfrm>
              <a:custGeom>
                <a:avLst/>
                <a:gdLst/>
                <a:ahLst/>
                <a:cxnLst/>
                <a:rect l="0" t="0" r="r" b="b"/>
                <a:pathLst>
                  <a:path w="18605" h="32929">
                    <a:moveTo>
                      <a:pt x="14264" y="25591"/>
                    </a:moveTo>
                    <a:lnTo>
                      <a:pt x="13264" y="25182"/>
                    </a:lnTo>
                    <a:cubicBezTo>
                      <a:pt x="9743" y="28877"/>
                      <a:pt x="8569" y="29817"/>
                      <a:pt x="7394" y="29817"/>
                    </a:cubicBezTo>
                    <a:cubicBezTo>
                      <a:pt x="6632" y="29817"/>
                      <a:pt x="6104" y="29349"/>
                      <a:pt x="6104" y="28762"/>
                    </a:cubicBezTo>
                    <a:cubicBezTo>
                      <a:pt x="6104" y="28643"/>
                      <a:pt x="6163" y="28468"/>
                      <a:pt x="6223" y="28349"/>
                    </a:cubicBezTo>
                    <a:lnTo>
                      <a:pt x="11740" y="9041"/>
                    </a:lnTo>
                    <a:lnTo>
                      <a:pt x="18252" y="9041"/>
                    </a:lnTo>
                    <a:lnTo>
                      <a:pt x="18605" y="6926"/>
                    </a:lnTo>
                    <a:lnTo>
                      <a:pt x="12442" y="6926"/>
                    </a:lnTo>
                    <a:lnTo>
                      <a:pt x="13970" y="881"/>
                    </a:lnTo>
                    <a:lnTo>
                      <a:pt x="13323" y="0"/>
                    </a:lnTo>
                    <a:lnTo>
                      <a:pt x="13148" y="0"/>
                    </a:lnTo>
                    <a:cubicBezTo>
                      <a:pt x="12914" y="0"/>
                      <a:pt x="12442" y="179"/>
                      <a:pt x="12148" y="528"/>
                    </a:cubicBezTo>
                    <a:cubicBezTo>
                      <a:pt x="9509" y="3465"/>
                      <a:pt x="4929" y="6751"/>
                      <a:pt x="2465" y="7219"/>
                    </a:cubicBezTo>
                    <a:cubicBezTo>
                      <a:pt x="647" y="7692"/>
                      <a:pt x="0" y="8041"/>
                      <a:pt x="60" y="8688"/>
                    </a:cubicBezTo>
                    <a:cubicBezTo>
                      <a:pt x="60" y="8688"/>
                      <a:pt x="60" y="8862"/>
                      <a:pt x="175" y="9041"/>
                    </a:cubicBezTo>
                    <a:lnTo>
                      <a:pt x="5929" y="9041"/>
                    </a:lnTo>
                    <a:lnTo>
                      <a:pt x="996" y="26237"/>
                    </a:lnTo>
                    <a:cubicBezTo>
                      <a:pt x="353" y="28055"/>
                      <a:pt x="0" y="29936"/>
                      <a:pt x="0" y="30639"/>
                    </a:cubicBezTo>
                    <a:cubicBezTo>
                      <a:pt x="0" y="31988"/>
                      <a:pt x="1762" y="32929"/>
                      <a:pt x="3814" y="32929"/>
                    </a:cubicBezTo>
                    <a:cubicBezTo>
                      <a:pt x="7338" y="32929"/>
                      <a:pt x="9743" y="31286"/>
                      <a:pt x="14264" y="255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tuple_outline_3"/>
              <p:cNvSpPr/>
              <p:nvPr/>
            </p:nvSpPr>
            <p:spPr>
              <a:xfrm>
                <a:off x="185245" y="2125120"/>
                <a:ext cx="13338" cy="20637"/>
              </a:xfrm>
              <a:custGeom>
                <a:avLst/>
                <a:gdLst/>
                <a:ahLst/>
                <a:cxnLst/>
                <a:rect l="0" t="0" r="r" b="b"/>
                <a:pathLst>
                  <a:path w="13339" h="20638">
                    <a:moveTo>
                      <a:pt x="13339" y="8053"/>
                    </a:moveTo>
                    <a:cubicBezTo>
                      <a:pt x="13339" y="1091"/>
                      <a:pt x="7886" y="0"/>
                      <a:pt x="5620" y="0"/>
                    </a:cubicBezTo>
                    <a:cubicBezTo>
                      <a:pt x="3187" y="0"/>
                      <a:pt x="0" y="1512"/>
                      <a:pt x="0" y="5116"/>
                    </a:cubicBezTo>
                    <a:cubicBezTo>
                      <a:pt x="0" y="8473"/>
                      <a:pt x="3274" y="9311"/>
                      <a:pt x="5703" y="9311"/>
                    </a:cubicBezTo>
                    <a:cubicBezTo>
                      <a:pt x="6290" y="9311"/>
                      <a:pt x="6795" y="9227"/>
                      <a:pt x="7048" y="9144"/>
                    </a:cubicBezTo>
                    <a:cubicBezTo>
                      <a:pt x="7382" y="9061"/>
                      <a:pt x="7803" y="8977"/>
                      <a:pt x="7969" y="8977"/>
                    </a:cubicBezTo>
                    <a:cubicBezTo>
                      <a:pt x="8557" y="8977"/>
                      <a:pt x="9227" y="9394"/>
                      <a:pt x="9227" y="10152"/>
                    </a:cubicBezTo>
                    <a:cubicBezTo>
                      <a:pt x="9227" y="11744"/>
                      <a:pt x="7719" y="15351"/>
                      <a:pt x="1595" y="18875"/>
                    </a:cubicBezTo>
                    <a:lnTo>
                      <a:pt x="2433" y="20638"/>
                    </a:lnTo>
                    <a:cubicBezTo>
                      <a:pt x="5370" y="19796"/>
                      <a:pt x="13339" y="14010"/>
                      <a:pt x="13339" y="80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tuple_outline_4"/>
              <p:cNvSpPr/>
              <p:nvPr/>
            </p:nvSpPr>
            <p:spPr>
              <a:xfrm>
                <a:off x="225064" y="2096683"/>
                <a:ext cx="44387" cy="37917"/>
              </a:xfrm>
              <a:custGeom>
                <a:avLst/>
                <a:gdLst/>
                <a:ahLst/>
                <a:cxnLst/>
                <a:rect l="0" t="0" r="r" b="b"/>
                <a:pathLst>
                  <a:path w="44387" h="37917">
                    <a:moveTo>
                      <a:pt x="44387" y="28603"/>
                    </a:moveTo>
                    <a:lnTo>
                      <a:pt x="43129" y="27765"/>
                    </a:lnTo>
                    <a:lnTo>
                      <a:pt x="40613" y="30115"/>
                    </a:lnTo>
                    <a:cubicBezTo>
                      <a:pt x="37764" y="32798"/>
                      <a:pt x="36672" y="33552"/>
                      <a:pt x="35748" y="33552"/>
                    </a:cubicBezTo>
                    <a:cubicBezTo>
                      <a:pt x="34910" y="33552"/>
                      <a:pt x="34323" y="33052"/>
                      <a:pt x="34323" y="32464"/>
                    </a:cubicBezTo>
                    <a:cubicBezTo>
                      <a:pt x="34239" y="30786"/>
                      <a:pt x="37847" y="16355"/>
                      <a:pt x="41871" y="2012"/>
                    </a:cubicBezTo>
                    <a:cubicBezTo>
                      <a:pt x="42042" y="1175"/>
                      <a:pt x="42125" y="1004"/>
                      <a:pt x="42292" y="250"/>
                    </a:cubicBezTo>
                    <a:lnTo>
                      <a:pt x="41705" y="0"/>
                    </a:lnTo>
                    <a:lnTo>
                      <a:pt x="35831" y="587"/>
                    </a:lnTo>
                    <a:lnTo>
                      <a:pt x="35581" y="837"/>
                    </a:lnTo>
                    <a:lnTo>
                      <a:pt x="34660" y="4866"/>
                    </a:lnTo>
                    <a:cubicBezTo>
                      <a:pt x="33735" y="1762"/>
                      <a:pt x="30882" y="0"/>
                      <a:pt x="26774" y="0"/>
                    </a:cubicBezTo>
                    <a:cubicBezTo>
                      <a:pt x="13856" y="0"/>
                      <a:pt x="-491" y="15268"/>
                      <a:pt x="13" y="28603"/>
                    </a:cubicBezTo>
                    <a:cubicBezTo>
                      <a:pt x="180" y="34477"/>
                      <a:pt x="3958" y="37917"/>
                      <a:pt x="10165" y="37917"/>
                    </a:cubicBezTo>
                    <a:cubicBezTo>
                      <a:pt x="16876" y="37917"/>
                      <a:pt x="21654" y="35485"/>
                      <a:pt x="29207" y="24745"/>
                    </a:cubicBezTo>
                    <a:cubicBezTo>
                      <a:pt x="27361" y="31623"/>
                      <a:pt x="27191" y="32294"/>
                      <a:pt x="27278" y="34393"/>
                    </a:cubicBezTo>
                    <a:cubicBezTo>
                      <a:pt x="27361" y="36826"/>
                      <a:pt x="28536" y="37830"/>
                      <a:pt x="31219" y="37830"/>
                    </a:cubicBezTo>
                    <a:cubicBezTo>
                      <a:pt x="35077" y="37830"/>
                      <a:pt x="37426" y="36239"/>
                      <a:pt x="44387" y="28603"/>
                    </a:cubicBezTo>
                    <a:close/>
                    <a:moveTo>
                      <a:pt x="33065" y="6961"/>
                    </a:moveTo>
                    <a:cubicBezTo>
                      <a:pt x="33315" y="14010"/>
                      <a:pt x="28703" y="23908"/>
                      <a:pt x="22325" y="30115"/>
                    </a:cubicBezTo>
                    <a:cubicBezTo>
                      <a:pt x="20063" y="32377"/>
                      <a:pt x="16789" y="33806"/>
                      <a:pt x="14023" y="33806"/>
                    </a:cubicBezTo>
                    <a:cubicBezTo>
                      <a:pt x="10498" y="33806"/>
                      <a:pt x="8319" y="31456"/>
                      <a:pt x="8149" y="27599"/>
                    </a:cubicBezTo>
                    <a:cubicBezTo>
                      <a:pt x="7982" y="23066"/>
                      <a:pt x="11169" y="14847"/>
                      <a:pt x="15031" y="9561"/>
                    </a:cubicBezTo>
                    <a:cubicBezTo>
                      <a:pt x="18722" y="4695"/>
                      <a:pt x="23000" y="1845"/>
                      <a:pt x="26941" y="1845"/>
                    </a:cubicBezTo>
                    <a:lnTo>
                      <a:pt x="27445" y="1845"/>
                    </a:lnTo>
                    <a:cubicBezTo>
                      <a:pt x="30798" y="2012"/>
                      <a:pt x="32981" y="4024"/>
                      <a:pt x="33065" y="696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tuple_outline_5"/>
              <p:cNvSpPr/>
              <p:nvPr/>
            </p:nvSpPr>
            <p:spPr>
              <a:xfrm>
                <a:off x="275033" y="2114213"/>
                <a:ext cx="18605" cy="32928"/>
              </a:xfrm>
              <a:custGeom>
                <a:avLst/>
                <a:gdLst/>
                <a:ahLst/>
                <a:cxnLst/>
                <a:rect l="0" t="0" r="r" b="b"/>
                <a:pathLst>
                  <a:path w="18606" h="32929">
                    <a:moveTo>
                      <a:pt x="14264" y="25591"/>
                    </a:moveTo>
                    <a:lnTo>
                      <a:pt x="13264" y="25182"/>
                    </a:lnTo>
                    <a:cubicBezTo>
                      <a:pt x="9743" y="28877"/>
                      <a:pt x="8569" y="29817"/>
                      <a:pt x="7394" y="29817"/>
                    </a:cubicBezTo>
                    <a:cubicBezTo>
                      <a:pt x="6632" y="29817"/>
                      <a:pt x="6104" y="29349"/>
                      <a:pt x="6104" y="28762"/>
                    </a:cubicBezTo>
                    <a:cubicBezTo>
                      <a:pt x="6104" y="28643"/>
                      <a:pt x="6163" y="28468"/>
                      <a:pt x="6223" y="28349"/>
                    </a:cubicBezTo>
                    <a:lnTo>
                      <a:pt x="11740" y="9041"/>
                    </a:lnTo>
                    <a:lnTo>
                      <a:pt x="18252" y="9041"/>
                    </a:lnTo>
                    <a:lnTo>
                      <a:pt x="18606" y="6926"/>
                    </a:lnTo>
                    <a:lnTo>
                      <a:pt x="12442" y="6926"/>
                    </a:lnTo>
                    <a:lnTo>
                      <a:pt x="13970" y="881"/>
                    </a:lnTo>
                    <a:lnTo>
                      <a:pt x="13323" y="0"/>
                    </a:lnTo>
                    <a:lnTo>
                      <a:pt x="13148" y="0"/>
                    </a:lnTo>
                    <a:cubicBezTo>
                      <a:pt x="12914" y="0"/>
                      <a:pt x="12442" y="179"/>
                      <a:pt x="12148" y="528"/>
                    </a:cubicBezTo>
                    <a:cubicBezTo>
                      <a:pt x="9509" y="3465"/>
                      <a:pt x="4929" y="6751"/>
                      <a:pt x="2465" y="7219"/>
                    </a:cubicBezTo>
                    <a:cubicBezTo>
                      <a:pt x="647" y="7692"/>
                      <a:pt x="0" y="8041"/>
                      <a:pt x="60" y="8688"/>
                    </a:cubicBezTo>
                    <a:cubicBezTo>
                      <a:pt x="60" y="8688"/>
                      <a:pt x="60" y="8862"/>
                      <a:pt x="175" y="9041"/>
                    </a:cubicBezTo>
                    <a:lnTo>
                      <a:pt x="5929" y="9041"/>
                    </a:lnTo>
                    <a:lnTo>
                      <a:pt x="996" y="26237"/>
                    </a:lnTo>
                    <a:cubicBezTo>
                      <a:pt x="353" y="28055"/>
                      <a:pt x="0" y="29936"/>
                      <a:pt x="0" y="30639"/>
                    </a:cubicBezTo>
                    <a:cubicBezTo>
                      <a:pt x="0" y="31988"/>
                      <a:pt x="1762" y="32929"/>
                      <a:pt x="3814" y="32929"/>
                    </a:cubicBezTo>
                    <a:cubicBezTo>
                      <a:pt x="7338" y="32929"/>
                      <a:pt x="9743" y="31286"/>
                      <a:pt x="14264" y="255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tuple_outline_6"/>
              <p:cNvSpPr/>
              <p:nvPr/>
            </p:nvSpPr>
            <p:spPr>
              <a:xfrm>
                <a:off x="311318" y="2125120"/>
                <a:ext cx="13339" cy="20637"/>
              </a:xfrm>
              <a:custGeom>
                <a:avLst/>
                <a:gdLst/>
                <a:ahLst/>
                <a:cxnLst/>
                <a:rect l="0" t="0" r="r" b="b"/>
                <a:pathLst>
                  <a:path w="13339" h="20638">
                    <a:moveTo>
                      <a:pt x="13339" y="8053"/>
                    </a:moveTo>
                    <a:cubicBezTo>
                      <a:pt x="13339" y="1091"/>
                      <a:pt x="7886" y="0"/>
                      <a:pt x="5620" y="0"/>
                    </a:cubicBezTo>
                    <a:cubicBezTo>
                      <a:pt x="3187" y="0"/>
                      <a:pt x="0" y="1512"/>
                      <a:pt x="0" y="5116"/>
                    </a:cubicBezTo>
                    <a:cubicBezTo>
                      <a:pt x="0" y="8473"/>
                      <a:pt x="3274" y="9311"/>
                      <a:pt x="5703" y="9311"/>
                    </a:cubicBezTo>
                    <a:cubicBezTo>
                      <a:pt x="6290" y="9311"/>
                      <a:pt x="6795" y="9227"/>
                      <a:pt x="7048" y="9144"/>
                    </a:cubicBezTo>
                    <a:cubicBezTo>
                      <a:pt x="7382" y="9061"/>
                      <a:pt x="7803" y="8977"/>
                      <a:pt x="7969" y="8977"/>
                    </a:cubicBezTo>
                    <a:cubicBezTo>
                      <a:pt x="8557" y="8977"/>
                      <a:pt x="9227" y="9394"/>
                      <a:pt x="9227" y="10152"/>
                    </a:cubicBezTo>
                    <a:cubicBezTo>
                      <a:pt x="9227" y="11744"/>
                      <a:pt x="7719" y="15351"/>
                      <a:pt x="1595" y="18875"/>
                    </a:cubicBezTo>
                    <a:lnTo>
                      <a:pt x="2433" y="20638"/>
                    </a:lnTo>
                    <a:cubicBezTo>
                      <a:pt x="5370" y="19796"/>
                      <a:pt x="13339" y="14010"/>
                      <a:pt x="13339" y="80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tuple_outline_7"/>
              <p:cNvSpPr/>
              <p:nvPr/>
            </p:nvSpPr>
            <p:spPr>
              <a:xfrm>
                <a:off x="350311" y="2096683"/>
                <a:ext cx="34229" cy="36992"/>
              </a:xfrm>
              <a:custGeom>
                <a:avLst/>
                <a:gdLst/>
                <a:ahLst/>
                <a:cxnLst/>
                <a:rect l="0" t="0" r="r" b="b"/>
                <a:pathLst>
                  <a:path w="34230" h="36993">
                    <a:moveTo>
                      <a:pt x="34226" y="4278"/>
                    </a:moveTo>
                    <a:cubicBezTo>
                      <a:pt x="34143" y="1762"/>
                      <a:pt x="32298" y="0"/>
                      <a:pt x="29694" y="0"/>
                    </a:cubicBezTo>
                    <a:cubicBezTo>
                      <a:pt x="27515" y="0"/>
                      <a:pt x="24912" y="1258"/>
                      <a:pt x="22566" y="3524"/>
                    </a:cubicBezTo>
                    <a:cubicBezTo>
                      <a:pt x="18875" y="7128"/>
                      <a:pt x="15268" y="11994"/>
                      <a:pt x="13839" y="15351"/>
                    </a:cubicBezTo>
                    <a:lnTo>
                      <a:pt x="12581" y="18371"/>
                    </a:lnTo>
                    <a:lnTo>
                      <a:pt x="17113" y="167"/>
                    </a:lnTo>
                    <a:lnTo>
                      <a:pt x="16188" y="0"/>
                    </a:lnTo>
                    <a:lnTo>
                      <a:pt x="1508" y="2262"/>
                    </a:lnTo>
                    <a:lnTo>
                      <a:pt x="1508" y="3691"/>
                    </a:lnTo>
                    <a:lnTo>
                      <a:pt x="3858" y="3691"/>
                    </a:lnTo>
                    <a:cubicBezTo>
                      <a:pt x="6124" y="3691"/>
                      <a:pt x="8219" y="3858"/>
                      <a:pt x="8219" y="5620"/>
                    </a:cubicBezTo>
                    <a:cubicBezTo>
                      <a:pt x="8303" y="6795"/>
                      <a:pt x="8219" y="6795"/>
                      <a:pt x="6878" y="12498"/>
                    </a:cubicBezTo>
                    <a:lnTo>
                      <a:pt x="0" y="36993"/>
                    </a:lnTo>
                    <a:lnTo>
                      <a:pt x="7382" y="36993"/>
                    </a:lnTo>
                    <a:cubicBezTo>
                      <a:pt x="11827" y="22900"/>
                      <a:pt x="13339" y="19546"/>
                      <a:pt x="17280" y="13339"/>
                    </a:cubicBezTo>
                    <a:cubicBezTo>
                      <a:pt x="20467" y="8219"/>
                      <a:pt x="23237" y="5453"/>
                      <a:pt x="24912" y="5453"/>
                    </a:cubicBezTo>
                    <a:cubicBezTo>
                      <a:pt x="25499" y="5453"/>
                      <a:pt x="26003" y="5787"/>
                      <a:pt x="26507" y="6628"/>
                    </a:cubicBezTo>
                    <a:cubicBezTo>
                      <a:pt x="27345" y="8053"/>
                      <a:pt x="28103" y="8473"/>
                      <a:pt x="29948" y="8473"/>
                    </a:cubicBezTo>
                    <a:cubicBezTo>
                      <a:pt x="32798" y="8473"/>
                      <a:pt x="34310" y="6961"/>
                      <a:pt x="34226" y="42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tuple_outline_8"/>
              <p:cNvSpPr/>
              <p:nvPr/>
            </p:nvSpPr>
            <p:spPr>
              <a:xfrm>
                <a:off x="384736" y="2114213"/>
                <a:ext cx="18605" cy="32928"/>
              </a:xfrm>
              <a:custGeom>
                <a:avLst/>
                <a:gdLst/>
                <a:ahLst/>
                <a:cxnLst/>
                <a:rect l="0" t="0" r="r" b="b"/>
                <a:pathLst>
                  <a:path w="18606" h="32929">
                    <a:moveTo>
                      <a:pt x="14264" y="25591"/>
                    </a:moveTo>
                    <a:lnTo>
                      <a:pt x="13263" y="25182"/>
                    </a:lnTo>
                    <a:cubicBezTo>
                      <a:pt x="9743" y="28877"/>
                      <a:pt x="8569" y="29817"/>
                      <a:pt x="7394" y="29817"/>
                    </a:cubicBezTo>
                    <a:cubicBezTo>
                      <a:pt x="6632" y="29817"/>
                      <a:pt x="6104" y="29349"/>
                      <a:pt x="6104" y="28762"/>
                    </a:cubicBezTo>
                    <a:cubicBezTo>
                      <a:pt x="6104" y="28643"/>
                      <a:pt x="6163" y="28468"/>
                      <a:pt x="6223" y="28349"/>
                    </a:cubicBezTo>
                    <a:lnTo>
                      <a:pt x="11739" y="9041"/>
                    </a:lnTo>
                    <a:lnTo>
                      <a:pt x="18252" y="9041"/>
                    </a:lnTo>
                    <a:lnTo>
                      <a:pt x="18606" y="6926"/>
                    </a:lnTo>
                    <a:lnTo>
                      <a:pt x="12442" y="6926"/>
                    </a:lnTo>
                    <a:lnTo>
                      <a:pt x="13970" y="881"/>
                    </a:lnTo>
                    <a:lnTo>
                      <a:pt x="13323" y="0"/>
                    </a:lnTo>
                    <a:lnTo>
                      <a:pt x="13148" y="0"/>
                    </a:lnTo>
                    <a:cubicBezTo>
                      <a:pt x="12914" y="0"/>
                      <a:pt x="12442" y="179"/>
                      <a:pt x="12148" y="528"/>
                    </a:cubicBezTo>
                    <a:cubicBezTo>
                      <a:pt x="9509" y="3465"/>
                      <a:pt x="4929" y="6751"/>
                      <a:pt x="2465" y="7219"/>
                    </a:cubicBezTo>
                    <a:cubicBezTo>
                      <a:pt x="647" y="7692"/>
                      <a:pt x="0" y="8041"/>
                      <a:pt x="60" y="8688"/>
                    </a:cubicBezTo>
                    <a:cubicBezTo>
                      <a:pt x="60" y="8688"/>
                      <a:pt x="60" y="8862"/>
                      <a:pt x="175" y="9041"/>
                    </a:cubicBezTo>
                    <a:lnTo>
                      <a:pt x="5929" y="9041"/>
                    </a:lnTo>
                    <a:lnTo>
                      <a:pt x="996" y="26237"/>
                    </a:lnTo>
                    <a:cubicBezTo>
                      <a:pt x="353" y="28055"/>
                      <a:pt x="0" y="29936"/>
                      <a:pt x="0" y="30639"/>
                    </a:cubicBezTo>
                    <a:cubicBezTo>
                      <a:pt x="0" y="31988"/>
                      <a:pt x="1762" y="32929"/>
                      <a:pt x="3814" y="32929"/>
                    </a:cubicBezTo>
                    <a:cubicBezTo>
                      <a:pt x="7338" y="32929"/>
                      <a:pt x="9743" y="31286"/>
                      <a:pt x="14264" y="255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tuple_outline_9"/>
              <p:cNvSpPr/>
              <p:nvPr/>
            </p:nvSpPr>
            <p:spPr>
              <a:xfrm>
                <a:off x="421020" y="2125120"/>
                <a:ext cx="13338" cy="20637"/>
              </a:xfrm>
              <a:custGeom>
                <a:avLst/>
                <a:gdLst/>
                <a:ahLst/>
                <a:cxnLst/>
                <a:rect l="0" t="0" r="r" b="b"/>
                <a:pathLst>
                  <a:path w="13339" h="20638">
                    <a:moveTo>
                      <a:pt x="13339" y="8053"/>
                    </a:moveTo>
                    <a:cubicBezTo>
                      <a:pt x="13339" y="1091"/>
                      <a:pt x="7886" y="0"/>
                      <a:pt x="5620" y="0"/>
                    </a:cubicBezTo>
                    <a:cubicBezTo>
                      <a:pt x="3187" y="0"/>
                      <a:pt x="0" y="1512"/>
                      <a:pt x="0" y="5116"/>
                    </a:cubicBezTo>
                    <a:cubicBezTo>
                      <a:pt x="0" y="8473"/>
                      <a:pt x="3274" y="9311"/>
                      <a:pt x="5703" y="9311"/>
                    </a:cubicBezTo>
                    <a:cubicBezTo>
                      <a:pt x="6290" y="9311"/>
                      <a:pt x="6795" y="9227"/>
                      <a:pt x="7048" y="9144"/>
                    </a:cubicBezTo>
                    <a:cubicBezTo>
                      <a:pt x="7382" y="9061"/>
                      <a:pt x="7803" y="8977"/>
                      <a:pt x="7969" y="8977"/>
                    </a:cubicBezTo>
                    <a:cubicBezTo>
                      <a:pt x="8557" y="8977"/>
                      <a:pt x="9227" y="9394"/>
                      <a:pt x="9227" y="10152"/>
                    </a:cubicBezTo>
                    <a:cubicBezTo>
                      <a:pt x="9227" y="11744"/>
                      <a:pt x="7719" y="15351"/>
                      <a:pt x="1595" y="18875"/>
                    </a:cubicBezTo>
                    <a:lnTo>
                      <a:pt x="2433" y="20638"/>
                    </a:lnTo>
                    <a:cubicBezTo>
                      <a:pt x="5370" y="19796"/>
                      <a:pt x="13339" y="14010"/>
                      <a:pt x="13339" y="80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tuple_outline_10"/>
              <p:cNvSpPr/>
              <p:nvPr/>
            </p:nvSpPr>
            <p:spPr>
              <a:xfrm>
                <a:off x="465635" y="2073892"/>
                <a:ext cx="26423" cy="76393"/>
              </a:xfrm>
              <a:custGeom>
                <a:avLst/>
                <a:gdLst/>
                <a:ahLst/>
                <a:cxnLst/>
                <a:rect l="0" t="0" r="r" b="b"/>
                <a:pathLst>
                  <a:path w="26424" h="76393">
                    <a:moveTo>
                      <a:pt x="16439" y="12722"/>
                    </a:moveTo>
                    <a:cubicBezTo>
                      <a:pt x="16439" y="9619"/>
                      <a:pt x="18955" y="3412"/>
                      <a:pt x="25666" y="1737"/>
                    </a:cubicBezTo>
                    <a:cubicBezTo>
                      <a:pt x="26087" y="1566"/>
                      <a:pt x="26424" y="1316"/>
                      <a:pt x="26424" y="895"/>
                    </a:cubicBezTo>
                    <a:cubicBezTo>
                      <a:pt x="26424" y="58"/>
                      <a:pt x="25749" y="-109"/>
                      <a:pt x="24828" y="58"/>
                    </a:cubicBezTo>
                    <a:cubicBezTo>
                      <a:pt x="18284" y="1062"/>
                      <a:pt x="10485" y="6432"/>
                      <a:pt x="10398" y="12052"/>
                    </a:cubicBezTo>
                    <a:lnTo>
                      <a:pt x="10398" y="26986"/>
                    </a:lnTo>
                    <a:cubicBezTo>
                      <a:pt x="10398" y="29919"/>
                      <a:pt x="9898" y="34114"/>
                      <a:pt x="8723" y="34868"/>
                    </a:cubicBezTo>
                    <a:cubicBezTo>
                      <a:pt x="5703" y="36967"/>
                      <a:pt x="2600" y="37134"/>
                      <a:pt x="754" y="37134"/>
                    </a:cubicBezTo>
                    <a:cubicBezTo>
                      <a:pt x="333" y="37217"/>
                      <a:pt x="0" y="37722"/>
                      <a:pt x="0" y="38142"/>
                    </a:cubicBezTo>
                    <a:cubicBezTo>
                      <a:pt x="0" y="38980"/>
                      <a:pt x="500" y="39146"/>
                      <a:pt x="1341" y="39234"/>
                    </a:cubicBezTo>
                    <a:cubicBezTo>
                      <a:pt x="6878" y="39484"/>
                      <a:pt x="9227" y="42083"/>
                      <a:pt x="10148" y="45857"/>
                    </a:cubicBezTo>
                    <a:cubicBezTo>
                      <a:pt x="10398" y="46699"/>
                      <a:pt x="10398" y="46782"/>
                      <a:pt x="10398" y="49548"/>
                    </a:cubicBezTo>
                    <a:lnTo>
                      <a:pt x="10398" y="62971"/>
                    </a:lnTo>
                    <a:cubicBezTo>
                      <a:pt x="10398" y="66158"/>
                      <a:pt x="9561" y="69936"/>
                      <a:pt x="13589" y="72785"/>
                    </a:cubicBezTo>
                    <a:cubicBezTo>
                      <a:pt x="16859" y="75052"/>
                      <a:pt x="21558" y="76393"/>
                      <a:pt x="24828" y="76393"/>
                    </a:cubicBezTo>
                    <a:cubicBezTo>
                      <a:pt x="25749" y="76393"/>
                      <a:pt x="26424" y="76393"/>
                      <a:pt x="26424" y="75472"/>
                    </a:cubicBezTo>
                    <a:cubicBezTo>
                      <a:pt x="26424" y="74714"/>
                      <a:pt x="25920" y="74885"/>
                      <a:pt x="25079" y="74631"/>
                    </a:cubicBezTo>
                    <a:cubicBezTo>
                      <a:pt x="19459" y="73206"/>
                      <a:pt x="17780" y="70269"/>
                      <a:pt x="16693" y="66328"/>
                    </a:cubicBezTo>
                    <a:cubicBezTo>
                      <a:pt x="16439" y="65658"/>
                      <a:pt x="16439" y="65487"/>
                      <a:pt x="16439" y="62804"/>
                    </a:cubicBezTo>
                    <a:lnTo>
                      <a:pt x="16439" y="48374"/>
                    </a:lnTo>
                    <a:cubicBezTo>
                      <a:pt x="16439" y="44937"/>
                      <a:pt x="15768" y="43595"/>
                      <a:pt x="13085" y="41162"/>
                    </a:cubicBezTo>
                    <a:cubicBezTo>
                      <a:pt x="11323" y="39567"/>
                      <a:pt x="10569" y="38813"/>
                      <a:pt x="8219" y="38142"/>
                    </a:cubicBezTo>
                    <a:cubicBezTo>
                      <a:pt x="15097" y="36463"/>
                      <a:pt x="16439" y="32939"/>
                      <a:pt x="16439" y="28494"/>
                    </a:cubicBezTo>
                    <a:lnTo>
                      <a:pt x="16439" y="1272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tuple_outline_11"/>
              <p:cNvSpPr/>
              <p:nvPr/>
            </p:nvSpPr>
            <p:spPr>
              <a:xfrm>
                <a:off x="505228" y="2096683"/>
                <a:ext cx="37675" cy="37917"/>
              </a:xfrm>
              <a:custGeom>
                <a:avLst/>
                <a:gdLst/>
                <a:ahLst/>
                <a:cxnLst/>
                <a:rect l="0" t="0" r="r" b="b"/>
                <a:pathLst>
                  <a:path w="37676" h="37917">
                    <a:moveTo>
                      <a:pt x="32641" y="28940"/>
                    </a:moveTo>
                    <a:lnTo>
                      <a:pt x="31045" y="28103"/>
                    </a:lnTo>
                    <a:cubicBezTo>
                      <a:pt x="25930" y="33052"/>
                      <a:pt x="22322" y="34897"/>
                      <a:pt x="17540" y="34897"/>
                    </a:cubicBezTo>
                    <a:cubicBezTo>
                      <a:pt x="12091" y="34897"/>
                      <a:pt x="8650" y="31373"/>
                      <a:pt x="8400" y="25333"/>
                    </a:cubicBezTo>
                    <a:cubicBezTo>
                      <a:pt x="8146" y="18201"/>
                      <a:pt x="11333" y="10735"/>
                      <a:pt x="16536" y="5787"/>
                    </a:cubicBezTo>
                    <a:cubicBezTo>
                      <a:pt x="19219" y="3270"/>
                      <a:pt x="22993" y="1762"/>
                      <a:pt x="26854" y="1762"/>
                    </a:cubicBezTo>
                    <a:cubicBezTo>
                      <a:pt x="29117" y="1762"/>
                      <a:pt x="30462" y="2433"/>
                      <a:pt x="30462" y="3437"/>
                    </a:cubicBezTo>
                    <a:cubicBezTo>
                      <a:pt x="30545" y="3858"/>
                      <a:pt x="30462" y="4278"/>
                      <a:pt x="30041" y="5032"/>
                    </a:cubicBezTo>
                    <a:cubicBezTo>
                      <a:pt x="29287" y="6124"/>
                      <a:pt x="29200" y="6628"/>
                      <a:pt x="29200" y="7465"/>
                    </a:cubicBezTo>
                    <a:cubicBezTo>
                      <a:pt x="29287" y="9477"/>
                      <a:pt x="30712" y="10652"/>
                      <a:pt x="33062" y="10652"/>
                    </a:cubicBezTo>
                    <a:cubicBezTo>
                      <a:pt x="35744" y="10652"/>
                      <a:pt x="37757" y="9061"/>
                      <a:pt x="37673" y="6795"/>
                    </a:cubicBezTo>
                    <a:cubicBezTo>
                      <a:pt x="37507" y="2850"/>
                      <a:pt x="33228" y="0"/>
                      <a:pt x="27271" y="0"/>
                    </a:cubicBezTo>
                    <a:cubicBezTo>
                      <a:pt x="12761" y="0"/>
                      <a:pt x="-411" y="12248"/>
                      <a:pt x="10" y="25333"/>
                    </a:cubicBezTo>
                    <a:cubicBezTo>
                      <a:pt x="260" y="33302"/>
                      <a:pt x="5713" y="37917"/>
                      <a:pt x="14690" y="37917"/>
                    </a:cubicBezTo>
                    <a:cubicBezTo>
                      <a:pt x="21989" y="37917"/>
                      <a:pt x="26854" y="35397"/>
                      <a:pt x="32641" y="289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tuple_outline_12"/>
              <p:cNvSpPr/>
              <p:nvPr/>
            </p:nvSpPr>
            <p:spPr>
              <a:xfrm>
                <a:off x="548540" y="2106173"/>
                <a:ext cx="31754" cy="40735"/>
              </a:xfrm>
              <a:custGeom>
                <a:avLst/>
                <a:gdLst/>
                <a:ahLst/>
                <a:cxnLst/>
                <a:rect l="0" t="0" r="r" b="b"/>
                <a:pathLst>
                  <a:path w="31754" h="40735">
                    <a:moveTo>
                      <a:pt x="30639" y="34338"/>
                    </a:moveTo>
                    <a:lnTo>
                      <a:pt x="29464" y="33691"/>
                    </a:lnTo>
                    <a:cubicBezTo>
                      <a:pt x="29230" y="34219"/>
                      <a:pt x="28702" y="34746"/>
                      <a:pt x="28408" y="35219"/>
                    </a:cubicBezTo>
                    <a:cubicBezTo>
                      <a:pt x="27234" y="37036"/>
                      <a:pt x="26352" y="37683"/>
                      <a:pt x="25237" y="37683"/>
                    </a:cubicBezTo>
                    <a:cubicBezTo>
                      <a:pt x="23713" y="37683"/>
                      <a:pt x="21951" y="35802"/>
                      <a:pt x="18605" y="30111"/>
                    </a:cubicBezTo>
                    <a:lnTo>
                      <a:pt x="15554" y="24947"/>
                    </a:lnTo>
                    <a:cubicBezTo>
                      <a:pt x="26003" y="17256"/>
                      <a:pt x="28234" y="16081"/>
                      <a:pt x="31754" y="15907"/>
                    </a:cubicBezTo>
                    <a:lnTo>
                      <a:pt x="31694" y="14966"/>
                    </a:lnTo>
                    <a:lnTo>
                      <a:pt x="18605" y="14966"/>
                    </a:lnTo>
                    <a:lnTo>
                      <a:pt x="18665" y="15907"/>
                    </a:lnTo>
                    <a:lnTo>
                      <a:pt x="20014" y="15907"/>
                    </a:lnTo>
                    <a:cubicBezTo>
                      <a:pt x="21951" y="15907"/>
                      <a:pt x="22951" y="16319"/>
                      <a:pt x="22951" y="17022"/>
                    </a:cubicBezTo>
                    <a:cubicBezTo>
                      <a:pt x="22951" y="18197"/>
                      <a:pt x="19487" y="21015"/>
                      <a:pt x="12561" y="25182"/>
                    </a:cubicBezTo>
                    <a:lnTo>
                      <a:pt x="9450" y="27118"/>
                    </a:lnTo>
                    <a:lnTo>
                      <a:pt x="16669" y="294"/>
                    </a:lnTo>
                    <a:lnTo>
                      <a:pt x="15788" y="0"/>
                    </a:lnTo>
                    <a:cubicBezTo>
                      <a:pt x="11386" y="766"/>
                      <a:pt x="8628" y="1175"/>
                      <a:pt x="4167" y="1588"/>
                    </a:cubicBezTo>
                    <a:lnTo>
                      <a:pt x="4227" y="2524"/>
                    </a:lnTo>
                    <a:lnTo>
                      <a:pt x="5576" y="2524"/>
                    </a:lnTo>
                    <a:cubicBezTo>
                      <a:pt x="8275" y="2524"/>
                      <a:pt x="9569" y="2937"/>
                      <a:pt x="9743" y="3992"/>
                    </a:cubicBezTo>
                    <a:cubicBezTo>
                      <a:pt x="9684" y="4989"/>
                      <a:pt x="9215" y="6517"/>
                      <a:pt x="8334" y="9275"/>
                    </a:cubicBezTo>
                    <a:lnTo>
                      <a:pt x="7807" y="11212"/>
                    </a:lnTo>
                    <a:lnTo>
                      <a:pt x="7632" y="11739"/>
                    </a:lnTo>
                    <a:lnTo>
                      <a:pt x="0" y="40088"/>
                    </a:lnTo>
                    <a:lnTo>
                      <a:pt x="5989" y="40088"/>
                    </a:lnTo>
                    <a:lnTo>
                      <a:pt x="8807" y="29524"/>
                    </a:lnTo>
                    <a:lnTo>
                      <a:pt x="11859" y="27646"/>
                    </a:lnTo>
                    <a:cubicBezTo>
                      <a:pt x="13208" y="30226"/>
                      <a:pt x="15494" y="33865"/>
                      <a:pt x="16903" y="35921"/>
                    </a:cubicBezTo>
                    <a:cubicBezTo>
                      <a:pt x="19546" y="39620"/>
                      <a:pt x="20776" y="40735"/>
                      <a:pt x="22951" y="40735"/>
                    </a:cubicBezTo>
                    <a:cubicBezTo>
                      <a:pt x="25825" y="40735"/>
                      <a:pt x="27646" y="39267"/>
                      <a:pt x="30639" y="3433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tuple_outline_13"/>
              <p:cNvSpPr/>
              <p:nvPr/>
            </p:nvSpPr>
            <p:spPr>
              <a:xfrm>
                <a:off x="588094" y="2140276"/>
                <a:ext cx="10037" cy="14493"/>
              </a:xfrm>
              <a:custGeom>
                <a:avLst/>
                <a:gdLst/>
                <a:ahLst/>
                <a:cxnLst/>
                <a:rect l="0" t="0" r="r" b="b"/>
                <a:pathLst>
                  <a:path w="10037" h="14494">
                    <a:moveTo>
                      <a:pt x="10037" y="5632"/>
                    </a:moveTo>
                    <a:cubicBezTo>
                      <a:pt x="10037" y="762"/>
                      <a:pt x="5929" y="0"/>
                      <a:pt x="4227" y="0"/>
                    </a:cubicBezTo>
                    <a:cubicBezTo>
                      <a:pt x="2409" y="0"/>
                      <a:pt x="0" y="1115"/>
                      <a:pt x="0" y="3635"/>
                    </a:cubicBezTo>
                    <a:cubicBezTo>
                      <a:pt x="0" y="5985"/>
                      <a:pt x="2469" y="6572"/>
                      <a:pt x="4286" y="6572"/>
                    </a:cubicBezTo>
                    <a:cubicBezTo>
                      <a:pt x="4755" y="6572"/>
                      <a:pt x="5108" y="6513"/>
                      <a:pt x="5282" y="6453"/>
                    </a:cubicBezTo>
                    <a:cubicBezTo>
                      <a:pt x="5521" y="6398"/>
                      <a:pt x="5870" y="6338"/>
                      <a:pt x="5989" y="6338"/>
                    </a:cubicBezTo>
                    <a:cubicBezTo>
                      <a:pt x="6457" y="6338"/>
                      <a:pt x="6930" y="6632"/>
                      <a:pt x="6930" y="7160"/>
                    </a:cubicBezTo>
                    <a:cubicBezTo>
                      <a:pt x="6930" y="8275"/>
                      <a:pt x="5814" y="10739"/>
                      <a:pt x="1234" y="13204"/>
                    </a:cubicBezTo>
                    <a:lnTo>
                      <a:pt x="1822" y="14494"/>
                    </a:lnTo>
                    <a:cubicBezTo>
                      <a:pt x="4052" y="13907"/>
                      <a:pt x="10037" y="9799"/>
                      <a:pt x="10037" y="563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tuple_outline_14"/>
              <p:cNvSpPr/>
              <p:nvPr/>
            </p:nvSpPr>
            <p:spPr>
              <a:xfrm>
                <a:off x="607153" y="2114213"/>
                <a:ext cx="18605" cy="32928"/>
              </a:xfrm>
              <a:custGeom>
                <a:avLst/>
                <a:gdLst/>
                <a:ahLst/>
                <a:cxnLst/>
                <a:rect l="0" t="0" r="r" b="b"/>
                <a:pathLst>
                  <a:path w="18606" h="32929">
                    <a:moveTo>
                      <a:pt x="14264" y="25591"/>
                    </a:moveTo>
                    <a:lnTo>
                      <a:pt x="13263" y="25182"/>
                    </a:lnTo>
                    <a:cubicBezTo>
                      <a:pt x="9743" y="28877"/>
                      <a:pt x="8568" y="29817"/>
                      <a:pt x="7394" y="29817"/>
                    </a:cubicBezTo>
                    <a:cubicBezTo>
                      <a:pt x="6632" y="29817"/>
                      <a:pt x="6104" y="29349"/>
                      <a:pt x="6104" y="28762"/>
                    </a:cubicBezTo>
                    <a:cubicBezTo>
                      <a:pt x="6104" y="28643"/>
                      <a:pt x="6163" y="28468"/>
                      <a:pt x="6223" y="28349"/>
                    </a:cubicBezTo>
                    <a:lnTo>
                      <a:pt x="11739" y="9041"/>
                    </a:lnTo>
                    <a:lnTo>
                      <a:pt x="18252" y="9041"/>
                    </a:lnTo>
                    <a:lnTo>
                      <a:pt x="18606" y="6926"/>
                    </a:lnTo>
                    <a:lnTo>
                      <a:pt x="12442" y="6926"/>
                    </a:lnTo>
                    <a:lnTo>
                      <a:pt x="13970" y="881"/>
                    </a:lnTo>
                    <a:lnTo>
                      <a:pt x="13323" y="0"/>
                    </a:lnTo>
                    <a:lnTo>
                      <a:pt x="13148" y="0"/>
                    </a:lnTo>
                    <a:cubicBezTo>
                      <a:pt x="12914" y="0"/>
                      <a:pt x="12442" y="179"/>
                      <a:pt x="12148" y="528"/>
                    </a:cubicBezTo>
                    <a:cubicBezTo>
                      <a:pt x="9509" y="3465"/>
                      <a:pt x="4929" y="6751"/>
                      <a:pt x="2465" y="7219"/>
                    </a:cubicBezTo>
                    <a:cubicBezTo>
                      <a:pt x="647" y="7692"/>
                      <a:pt x="0" y="8041"/>
                      <a:pt x="59" y="8688"/>
                    </a:cubicBezTo>
                    <a:cubicBezTo>
                      <a:pt x="59" y="8688"/>
                      <a:pt x="59" y="8862"/>
                      <a:pt x="175" y="9041"/>
                    </a:cubicBezTo>
                    <a:lnTo>
                      <a:pt x="5929" y="9041"/>
                    </a:lnTo>
                    <a:lnTo>
                      <a:pt x="996" y="26237"/>
                    </a:lnTo>
                    <a:cubicBezTo>
                      <a:pt x="353" y="28055"/>
                      <a:pt x="0" y="29936"/>
                      <a:pt x="0" y="30639"/>
                    </a:cubicBezTo>
                    <a:cubicBezTo>
                      <a:pt x="0" y="31988"/>
                      <a:pt x="1762" y="32929"/>
                      <a:pt x="3814" y="32929"/>
                    </a:cubicBezTo>
                    <a:cubicBezTo>
                      <a:pt x="7338" y="32929"/>
                      <a:pt x="9743" y="31286"/>
                      <a:pt x="14264" y="255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tuple_outline_15"/>
              <p:cNvSpPr/>
              <p:nvPr/>
            </p:nvSpPr>
            <p:spPr>
              <a:xfrm>
                <a:off x="645822" y="2073892"/>
                <a:ext cx="26423" cy="76393"/>
              </a:xfrm>
              <a:custGeom>
                <a:avLst/>
                <a:gdLst/>
                <a:ahLst/>
                <a:cxnLst/>
                <a:rect l="0" t="0" r="r" b="b"/>
                <a:pathLst>
                  <a:path w="26424" h="76393">
                    <a:moveTo>
                      <a:pt x="9981" y="12722"/>
                    </a:moveTo>
                    <a:lnTo>
                      <a:pt x="9981" y="28494"/>
                    </a:lnTo>
                    <a:cubicBezTo>
                      <a:pt x="9981" y="32939"/>
                      <a:pt x="11323" y="36463"/>
                      <a:pt x="18201" y="38142"/>
                    </a:cubicBezTo>
                    <a:cubicBezTo>
                      <a:pt x="15851" y="38813"/>
                      <a:pt x="15097" y="39567"/>
                      <a:pt x="13335" y="41162"/>
                    </a:cubicBezTo>
                    <a:cubicBezTo>
                      <a:pt x="10652" y="43595"/>
                      <a:pt x="9981" y="44937"/>
                      <a:pt x="9981" y="48374"/>
                    </a:cubicBezTo>
                    <a:lnTo>
                      <a:pt x="9981" y="62804"/>
                    </a:lnTo>
                    <a:cubicBezTo>
                      <a:pt x="9981" y="65487"/>
                      <a:pt x="9981" y="65658"/>
                      <a:pt x="9727" y="66328"/>
                    </a:cubicBezTo>
                    <a:cubicBezTo>
                      <a:pt x="8640" y="70269"/>
                      <a:pt x="6961" y="73206"/>
                      <a:pt x="1341" y="74631"/>
                    </a:cubicBezTo>
                    <a:cubicBezTo>
                      <a:pt x="500" y="74885"/>
                      <a:pt x="0" y="74714"/>
                      <a:pt x="0" y="75472"/>
                    </a:cubicBezTo>
                    <a:cubicBezTo>
                      <a:pt x="0" y="76393"/>
                      <a:pt x="671" y="76393"/>
                      <a:pt x="1591" y="76393"/>
                    </a:cubicBezTo>
                    <a:cubicBezTo>
                      <a:pt x="4862" y="76393"/>
                      <a:pt x="9561" y="75052"/>
                      <a:pt x="12831" y="72785"/>
                    </a:cubicBezTo>
                    <a:cubicBezTo>
                      <a:pt x="16859" y="69936"/>
                      <a:pt x="16022" y="66158"/>
                      <a:pt x="16022" y="62971"/>
                    </a:cubicBezTo>
                    <a:lnTo>
                      <a:pt x="16022" y="49548"/>
                    </a:lnTo>
                    <a:cubicBezTo>
                      <a:pt x="16022" y="46782"/>
                      <a:pt x="16022" y="46699"/>
                      <a:pt x="16272" y="45857"/>
                    </a:cubicBezTo>
                    <a:cubicBezTo>
                      <a:pt x="17197" y="42083"/>
                      <a:pt x="19542" y="39484"/>
                      <a:pt x="25079" y="39234"/>
                    </a:cubicBezTo>
                    <a:cubicBezTo>
                      <a:pt x="25920" y="39146"/>
                      <a:pt x="26424" y="38980"/>
                      <a:pt x="26424" y="38142"/>
                    </a:cubicBezTo>
                    <a:cubicBezTo>
                      <a:pt x="26424" y="37722"/>
                      <a:pt x="26087" y="37217"/>
                      <a:pt x="25666" y="37134"/>
                    </a:cubicBezTo>
                    <a:cubicBezTo>
                      <a:pt x="23820" y="37134"/>
                      <a:pt x="20717" y="36967"/>
                      <a:pt x="17697" y="34868"/>
                    </a:cubicBezTo>
                    <a:cubicBezTo>
                      <a:pt x="16522" y="34114"/>
                      <a:pt x="16022" y="29919"/>
                      <a:pt x="16022" y="26986"/>
                    </a:cubicBezTo>
                    <a:lnTo>
                      <a:pt x="16022" y="12052"/>
                    </a:lnTo>
                    <a:cubicBezTo>
                      <a:pt x="15935" y="6432"/>
                      <a:pt x="8136" y="1062"/>
                      <a:pt x="1591" y="58"/>
                    </a:cubicBezTo>
                    <a:cubicBezTo>
                      <a:pt x="671" y="-109"/>
                      <a:pt x="0" y="58"/>
                      <a:pt x="0" y="895"/>
                    </a:cubicBezTo>
                    <a:cubicBezTo>
                      <a:pt x="0" y="1316"/>
                      <a:pt x="333" y="1566"/>
                      <a:pt x="754" y="1737"/>
                    </a:cubicBezTo>
                    <a:cubicBezTo>
                      <a:pt x="7465" y="3412"/>
                      <a:pt x="9981" y="9619"/>
                      <a:pt x="9981" y="127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tuple_outline_16"/>
              <p:cNvSpPr/>
              <p:nvPr/>
            </p:nvSpPr>
            <p:spPr>
              <a:xfrm>
                <a:off x="688025" y="2125120"/>
                <a:ext cx="13338" cy="20637"/>
              </a:xfrm>
              <a:custGeom>
                <a:avLst/>
                <a:gdLst/>
                <a:ahLst/>
                <a:cxnLst/>
                <a:rect l="0" t="0" r="r" b="b"/>
                <a:pathLst>
                  <a:path w="13339" h="20638">
                    <a:moveTo>
                      <a:pt x="13339" y="8053"/>
                    </a:moveTo>
                    <a:cubicBezTo>
                      <a:pt x="13339" y="1091"/>
                      <a:pt x="7886" y="0"/>
                      <a:pt x="5620" y="0"/>
                    </a:cubicBezTo>
                    <a:cubicBezTo>
                      <a:pt x="3187" y="0"/>
                      <a:pt x="0" y="1512"/>
                      <a:pt x="0" y="5116"/>
                    </a:cubicBezTo>
                    <a:cubicBezTo>
                      <a:pt x="0" y="8473"/>
                      <a:pt x="3274" y="9311"/>
                      <a:pt x="5703" y="9311"/>
                    </a:cubicBezTo>
                    <a:cubicBezTo>
                      <a:pt x="6290" y="9311"/>
                      <a:pt x="6794" y="9227"/>
                      <a:pt x="7048" y="9144"/>
                    </a:cubicBezTo>
                    <a:cubicBezTo>
                      <a:pt x="7382" y="9061"/>
                      <a:pt x="7803" y="8977"/>
                      <a:pt x="7969" y="8977"/>
                    </a:cubicBezTo>
                    <a:cubicBezTo>
                      <a:pt x="8557" y="8977"/>
                      <a:pt x="9227" y="9394"/>
                      <a:pt x="9227" y="10152"/>
                    </a:cubicBezTo>
                    <a:cubicBezTo>
                      <a:pt x="9227" y="11744"/>
                      <a:pt x="7719" y="15351"/>
                      <a:pt x="1595" y="18875"/>
                    </a:cubicBezTo>
                    <a:lnTo>
                      <a:pt x="2433" y="20638"/>
                    </a:lnTo>
                    <a:cubicBezTo>
                      <a:pt x="5370" y="19796"/>
                      <a:pt x="13339" y="14010"/>
                      <a:pt x="13339" y="805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tuple_outline_17"/>
              <p:cNvSpPr/>
              <p:nvPr/>
            </p:nvSpPr>
            <p:spPr>
              <a:xfrm>
                <a:off x="726765" y="2096600"/>
                <a:ext cx="32380" cy="38167"/>
              </a:xfrm>
              <a:custGeom>
                <a:avLst/>
                <a:gdLst/>
                <a:ahLst/>
                <a:cxnLst/>
                <a:rect l="0" t="0" r="r" b="b"/>
                <a:pathLst>
                  <a:path w="32381" h="38167">
                    <a:moveTo>
                      <a:pt x="27432" y="27095"/>
                    </a:moveTo>
                    <a:cubicBezTo>
                      <a:pt x="27349" y="23820"/>
                      <a:pt x="25166" y="20217"/>
                      <a:pt x="20471" y="15351"/>
                    </a:cubicBezTo>
                    <a:cubicBezTo>
                      <a:pt x="16696" y="11406"/>
                      <a:pt x="14934" y="8807"/>
                      <a:pt x="14934" y="6541"/>
                    </a:cubicBezTo>
                    <a:cubicBezTo>
                      <a:pt x="14764" y="3691"/>
                      <a:pt x="16780" y="2012"/>
                      <a:pt x="20217" y="2012"/>
                    </a:cubicBezTo>
                    <a:cubicBezTo>
                      <a:pt x="25253" y="2012"/>
                      <a:pt x="28186" y="5116"/>
                      <a:pt x="29444" y="11660"/>
                    </a:cubicBezTo>
                    <a:lnTo>
                      <a:pt x="30956" y="11660"/>
                    </a:lnTo>
                    <a:lnTo>
                      <a:pt x="32381" y="0"/>
                    </a:lnTo>
                    <a:lnTo>
                      <a:pt x="31040" y="0"/>
                    </a:lnTo>
                    <a:cubicBezTo>
                      <a:pt x="30202" y="1175"/>
                      <a:pt x="29698" y="1508"/>
                      <a:pt x="28269" y="1508"/>
                    </a:cubicBezTo>
                    <a:cubicBezTo>
                      <a:pt x="27432" y="1508"/>
                      <a:pt x="26424" y="1342"/>
                      <a:pt x="24666" y="921"/>
                    </a:cubicBezTo>
                    <a:cubicBezTo>
                      <a:pt x="22233" y="250"/>
                      <a:pt x="20888" y="83"/>
                      <a:pt x="19296" y="83"/>
                    </a:cubicBezTo>
                    <a:cubicBezTo>
                      <a:pt x="12081" y="83"/>
                      <a:pt x="7636" y="3691"/>
                      <a:pt x="7886" y="9311"/>
                    </a:cubicBezTo>
                    <a:cubicBezTo>
                      <a:pt x="7969" y="11994"/>
                      <a:pt x="10152" y="15601"/>
                      <a:pt x="14347" y="20130"/>
                    </a:cubicBezTo>
                    <a:cubicBezTo>
                      <a:pt x="18288" y="24408"/>
                      <a:pt x="19967" y="27345"/>
                      <a:pt x="20050" y="29778"/>
                    </a:cubicBezTo>
                    <a:cubicBezTo>
                      <a:pt x="20217" y="33635"/>
                      <a:pt x="17451" y="36239"/>
                      <a:pt x="13256" y="36239"/>
                    </a:cubicBezTo>
                    <a:cubicBezTo>
                      <a:pt x="7886" y="36239"/>
                      <a:pt x="4699" y="32798"/>
                      <a:pt x="2937" y="24829"/>
                    </a:cubicBezTo>
                    <a:lnTo>
                      <a:pt x="1429" y="24829"/>
                    </a:lnTo>
                    <a:lnTo>
                      <a:pt x="0" y="38167"/>
                    </a:lnTo>
                    <a:lnTo>
                      <a:pt x="1512" y="38167"/>
                    </a:lnTo>
                    <a:cubicBezTo>
                      <a:pt x="2433" y="36739"/>
                      <a:pt x="2770" y="36405"/>
                      <a:pt x="3862" y="36405"/>
                    </a:cubicBezTo>
                    <a:cubicBezTo>
                      <a:pt x="4953" y="36405"/>
                      <a:pt x="6628" y="36739"/>
                      <a:pt x="8557" y="37159"/>
                    </a:cubicBezTo>
                    <a:cubicBezTo>
                      <a:pt x="10823" y="37747"/>
                      <a:pt x="12247" y="38001"/>
                      <a:pt x="13843" y="38001"/>
                    </a:cubicBezTo>
                    <a:cubicBezTo>
                      <a:pt x="21979" y="38001"/>
                      <a:pt x="27682" y="33468"/>
                      <a:pt x="27432" y="270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tuple_outline_18"/>
              <p:cNvSpPr/>
              <p:nvPr/>
            </p:nvSpPr>
            <p:spPr>
              <a:xfrm>
                <a:off x="763881" y="2114213"/>
                <a:ext cx="18605" cy="32928"/>
              </a:xfrm>
              <a:custGeom>
                <a:avLst/>
                <a:gdLst/>
                <a:ahLst/>
                <a:cxnLst/>
                <a:rect l="0" t="0" r="r" b="b"/>
                <a:pathLst>
                  <a:path w="18605" h="32929">
                    <a:moveTo>
                      <a:pt x="14264" y="25591"/>
                    </a:moveTo>
                    <a:lnTo>
                      <a:pt x="13264" y="25182"/>
                    </a:lnTo>
                    <a:cubicBezTo>
                      <a:pt x="9743" y="28877"/>
                      <a:pt x="8569" y="29817"/>
                      <a:pt x="7394" y="29817"/>
                    </a:cubicBezTo>
                    <a:cubicBezTo>
                      <a:pt x="6632" y="29817"/>
                      <a:pt x="6104" y="29349"/>
                      <a:pt x="6104" y="28762"/>
                    </a:cubicBezTo>
                    <a:cubicBezTo>
                      <a:pt x="6104" y="28643"/>
                      <a:pt x="6163" y="28468"/>
                      <a:pt x="6223" y="28349"/>
                    </a:cubicBezTo>
                    <a:lnTo>
                      <a:pt x="11740" y="9041"/>
                    </a:lnTo>
                    <a:lnTo>
                      <a:pt x="18252" y="9041"/>
                    </a:lnTo>
                    <a:lnTo>
                      <a:pt x="18605" y="6926"/>
                    </a:lnTo>
                    <a:lnTo>
                      <a:pt x="12442" y="6926"/>
                    </a:lnTo>
                    <a:lnTo>
                      <a:pt x="13970" y="881"/>
                    </a:lnTo>
                    <a:lnTo>
                      <a:pt x="13323" y="0"/>
                    </a:lnTo>
                    <a:lnTo>
                      <a:pt x="13148" y="0"/>
                    </a:lnTo>
                    <a:cubicBezTo>
                      <a:pt x="12914" y="0"/>
                      <a:pt x="12442" y="179"/>
                      <a:pt x="12148" y="528"/>
                    </a:cubicBezTo>
                    <a:cubicBezTo>
                      <a:pt x="9509" y="3465"/>
                      <a:pt x="4929" y="6751"/>
                      <a:pt x="2465" y="7219"/>
                    </a:cubicBezTo>
                    <a:cubicBezTo>
                      <a:pt x="647" y="7692"/>
                      <a:pt x="0" y="8041"/>
                      <a:pt x="60" y="8688"/>
                    </a:cubicBezTo>
                    <a:cubicBezTo>
                      <a:pt x="60" y="8688"/>
                      <a:pt x="60" y="8862"/>
                      <a:pt x="175" y="9041"/>
                    </a:cubicBezTo>
                    <a:lnTo>
                      <a:pt x="5929" y="9041"/>
                    </a:lnTo>
                    <a:lnTo>
                      <a:pt x="996" y="26237"/>
                    </a:lnTo>
                    <a:cubicBezTo>
                      <a:pt x="353" y="28055"/>
                      <a:pt x="0" y="29936"/>
                      <a:pt x="0" y="30639"/>
                    </a:cubicBezTo>
                    <a:cubicBezTo>
                      <a:pt x="0" y="31988"/>
                      <a:pt x="1762" y="32929"/>
                      <a:pt x="3814" y="32929"/>
                    </a:cubicBezTo>
                    <a:cubicBezTo>
                      <a:pt x="7338" y="32929"/>
                      <a:pt x="9743" y="31286"/>
                      <a:pt x="14264" y="255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tuple_outline_19"/>
              <p:cNvSpPr/>
              <p:nvPr/>
            </p:nvSpPr>
            <p:spPr>
              <a:xfrm>
                <a:off x="790773" y="2116095"/>
                <a:ext cx="30051" cy="30166"/>
              </a:xfrm>
              <a:custGeom>
                <a:avLst/>
                <a:gdLst/>
                <a:ahLst/>
                <a:cxnLst/>
                <a:rect l="0" t="0" r="r" b="b"/>
                <a:pathLst>
                  <a:path w="30051" h="30166">
                    <a:moveTo>
                      <a:pt x="13089" y="13144"/>
                    </a:moveTo>
                    <a:lnTo>
                      <a:pt x="0" y="13144"/>
                    </a:lnTo>
                    <a:lnTo>
                      <a:pt x="0" y="17018"/>
                    </a:lnTo>
                    <a:lnTo>
                      <a:pt x="13089" y="17018"/>
                    </a:lnTo>
                    <a:lnTo>
                      <a:pt x="13089" y="30166"/>
                    </a:lnTo>
                    <a:lnTo>
                      <a:pt x="16962" y="30166"/>
                    </a:lnTo>
                    <a:lnTo>
                      <a:pt x="16962" y="17018"/>
                    </a:lnTo>
                    <a:lnTo>
                      <a:pt x="30051" y="17018"/>
                    </a:lnTo>
                    <a:lnTo>
                      <a:pt x="30051" y="13144"/>
                    </a:lnTo>
                    <a:lnTo>
                      <a:pt x="16962" y="13144"/>
                    </a:lnTo>
                    <a:lnTo>
                      <a:pt x="16962" y="0"/>
                    </a:lnTo>
                    <a:lnTo>
                      <a:pt x="13089" y="0"/>
                    </a:lnTo>
                    <a:lnTo>
                      <a:pt x="13089" y="13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uple_outline_20"/>
              <p:cNvSpPr/>
              <p:nvPr/>
            </p:nvSpPr>
            <p:spPr>
              <a:xfrm>
                <a:off x="830987" y="2106586"/>
                <a:ext cx="16609" cy="39675"/>
              </a:xfrm>
              <a:custGeom>
                <a:avLst/>
                <a:gdLst/>
                <a:ahLst/>
                <a:cxnLst/>
                <a:rect l="0" t="0" r="r" b="b"/>
                <a:pathLst>
                  <a:path w="16609" h="39676">
                    <a:moveTo>
                      <a:pt x="16609" y="39676"/>
                    </a:moveTo>
                    <a:lnTo>
                      <a:pt x="16609" y="38795"/>
                    </a:lnTo>
                    <a:cubicBezTo>
                      <a:pt x="11970" y="38735"/>
                      <a:pt x="11033" y="38148"/>
                      <a:pt x="11033" y="35334"/>
                    </a:cubicBezTo>
                    <a:lnTo>
                      <a:pt x="11033" y="115"/>
                    </a:lnTo>
                    <a:lnTo>
                      <a:pt x="10565" y="0"/>
                    </a:lnTo>
                    <a:lnTo>
                      <a:pt x="0" y="5342"/>
                    </a:lnTo>
                    <a:lnTo>
                      <a:pt x="0" y="6163"/>
                    </a:lnTo>
                    <a:cubicBezTo>
                      <a:pt x="702" y="5870"/>
                      <a:pt x="1349" y="5636"/>
                      <a:pt x="1584" y="5516"/>
                    </a:cubicBezTo>
                    <a:cubicBezTo>
                      <a:pt x="2639" y="5104"/>
                      <a:pt x="3635" y="4870"/>
                      <a:pt x="4223" y="4870"/>
                    </a:cubicBezTo>
                    <a:cubicBezTo>
                      <a:pt x="5457" y="4870"/>
                      <a:pt x="5985" y="5751"/>
                      <a:pt x="5985" y="7628"/>
                    </a:cubicBezTo>
                    <a:lnTo>
                      <a:pt x="5985" y="34219"/>
                    </a:lnTo>
                    <a:cubicBezTo>
                      <a:pt x="5985" y="36155"/>
                      <a:pt x="5517" y="37505"/>
                      <a:pt x="4576" y="38033"/>
                    </a:cubicBezTo>
                    <a:cubicBezTo>
                      <a:pt x="3695" y="38560"/>
                      <a:pt x="2873" y="38735"/>
                      <a:pt x="409" y="38795"/>
                    </a:cubicBezTo>
                    <a:lnTo>
                      <a:pt x="409" y="39676"/>
                    </a:lnTo>
                    <a:lnTo>
                      <a:pt x="16609" y="3967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tuple_outline_21"/>
              <p:cNvSpPr/>
              <p:nvPr/>
            </p:nvSpPr>
            <p:spPr>
              <a:xfrm>
                <a:off x="866782" y="2073530"/>
                <a:ext cx="21474" cy="77092"/>
              </a:xfrm>
              <a:custGeom>
                <a:avLst/>
                <a:gdLst/>
                <a:ahLst/>
                <a:cxnLst/>
                <a:rect l="0" t="0" r="r" b="b"/>
                <a:pathLst>
                  <a:path w="21475" h="77093">
                    <a:moveTo>
                      <a:pt x="754" y="0"/>
                    </a:moveTo>
                    <a:lnTo>
                      <a:pt x="0" y="1341"/>
                    </a:lnTo>
                    <a:cubicBezTo>
                      <a:pt x="10823" y="10069"/>
                      <a:pt x="14260" y="19713"/>
                      <a:pt x="14260" y="38338"/>
                    </a:cubicBezTo>
                    <a:cubicBezTo>
                      <a:pt x="14260" y="56876"/>
                      <a:pt x="11073" y="67024"/>
                      <a:pt x="0" y="75747"/>
                    </a:cubicBezTo>
                    <a:lnTo>
                      <a:pt x="1008" y="77093"/>
                    </a:lnTo>
                    <a:cubicBezTo>
                      <a:pt x="12581" y="69961"/>
                      <a:pt x="21475" y="54189"/>
                      <a:pt x="21475" y="38588"/>
                    </a:cubicBezTo>
                    <a:cubicBezTo>
                      <a:pt x="21475" y="21475"/>
                      <a:pt x="12918" y="7886"/>
                      <a:pt x="754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54" name="module_stage2"/>
          <p:cNvGrpSpPr/>
          <p:nvPr/>
        </p:nvGrpSpPr>
        <p:grpSpPr>
          <a:xfrm>
            <a:off x="902368" y="192505"/>
            <a:ext cx="971550" cy="2409323"/>
            <a:chOff x="902368" y="192505"/>
            <a:chExt cx="971550" cy="2409323"/>
          </a:xfrm>
        </p:grpSpPr>
        <p:sp>
          <p:nvSpPr>
            <p:cNvPr id="55" name="stage2_border"/>
            <p:cNvSpPr/>
            <p:nvPr/>
          </p:nvSpPr>
          <p:spPr>
            <a:xfrm>
              <a:off x="902368" y="192505"/>
              <a:ext cx="97155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adge2"/>
            <p:cNvSpPr/>
            <p:nvPr/>
          </p:nvSpPr>
          <p:spPr>
            <a:xfrm>
              <a:off x="1010652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umber2"/>
            <p:cNvSpPr txBox="1"/>
            <p:nvPr/>
          </p:nvSpPr>
          <p:spPr>
            <a:xfrm>
              <a:off x="1010652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58" name="title2"/>
            <p:cNvSpPr txBox="1"/>
            <p:nvPr/>
          </p:nvSpPr>
          <p:spPr>
            <a:xfrm>
              <a:off x="1203157" y="300789"/>
              <a:ext cx="63767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77" b="1" i="0">
                  <a:solidFill>
                    <a:srgbClr val="101010"/>
                  </a:solidFill>
                  <a:latin typeface="Liberation Serif"/>
                </a:rPr>
                <a:t>Build flow inputs</a:t>
              </a:r>
            </a:p>
          </p:txBody>
        </p:sp>
        <p:sp>
          <p:nvSpPr>
            <p:cNvPr id="59" name="graph_title"/>
            <p:cNvSpPr txBox="1"/>
            <p:nvPr/>
          </p:nvSpPr>
          <p:spPr>
            <a:xfrm>
              <a:off x="989597" y="541421"/>
              <a:ext cx="809123" cy="1323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0" b="0" i="0">
                  <a:solidFill>
                    <a:srgbClr val="101010"/>
                  </a:solidFill>
                  <a:latin typeface="Liberation Serif"/>
                </a:rPr>
                <a:t>Discrete state graph</a:t>
              </a:r>
            </a:p>
          </p:txBody>
        </p:sp>
        <p:sp>
          <p:nvSpPr>
            <p:cNvPr id="60" name="graph_e0"/>
            <p:cNvSpPr/>
            <p:nvPr/>
          </p:nvSpPr>
          <p:spPr>
            <a:xfrm>
              <a:off x="1124546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graph_e1"/>
            <p:cNvSpPr/>
            <p:nvPr/>
          </p:nvSpPr>
          <p:spPr>
            <a:xfrm>
              <a:off x="1326015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graph_e2"/>
            <p:cNvSpPr/>
            <p:nvPr/>
          </p:nvSpPr>
          <p:spPr>
            <a:xfrm>
              <a:off x="1097881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graph_e3"/>
            <p:cNvSpPr/>
            <p:nvPr/>
          </p:nvSpPr>
          <p:spPr>
            <a:xfrm>
              <a:off x="1299350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graph_e4"/>
            <p:cNvSpPr/>
            <p:nvPr/>
          </p:nvSpPr>
          <p:spPr>
            <a:xfrm>
              <a:off x="1500819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graph_e5"/>
            <p:cNvSpPr/>
            <p:nvPr/>
          </p:nvSpPr>
          <p:spPr>
            <a:xfrm>
              <a:off x="1124546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graph_e6"/>
            <p:cNvSpPr/>
            <p:nvPr/>
          </p:nvSpPr>
          <p:spPr>
            <a:xfrm>
              <a:off x="1326015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graph_e7"/>
            <p:cNvSpPr/>
            <p:nvPr/>
          </p:nvSpPr>
          <p:spPr>
            <a:xfrm>
              <a:off x="1527484" y="939967"/>
              <a:ext cx="136287" cy="30"/>
            </a:xfrm>
            <a:custGeom>
              <a:avLst/>
              <a:gdLst/>
              <a:ahLst/>
              <a:cxnLst/>
              <a:rect l="0" t="0" r="r" b="b"/>
              <a:pathLst>
                <a:path w="136287" h="1" fill="none">
                  <a:moveTo>
                    <a:pt x="0" y="0"/>
                  </a:moveTo>
                  <a:lnTo>
                    <a:pt x="136287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graph_e8"/>
            <p:cNvSpPr/>
            <p:nvPr/>
          </p:nvSpPr>
          <p:spPr>
            <a:xfrm>
              <a:off x="1097881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graph_e9"/>
            <p:cNvSpPr/>
            <p:nvPr/>
          </p:nvSpPr>
          <p:spPr>
            <a:xfrm>
              <a:off x="1299350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graph_e10"/>
            <p:cNvSpPr/>
            <p:nvPr/>
          </p:nvSpPr>
          <p:spPr>
            <a:xfrm>
              <a:off x="1500819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graph_e11"/>
            <p:cNvSpPr/>
            <p:nvPr/>
          </p:nvSpPr>
          <p:spPr>
            <a:xfrm>
              <a:off x="1319285" y="957676"/>
              <a:ext cx="161598" cy="143551"/>
            </a:xfrm>
            <a:custGeom>
              <a:avLst/>
              <a:gdLst/>
              <a:ahLst/>
              <a:cxnLst/>
              <a:rect l="0" t="0" r="r" b="b"/>
              <a:pathLst>
                <a:path w="161598" h="143551" fill="none">
                  <a:moveTo>
                    <a:pt x="0" y="143551"/>
                  </a:moveTo>
                  <a:lnTo>
                    <a:pt x="16159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graph_n0"/>
            <p:cNvSpPr/>
            <p:nvPr/>
          </p:nvSpPr>
          <p:spPr>
            <a:xfrm>
              <a:off x="1071216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graph_n1"/>
            <p:cNvSpPr/>
            <p:nvPr/>
          </p:nvSpPr>
          <p:spPr>
            <a:xfrm>
              <a:off x="1272685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graph_n2"/>
            <p:cNvSpPr/>
            <p:nvPr/>
          </p:nvSpPr>
          <p:spPr>
            <a:xfrm>
              <a:off x="1474154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graph_n3"/>
            <p:cNvSpPr/>
            <p:nvPr/>
          </p:nvSpPr>
          <p:spPr>
            <a:xfrm>
              <a:off x="1071216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graph_n4"/>
            <p:cNvSpPr/>
            <p:nvPr/>
          </p:nvSpPr>
          <p:spPr>
            <a:xfrm>
              <a:off x="1272685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graph_n5"/>
            <p:cNvSpPr/>
            <p:nvPr/>
          </p:nvSpPr>
          <p:spPr>
            <a:xfrm>
              <a:off x="1474154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graph_n6"/>
            <p:cNvSpPr/>
            <p:nvPr/>
          </p:nvSpPr>
          <p:spPr>
            <a:xfrm>
              <a:off x="1663771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graph_n7"/>
            <p:cNvSpPr/>
            <p:nvPr/>
          </p:nvSpPr>
          <p:spPr>
            <a:xfrm>
              <a:off x="1071216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graph_n8"/>
            <p:cNvSpPr/>
            <p:nvPr/>
          </p:nvSpPr>
          <p:spPr>
            <a:xfrm>
              <a:off x="1272685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graph_n9"/>
            <p:cNvSpPr/>
            <p:nvPr/>
          </p:nvSpPr>
          <p:spPr>
            <a:xfrm>
              <a:off x="1474154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_rule"/>
            <p:cNvSpPr/>
            <p:nvPr/>
          </p:nvSpPr>
          <p:spPr>
            <a:xfrm>
              <a:off x="950494" y="1305426"/>
              <a:ext cx="866273" cy="30"/>
            </a:xfrm>
            <a:custGeom>
              <a:avLst/>
              <a:gdLst/>
              <a:ahLst/>
              <a:cxnLst/>
              <a:rect l="0" t="0" r="r" b="b"/>
              <a:pathLst>
                <a:path w="866273" h="1" fill="none">
                  <a:moveTo>
                    <a:pt x="0" y="0"/>
                  </a:moveTo>
                  <a:lnTo>
                    <a:pt x="866273" y="0"/>
                  </a:lnTo>
                </a:path>
              </a:pathLst>
            </a:custGeom>
            <a:noFill/>
            <a:ln w="60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emp_0_0"/>
            <p:cNvSpPr/>
            <p:nvPr/>
          </p:nvSpPr>
          <p:spPr>
            <a:xfrm>
              <a:off x="992605" y="1398671"/>
              <a:ext cx="54142" cy="72189"/>
            </a:xfrm>
            <a:prstGeom prst="rect">
              <a:avLst/>
            </a:prstGeom>
            <a:solidFill>
              <a:srgbClr val="0043A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emp_0_1"/>
            <p:cNvSpPr/>
            <p:nvPr/>
          </p:nvSpPr>
          <p:spPr>
            <a:xfrm>
              <a:off x="1046747" y="1398671"/>
              <a:ext cx="54142" cy="72189"/>
            </a:xfrm>
            <a:prstGeom prst="rect">
              <a:avLst/>
            </a:prstGeom>
            <a:solidFill>
              <a:srgbClr val="B6CC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emp_0_2"/>
            <p:cNvSpPr/>
            <p:nvPr/>
          </p:nvSpPr>
          <p:spPr>
            <a:xfrm>
              <a:off x="1100889" y="1398671"/>
              <a:ext cx="54142" cy="72189"/>
            </a:xfrm>
            <a:prstGeom prst="rect">
              <a:avLst/>
            </a:prstGeom>
            <a:solidFill>
              <a:srgbClr val="D6E5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emp_0_3"/>
            <p:cNvSpPr/>
            <p:nvPr/>
          </p:nvSpPr>
          <p:spPr>
            <a:xfrm>
              <a:off x="1155031" y="1398671"/>
              <a:ext cx="54142" cy="72189"/>
            </a:xfrm>
            <a:prstGeom prst="rect">
              <a:avLst/>
            </a:prstGeom>
            <a:solidFill>
              <a:srgbClr val="E5EE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emp_1_0"/>
            <p:cNvSpPr/>
            <p:nvPr/>
          </p:nvSpPr>
          <p:spPr>
            <a:xfrm>
              <a:off x="992605" y="1470860"/>
              <a:ext cx="54142" cy="72189"/>
            </a:xfrm>
            <a:prstGeom prst="rect">
              <a:avLst/>
            </a:prstGeom>
            <a:solidFill>
              <a:srgbClr val="9AB9F0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emp_1_1"/>
            <p:cNvSpPr/>
            <p:nvPr/>
          </p:nvSpPr>
          <p:spPr>
            <a:xfrm>
              <a:off x="1046747" y="1470860"/>
              <a:ext cx="54142" cy="72189"/>
            </a:xfrm>
            <a:prstGeom prst="rect">
              <a:avLst/>
            </a:prstGeom>
            <a:solidFill>
              <a:srgbClr val="0041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emp_1_2"/>
            <p:cNvSpPr/>
            <p:nvPr/>
          </p:nvSpPr>
          <p:spPr>
            <a:xfrm>
              <a:off x="1100889" y="1470860"/>
              <a:ext cx="54142" cy="72189"/>
            </a:xfrm>
            <a:prstGeom prst="rect">
              <a:avLst/>
            </a:prstGeom>
            <a:solidFill>
              <a:srgbClr val="1B4DB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emp_1_3"/>
            <p:cNvSpPr/>
            <p:nvPr/>
          </p:nvSpPr>
          <p:spPr>
            <a:xfrm>
              <a:off x="1155031" y="1470860"/>
              <a:ext cx="54142" cy="72189"/>
            </a:xfrm>
            <a:prstGeom prst="rect">
              <a:avLst/>
            </a:prstGeom>
            <a:solidFill>
              <a:srgbClr val="EDF4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emp_2_0"/>
            <p:cNvSpPr/>
            <p:nvPr/>
          </p:nvSpPr>
          <p:spPr>
            <a:xfrm>
              <a:off x="992605" y="1543050"/>
              <a:ext cx="54142" cy="72189"/>
            </a:xfrm>
            <a:prstGeom prst="rect">
              <a:avLst/>
            </a:prstGeom>
            <a:solidFill>
              <a:srgbClr val="FCFDFF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emp_2_1"/>
            <p:cNvSpPr/>
            <p:nvPr/>
          </p:nvSpPr>
          <p:spPr>
            <a:xfrm>
              <a:off x="1046747" y="1543050"/>
              <a:ext cx="54142" cy="72189"/>
            </a:xfrm>
            <a:prstGeom prst="rect">
              <a:avLst/>
            </a:prstGeom>
            <a:solidFill>
              <a:srgbClr val="6691D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emp_2_2"/>
            <p:cNvSpPr/>
            <p:nvPr/>
          </p:nvSpPr>
          <p:spPr>
            <a:xfrm>
              <a:off x="1100889" y="1543050"/>
              <a:ext cx="54142" cy="72189"/>
            </a:xfrm>
            <a:prstGeom prst="rect">
              <a:avLst/>
            </a:prstGeom>
            <a:solidFill>
              <a:srgbClr val="A5C1F2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emp_2_3"/>
            <p:cNvSpPr/>
            <p:nvPr/>
          </p:nvSpPr>
          <p:spPr>
            <a:xfrm>
              <a:off x="1155031" y="1543050"/>
              <a:ext cx="54142" cy="72189"/>
            </a:xfrm>
            <a:prstGeom prst="rect">
              <a:avLst/>
            </a:prstGeom>
            <a:solidFill>
              <a:srgbClr val="5E8CD8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emp_3_0"/>
            <p:cNvSpPr/>
            <p:nvPr/>
          </p:nvSpPr>
          <p:spPr>
            <a:xfrm>
              <a:off x="992605" y="1615239"/>
              <a:ext cx="54142" cy="72189"/>
            </a:xfrm>
            <a:prstGeom prst="rect">
              <a:avLst/>
            </a:prstGeom>
            <a:solidFill>
              <a:srgbClr val="B1C9F7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emp_3_1"/>
            <p:cNvSpPr/>
            <p:nvPr/>
          </p:nvSpPr>
          <p:spPr>
            <a:xfrm>
              <a:off x="1046747" y="1615239"/>
              <a:ext cx="54142" cy="72189"/>
            </a:xfrm>
            <a:prstGeom prst="rect">
              <a:avLst/>
            </a:prstGeom>
            <a:solidFill>
              <a:srgbClr val="DDE8FD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emp_3_2"/>
            <p:cNvSpPr/>
            <p:nvPr/>
          </p:nvSpPr>
          <p:spPr>
            <a:xfrm>
              <a:off x="1100889" y="1615239"/>
              <a:ext cx="54142" cy="72189"/>
            </a:xfrm>
            <a:prstGeom prst="rect">
              <a:avLst/>
            </a:prstGeom>
            <a:solidFill>
              <a:srgbClr val="0040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emp_3_3"/>
            <p:cNvSpPr/>
            <p:nvPr/>
          </p:nvSpPr>
          <p:spPr>
            <a:xfrm>
              <a:off x="1155031" y="1615239"/>
              <a:ext cx="54142" cy="72189"/>
            </a:xfrm>
            <a:prstGeom prst="rect">
              <a:avLst/>
            </a:prstGeom>
            <a:solidFill>
              <a:srgbClr val="C3DD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core_0_0"/>
            <p:cNvSpPr/>
            <p:nvPr/>
          </p:nvSpPr>
          <p:spPr>
            <a:xfrm>
              <a:off x="992605" y="1768642"/>
              <a:ext cx="54142" cy="72189"/>
            </a:xfrm>
            <a:prstGeom prst="rect">
              <a:avLst/>
            </a:prstGeom>
            <a:solidFill>
              <a:srgbClr val="521F8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core_0_1"/>
            <p:cNvSpPr/>
            <p:nvPr/>
          </p:nvSpPr>
          <p:spPr>
            <a:xfrm>
              <a:off x="1046747" y="1768642"/>
              <a:ext cx="54142" cy="72189"/>
            </a:xfrm>
            <a:prstGeom prst="rect">
              <a:avLst/>
            </a:prstGeom>
            <a:solidFill>
              <a:srgbClr val="DCCDE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core_0_2"/>
            <p:cNvSpPr/>
            <p:nvPr/>
          </p:nvSpPr>
          <p:spPr>
            <a:xfrm>
              <a:off x="1100889" y="1768642"/>
              <a:ext cx="54142" cy="72189"/>
            </a:xfrm>
            <a:prstGeom prst="rect">
              <a:avLst/>
            </a:prstGeom>
            <a:solidFill>
              <a:srgbClr val="F3EC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core_0_3"/>
            <p:cNvSpPr/>
            <p:nvPr/>
          </p:nvSpPr>
          <p:spPr>
            <a:xfrm>
              <a:off x="1155031" y="1768642"/>
              <a:ext cx="54142" cy="72189"/>
            </a:xfrm>
            <a:prstGeom prst="rect">
              <a:avLst/>
            </a:prstGeom>
            <a:solidFill>
              <a:srgbClr val="E2D3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core_1_0"/>
            <p:cNvSpPr/>
            <p:nvPr/>
          </p:nvSpPr>
          <p:spPr>
            <a:xfrm>
              <a:off x="992605" y="1840831"/>
              <a:ext cx="54142" cy="72189"/>
            </a:xfrm>
            <a:prstGeom prst="rect">
              <a:avLst/>
            </a:prstGeom>
            <a:solidFill>
              <a:srgbClr val="D8C3E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score_1_1"/>
            <p:cNvSpPr/>
            <p:nvPr/>
          </p:nvSpPr>
          <p:spPr>
            <a:xfrm>
              <a:off x="1046747" y="1840831"/>
              <a:ext cx="54142" cy="72189"/>
            </a:xfrm>
            <a:prstGeom prst="rect">
              <a:avLst/>
            </a:prstGeom>
            <a:solidFill>
              <a:srgbClr val="30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score_1_2"/>
            <p:cNvSpPr/>
            <p:nvPr/>
          </p:nvSpPr>
          <p:spPr>
            <a:xfrm>
              <a:off x="1100889" y="1840831"/>
              <a:ext cx="54142" cy="72189"/>
            </a:xfrm>
            <a:prstGeom prst="rect">
              <a:avLst/>
            </a:prstGeom>
            <a:solidFill>
              <a:srgbClr val="130F3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core_1_3"/>
            <p:cNvSpPr/>
            <p:nvPr/>
          </p:nvSpPr>
          <p:spPr>
            <a:xfrm>
              <a:off x="1155031" y="1840831"/>
              <a:ext cx="54142" cy="72189"/>
            </a:xfrm>
            <a:prstGeom prst="rect">
              <a:avLst/>
            </a:prstGeom>
            <a:solidFill>
              <a:srgbClr val="F4EF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core_2_0"/>
            <p:cNvSpPr/>
            <p:nvPr/>
          </p:nvSpPr>
          <p:spPr>
            <a:xfrm>
              <a:off x="992605" y="1913021"/>
              <a:ext cx="54142" cy="72189"/>
            </a:xfrm>
            <a:prstGeom prst="rect">
              <a:avLst/>
            </a:prstGeom>
            <a:solidFill>
              <a:srgbClr val="FCFC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core_2_1"/>
            <p:cNvSpPr/>
            <p:nvPr/>
          </p:nvSpPr>
          <p:spPr>
            <a:xfrm>
              <a:off x="1046747" y="1913021"/>
              <a:ext cx="54142" cy="72189"/>
            </a:xfrm>
            <a:prstGeom prst="rect">
              <a:avLst/>
            </a:prstGeom>
            <a:solidFill>
              <a:srgbClr val="8D5FA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core_2_2"/>
            <p:cNvSpPr/>
            <p:nvPr/>
          </p:nvSpPr>
          <p:spPr>
            <a:xfrm>
              <a:off x="1100889" y="1913021"/>
              <a:ext cx="54142" cy="72189"/>
            </a:xfrm>
            <a:prstGeom prst="rect">
              <a:avLst/>
            </a:prstGeom>
            <a:solidFill>
              <a:srgbClr val="D6C2E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core_2_3"/>
            <p:cNvSpPr/>
            <p:nvPr/>
          </p:nvSpPr>
          <p:spPr>
            <a:xfrm>
              <a:off x="1155031" y="1913021"/>
              <a:ext cx="54142" cy="72189"/>
            </a:xfrm>
            <a:prstGeom prst="rect">
              <a:avLst/>
            </a:prstGeom>
            <a:solidFill>
              <a:srgbClr val="642F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core_3_0"/>
            <p:cNvSpPr/>
            <p:nvPr/>
          </p:nvSpPr>
          <p:spPr>
            <a:xfrm>
              <a:off x="992605" y="1985210"/>
              <a:ext cx="54142" cy="72189"/>
            </a:xfrm>
            <a:prstGeom prst="rect">
              <a:avLst/>
            </a:prstGeom>
            <a:solidFill>
              <a:srgbClr val="DAC7E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score_3_1"/>
            <p:cNvSpPr/>
            <p:nvPr/>
          </p:nvSpPr>
          <p:spPr>
            <a:xfrm>
              <a:off x="1046747" y="1985210"/>
              <a:ext cx="54142" cy="72189"/>
            </a:xfrm>
            <a:prstGeom prst="rect">
              <a:avLst/>
            </a:prstGeom>
            <a:solidFill>
              <a:srgbClr val="FEFD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core_3_2"/>
            <p:cNvSpPr/>
            <p:nvPr/>
          </p:nvSpPr>
          <p:spPr>
            <a:xfrm>
              <a:off x="1100889" y="1985210"/>
              <a:ext cx="54142" cy="72189"/>
            </a:xfrm>
            <a:prstGeom prst="rect">
              <a:avLst/>
            </a:prstGeom>
            <a:solidFill>
              <a:srgbClr val="2F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core_3_3"/>
            <p:cNvSpPr/>
            <p:nvPr/>
          </p:nvSpPr>
          <p:spPr>
            <a:xfrm>
              <a:off x="1155031" y="1985210"/>
              <a:ext cx="54142" cy="72189"/>
            </a:xfrm>
            <a:prstGeom prst="rect">
              <a:avLst/>
            </a:prstGeom>
            <a:solidFill>
              <a:srgbClr val="7672A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cap_0_0"/>
            <p:cNvSpPr/>
            <p:nvPr/>
          </p:nvSpPr>
          <p:spPr>
            <a:xfrm>
              <a:off x="992605" y="2150644"/>
              <a:ext cx="54142" cy="72189"/>
            </a:xfrm>
            <a:prstGeom prst="rect">
              <a:avLst/>
            </a:prstGeom>
            <a:solidFill>
              <a:srgbClr val="006E2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cap_0_1"/>
            <p:cNvSpPr/>
            <p:nvPr/>
          </p:nvSpPr>
          <p:spPr>
            <a:xfrm>
              <a:off x="1046747" y="2150644"/>
              <a:ext cx="54142" cy="72189"/>
            </a:xfrm>
            <a:prstGeom prst="rect">
              <a:avLst/>
            </a:prstGeom>
            <a:solidFill>
              <a:srgbClr val="E1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cap_0_2"/>
            <p:cNvSpPr/>
            <p:nvPr/>
          </p:nvSpPr>
          <p:spPr>
            <a:xfrm>
              <a:off x="1100889" y="2150644"/>
              <a:ext cx="54142" cy="72189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cap_0_3"/>
            <p:cNvSpPr/>
            <p:nvPr/>
          </p:nvSpPr>
          <p:spPr>
            <a:xfrm>
              <a:off x="1155031" y="2150644"/>
              <a:ext cx="54142" cy="72189"/>
            </a:xfrm>
            <a:prstGeom prst="rect">
              <a:avLst/>
            </a:prstGeom>
            <a:solidFill>
              <a:srgbClr val="EEF8E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ap_1_0"/>
            <p:cNvSpPr/>
            <p:nvPr/>
          </p:nvSpPr>
          <p:spPr>
            <a:xfrm>
              <a:off x="992605" y="2222834"/>
              <a:ext cx="54142" cy="72189"/>
            </a:xfrm>
            <a:prstGeom prst="rect">
              <a:avLst/>
            </a:prstGeom>
            <a:solidFill>
              <a:srgbClr val="CAE8C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cap_1_1"/>
            <p:cNvSpPr/>
            <p:nvPr/>
          </p:nvSpPr>
          <p:spPr>
            <a:xfrm>
              <a:off x="1046747" y="2222834"/>
              <a:ext cx="54142" cy="72189"/>
            </a:xfrm>
            <a:prstGeom prst="rect">
              <a:avLst/>
            </a:prstGeom>
            <a:solidFill>
              <a:srgbClr val="0175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ap_1_2"/>
            <p:cNvSpPr/>
            <p:nvPr/>
          </p:nvSpPr>
          <p:spPr>
            <a:xfrm>
              <a:off x="1100889" y="2222834"/>
              <a:ext cx="54142" cy="72189"/>
            </a:xfrm>
            <a:prstGeom prst="rect">
              <a:avLst/>
            </a:prstGeom>
            <a:solidFill>
              <a:srgbClr val="00290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cap_1_3"/>
            <p:cNvSpPr/>
            <p:nvPr/>
          </p:nvSpPr>
          <p:spPr>
            <a:xfrm>
              <a:off x="1155031" y="2222834"/>
              <a:ext cx="54142" cy="72189"/>
            </a:xfrm>
            <a:prstGeom prst="rect">
              <a:avLst/>
            </a:prstGeom>
            <a:solidFill>
              <a:srgbClr val="F2FB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cap_2_0"/>
            <p:cNvSpPr/>
            <p:nvPr/>
          </p:nvSpPr>
          <p:spPr>
            <a:xfrm>
              <a:off x="992605" y="2295023"/>
              <a:ext cx="54142" cy="72189"/>
            </a:xfrm>
            <a:prstGeom prst="rect">
              <a:avLst/>
            </a:prstGeom>
            <a:solidFill>
              <a:srgbClr val="F5FC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cap_2_1"/>
            <p:cNvSpPr/>
            <p:nvPr/>
          </p:nvSpPr>
          <p:spPr>
            <a:xfrm>
              <a:off x="1046747" y="2295023"/>
              <a:ext cx="54142" cy="72189"/>
            </a:xfrm>
            <a:prstGeom prst="rect">
              <a:avLst/>
            </a:prstGeom>
            <a:solidFill>
              <a:srgbClr val="91C89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cap_2_2"/>
            <p:cNvSpPr/>
            <p:nvPr/>
          </p:nvSpPr>
          <p:spPr>
            <a:xfrm>
              <a:off x="1100889" y="2295023"/>
              <a:ext cx="54142" cy="72189"/>
            </a:xfrm>
            <a:prstGeom prst="rect">
              <a:avLst/>
            </a:prstGeom>
            <a:solidFill>
              <a:srgbClr val="D6ED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cap_2_3"/>
            <p:cNvSpPr/>
            <p:nvPr/>
          </p:nvSpPr>
          <p:spPr>
            <a:xfrm>
              <a:off x="1155031" y="2295023"/>
              <a:ext cx="54142" cy="72189"/>
            </a:xfrm>
            <a:prstGeom prst="rect">
              <a:avLst/>
            </a:prstGeom>
            <a:solidFill>
              <a:srgbClr val="3BA74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cap_3_0"/>
            <p:cNvSpPr/>
            <p:nvPr/>
          </p:nvSpPr>
          <p:spPr>
            <a:xfrm>
              <a:off x="992605" y="2367213"/>
              <a:ext cx="54142" cy="72189"/>
            </a:xfrm>
            <a:prstGeom prst="rect">
              <a:avLst/>
            </a:prstGeom>
            <a:solidFill>
              <a:srgbClr val="E0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cap_3_1"/>
            <p:cNvSpPr/>
            <p:nvPr/>
          </p:nvSpPr>
          <p:spPr>
            <a:xfrm>
              <a:off x="1046747" y="2367213"/>
              <a:ext cx="54142" cy="72189"/>
            </a:xfrm>
            <a:prstGeom prst="rect">
              <a:avLst/>
            </a:prstGeom>
            <a:solidFill>
              <a:srgbClr val="F2FC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cap_3_2"/>
            <p:cNvSpPr/>
            <p:nvPr/>
          </p:nvSpPr>
          <p:spPr>
            <a:xfrm>
              <a:off x="1100889" y="2367213"/>
              <a:ext cx="54142" cy="72189"/>
            </a:xfrm>
            <a:prstGeom prst="rect">
              <a:avLst/>
            </a:prstGeom>
            <a:solidFill>
              <a:srgbClr val="02773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cap_3_3"/>
            <p:cNvSpPr/>
            <p:nvPr/>
          </p:nvSpPr>
          <p:spPr>
            <a:xfrm>
              <a:off x="1155031" y="2367213"/>
              <a:ext cx="54142" cy="72189"/>
            </a:xfrm>
            <a:prstGeom prst="rect">
              <a:avLst/>
            </a:prstGeom>
            <a:solidFill>
              <a:srgbClr val="2F823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1" name="emp_label"/>
            <p:cNvGrpSpPr/>
            <p:nvPr/>
          </p:nvGrpSpPr>
          <p:grpSpPr>
            <a:xfrm>
              <a:off x="1246935" y="1483069"/>
              <a:ext cx="545805" cy="88536"/>
              <a:chOff x="1261608" y="1495818"/>
              <a:chExt cx="545805" cy="88536"/>
            </a:xfrm>
          </p:grpSpPr>
          <p:sp>
            <p:nvSpPr>
              <p:cNvPr id="132" name="emp_label_outline_0"/>
              <p:cNvSpPr/>
              <p:nvPr/>
            </p:nvSpPr>
            <p:spPr>
              <a:xfrm>
                <a:off x="1261608" y="1511548"/>
                <a:ext cx="186890" cy="72806"/>
              </a:xfrm>
              <a:custGeom>
                <a:avLst/>
                <a:gdLst/>
                <a:ahLst/>
                <a:cxnLst/>
                <a:rect l="0" t="0" r="r" b="b"/>
                <a:pathLst>
                  <a:path w="186891" h="72807">
                    <a:moveTo>
                      <a:pt x="32278" y="42553"/>
                    </a:moveTo>
                    <a:lnTo>
                      <a:pt x="30980" y="41985"/>
                    </a:lnTo>
                    <a:cubicBezTo>
                      <a:pt x="27099" y="48133"/>
                      <a:pt x="23622" y="50478"/>
                      <a:pt x="18443" y="50478"/>
                    </a:cubicBezTo>
                    <a:cubicBezTo>
                      <a:pt x="13994" y="50478"/>
                      <a:pt x="10597" y="48375"/>
                      <a:pt x="8251" y="44009"/>
                    </a:cubicBezTo>
                    <a:cubicBezTo>
                      <a:pt x="6632" y="40854"/>
                      <a:pt x="5985" y="38021"/>
                      <a:pt x="5822" y="32845"/>
                    </a:cubicBezTo>
                    <a:lnTo>
                      <a:pt x="30738" y="32845"/>
                    </a:lnTo>
                    <a:cubicBezTo>
                      <a:pt x="30091" y="27587"/>
                      <a:pt x="29281" y="25241"/>
                      <a:pt x="27261" y="22654"/>
                    </a:cubicBezTo>
                    <a:cubicBezTo>
                      <a:pt x="24832" y="19740"/>
                      <a:pt x="21114" y="18042"/>
                      <a:pt x="16907" y="18042"/>
                    </a:cubicBezTo>
                    <a:cubicBezTo>
                      <a:pt x="6874" y="18042"/>
                      <a:pt x="0" y="26130"/>
                      <a:pt x="0" y="37941"/>
                    </a:cubicBezTo>
                    <a:cubicBezTo>
                      <a:pt x="0" y="49105"/>
                      <a:pt x="5822" y="56063"/>
                      <a:pt x="15125" y="56063"/>
                    </a:cubicBezTo>
                    <a:cubicBezTo>
                      <a:pt x="22892" y="56063"/>
                      <a:pt x="28877" y="51288"/>
                      <a:pt x="32278" y="42553"/>
                    </a:cubicBezTo>
                    <a:close/>
                    <a:moveTo>
                      <a:pt x="22487" y="30258"/>
                    </a:moveTo>
                    <a:lnTo>
                      <a:pt x="5985" y="30258"/>
                    </a:lnTo>
                    <a:cubicBezTo>
                      <a:pt x="6874" y="23864"/>
                      <a:pt x="9624" y="20951"/>
                      <a:pt x="14561" y="20951"/>
                    </a:cubicBezTo>
                    <a:cubicBezTo>
                      <a:pt x="19495" y="20951"/>
                      <a:pt x="21435" y="23217"/>
                      <a:pt x="22487" y="30258"/>
                    </a:cubicBezTo>
                    <a:close/>
                    <a:moveTo>
                      <a:pt x="96593" y="55253"/>
                    </a:moveTo>
                    <a:lnTo>
                      <a:pt x="96593" y="54038"/>
                    </a:lnTo>
                    <a:lnTo>
                      <a:pt x="94490" y="53876"/>
                    </a:lnTo>
                    <a:cubicBezTo>
                      <a:pt x="92065" y="53717"/>
                      <a:pt x="91013" y="52260"/>
                      <a:pt x="91013" y="49105"/>
                    </a:cubicBezTo>
                    <a:lnTo>
                      <a:pt x="91013" y="32440"/>
                    </a:lnTo>
                    <a:cubicBezTo>
                      <a:pt x="91013" y="22896"/>
                      <a:pt x="87858" y="18042"/>
                      <a:pt x="81627" y="18042"/>
                    </a:cubicBezTo>
                    <a:cubicBezTo>
                      <a:pt x="76936" y="18042"/>
                      <a:pt x="72809" y="20145"/>
                      <a:pt x="68443" y="24836"/>
                    </a:cubicBezTo>
                    <a:cubicBezTo>
                      <a:pt x="66987" y="20225"/>
                      <a:pt x="64236" y="18042"/>
                      <a:pt x="59867" y="18042"/>
                    </a:cubicBezTo>
                    <a:cubicBezTo>
                      <a:pt x="56307" y="18042"/>
                      <a:pt x="54040" y="19173"/>
                      <a:pt x="47329" y="24269"/>
                    </a:cubicBezTo>
                    <a:lnTo>
                      <a:pt x="47329" y="18201"/>
                    </a:lnTo>
                    <a:lnTo>
                      <a:pt x="46762" y="18042"/>
                    </a:lnTo>
                    <a:cubicBezTo>
                      <a:pt x="42634" y="19578"/>
                      <a:pt x="39884" y="20467"/>
                      <a:pt x="35435" y="21681"/>
                    </a:cubicBezTo>
                    <a:lnTo>
                      <a:pt x="35435" y="23054"/>
                    </a:lnTo>
                    <a:cubicBezTo>
                      <a:pt x="36487" y="22812"/>
                      <a:pt x="37134" y="22733"/>
                      <a:pt x="38027" y="22733"/>
                    </a:cubicBezTo>
                    <a:cubicBezTo>
                      <a:pt x="40130" y="22733"/>
                      <a:pt x="40856" y="24027"/>
                      <a:pt x="40856" y="27908"/>
                    </a:cubicBezTo>
                    <a:lnTo>
                      <a:pt x="40856" y="48375"/>
                    </a:lnTo>
                    <a:cubicBezTo>
                      <a:pt x="40856" y="52745"/>
                      <a:pt x="39725" y="53959"/>
                      <a:pt x="35193" y="54038"/>
                    </a:cubicBezTo>
                    <a:lnTo>
                      <a:pt x="35193" y="55253"/>
                    </a:lnTo>
                    <a:lnTo>
                      <a:pt x="53151" y="55253"/>
                    </a:lnTo>
                    <a:lnTo>
                      <a:pt x="53151" y="54038"/>
                    </a:lnTo>
                    <a:cubicBezTo>
                      <a:pt x="48865" y="53876"/>
                      <a:pt x="47651" y="52987"/>
                      <a:pt x="47651" y="49832"/>
                    </a:cubicBezTo>
                    <a:lnTo>
                      <a:pt x="47651" y="27019"/>
                    </a:lnTo>
                    <a:cubicBezTo>
                      <a:pt x="47651" y="27019"/>
                      <a:pt x="48298" y="26051"/>
                      <a:pt x="48865" y="25483"/>
                    </a:cubicBezTo>
                    <a:cubicBezTo>
                      <a:pt x="50889" y="23622"/>
                      <a:pt x="54366" y="22249"/>
                      <a:pt x="57196" y="22249"/>
                    </a:cubicBezTo>
                    <a:cubicBezTo>
                      <a:pt x="60756" y="22249"/>
                      <a:pt x="62538" y="25078"/>
                      <a:pt x="62538" y="30742"/>
                    </a:cubicBezTo>
                    <a:lnTo>
                      <a:pt x="62538" y="48296"/>
                    </a:lnTo>
                    <a:cubicBezTo>
                      <a:pt x="62538" y="52824"/>
                      <a:pt x="61645" y="53717"/>
                      <a:pt x="57037" y="54038"/>
                    </a:cubicBezTo>
                    <a:lnTo>
                      <a:pt x="57037" y="55253"/>
                    </a:lnTo>
                    <a:lnTo>
                      <a:pt x="75158" y="55253"/>
                    </a:lnTo>
                    <a:lnTo>
                      <a:pt x="75158" y="54038"/>
                    </a:lnTo>
                    <a:cubicBezTo>
                      <a:pt x="70547" y="53959"/>
                      <a:pt x="69332" y="52582"/>
                      <a:pt x="69332" y="47569"/>
                    </a:cubicBezTo>
                    <a:lnTo>
                      <a:pt x="69332" y="27182"/>
                    </a:lnTo>
                    <a:cubicBezTo>
                      <a:pt x="71757" y="23701"/>
                      <a:pt x="74428" y="22249"/>
                      <a:pt x="78151" y="22249"/>
                    </a:cubicBezTo>
                    <a:cubicBezTo>
                      <a:pt x="82762" y="22249"/>
                      <a:pt x="84215" y="24432"/>
                      <a:pt x="84215" y="31147"/>
                    </a:cubicBezTo>
                    <a:lnTo>
                      <a:pt x="84215" y="48216"/>
                    </a:lnTo>
                    <a:cubicBezTo>
                      <a:pt x="84215" y="52824"/>
                      <a:pt x="83568" y="53475"/>
                      <a:pt x="78877" y="54038"/>
                    </a:cubicBezTo>
                    <a:lnTo>
                      <a:pt x="78877" y="55253"/>
                    </a:lnTo>
                    <a:lnTo>
                      <a:pt x="96593" y="55253"/>
                    </a:lnTo>
                    <a:close/>
                    <a:moveTo>
                      <a:pt x="134867" y="35270"/>
                    </a:moveTo>
                    <a:cubicBezTo>
                      <a:pt x="134867" y="25241"/>
                      <a:pt x="129202" y="18042"/>
                      <a:pt x="121356" y="18042"/>
                    </a:cubicBezTo>
                    <a:cubicBezTo>
                      <a:pt x="116828" y="18042"/>
                      <a:pt x="113268" y="20062"/>
                      <a:pt x="109708" y="24432"/>
                    </a:cubicBezTo>
                    <a:lnTo>
                      <a:pt x="109708" y="18201"/>
                    </a:lnTo>
                    <a:lnTo>
                      <a:pt x="109224" y="18042"/>
                    </a:lnTo>
                    <a:cubicBezTo>
                      <a:pt x="104854" y="19740"/>
                      <a:pt x="102025" y="20792"/>
                      <a:pt x="97572" y="22165"/>
                    </a:cubicBezTo>
                    <a:lnTo>
                      <a:pt x="97572" y="23459"/>
                    </a:lnTo>
                    <a:cubicBezTo>
                      <a:pt x="98302" y="23380"/>
                      <a:pt x="98870" y="23380"/>
                      <a:pt x="99596" y="23380"/>
                    </a:cubicBezTo>
                    <a:cubicBezTo>
                      <a:pt x="102346" y="23380"/>
                      <a:pt x="102914" y="24189"/>
                      <a:pt x="102914" y="27992"/>
                    </a:cubicBezTo>
                    <a:lnTo>
                      <a:pt x="102914" y="65849"/>
                    </a:lnTo>
                    <a:cubicBezTo>
                      <a:pt x="102914" y="70056"/>
                      <a:pt x="102025" y="70945"/>
                      <a:pt x="97250" y="71433"/>
                    </a:cubicBezTo>
                    <a:lnTo>
                      <a:pt x="97250" y="72807"/>
                    </a:lnTo>
                    <a:lnTo>
                      <a:pt x="116828" y="72807"/>
                    </a:lnTo>
                    <a:lnTo>
                      <a:pt x="116828" y="71350"/>
                    </a:lnTo>
                    <a:cubicBezTo>
                      <a:pt x="110760" y="71271"/>
                      <a:pt x="109708" y="70382"/>
                      <a:pt x="109708" y="65286"/>
                    </a:cubicBezTo>
                    <a:lnTo>
                      <a:pt x="109708" y="52582"/>
                    </a:lnTo>
                    <a:cubicBezTo>
                      <a:pt x="112538" y="55253"/>
                      <a:pt x="114483" y="56063"/>
                      <a:pt x="117880" y="56063"/>
                    </a:cubicBezTo>
                    <a:cubicBezTo>
                      <a:pt x="127424" y="56063"/>
                      <a:pt x="134867" y="47002"/>
                      <a:pt x="134867" y="35270"/>
                    </a:cubicBezTo>
                    <a:close/>
                    <a:moveTo>
                      <a:pt x="127908" y="38425"/>
                    </a:moveTo>
                    <a:cubicBezTo>
                      <a:pt x="127908" y="47407"/>
                      <a:pt x="123944" y="53475"/>
                      <a:pt x="118122" y="53475"/>
                    </a:cubicBezTo>
                    <a:cubicBezTo>
                      <a:pt x="114320" y="53475"/>
                      <a:pt x="109708" y="50562"/>
                      <a:pt x="109708" y="48133"/>
                    </a:cubicBezTo>
                    <a:lnTo>
                      <a:pt x="109708" y="28234"/>
                    </a:lnTo>
                    <a:cubicBezTo>
                      <a:pt x="109708" y="25805"/>
                      <a:pt x="114237" y="22896"/>
                      <a:pt x="117959" y="22896"/>
                    </a:cubicBezTo>
                    <a:cubicBezTo>
                      <a:pt x="123944" y="22896"/>
                      <a:pt x="127908" y="29043"/>
                      <a:pt x="127908" y="38425"/>
                    </a:cubicBezTo>
                    <a:close/>
                    <a:moveTo>
                      <a:pt x="157767" y="55253"/>
                    </a:moveTo>
                    <a:lnTo>
                      <a:pt x="157767" y="54038"/>
                    </a:lnTo>
                    <a:cubicBezTo>
                      <a:pt x="152428" y="53634"/>
                      <a:pt x="151782" y="52824"/>
                      <a:pt x="151782" y="47002"/>
                    </a:cubicBezTo>
                    <a:lnTo>
                      <a:pt x="151782" y="18284"/>
                    </a:lnTo>
                    <a:lnTo>
                      <a:pt x="151457" y="18042"/>
                    </a:lnTo>
                    <a:lnTo>
                      <a:pt x="138919" y="22491"/>
                    </a:lnTo>
                    <a:lnTo>
                      <a:pt x="138919" y="23701"/>
                    </a:lnTo>
                    <a:lnTo>
                      <a:pt x="139566" y="23622"/>
                    </a:lnTo>
                    <a:cubicBezTo>
                      <a:pt x="140535" y="23459"/>
                      <a:pt x="141586" y="23380"/>
                      <a:pt x="142316" y="23380"/>
                    </a:cubicBezTo>
                    <a:cubicBezTo>
                      <a:pt x="144257" y="23380"/>
                      <a:pt x="144983" y="24674"/>
                      <a:pt x="144983" y="28234"/>
                    </a:cubicBezTo>
                    <a:lnTo>
                      <a:pt x="144983" y="47002"/>
                    </a:lnTo>
                    <a:cubicBezTo>
                      <a:pt x="144983" y="52824"/>
                      <a:pt x="144178" y="53717"/>
                      <a:pt x="138594" y="54038"/>
                    </a:cubicBezTo>
                    <a:lnTo>
                      <a:pt x="138594" y="55253"/>
                    </a:lnTo>
                    <a:lnTo>
                      <a:pt x="157767" y="55253"/>
                    </a:lnTo>
                    <a:close/>
                    <a:moveTo>
                      <a:pt x="152508" y="4127"/>
                    </a:moveTo>
                    <a:cubicBezTo>
                      <a:pt x="152508" y="1861"/>
                      <a:pt x="150730" y="0"/>
                      <a:pt x="148385" y="0"/>
                    </a:cubicBezTo>
                    <a:cubicBezTo>
                      <a:pt x="146119" y="0"/>
                      <a:pt x="144257" y="1861"/>
                      <a:pt x="144257" y="4127"/>
                    </a:cubicBezTo>
                    <a:cubicBezTo>
                      <a:pt x="144257" y="6473"/>
                      <a:pt x="146119" y="8251"/>
                      <a:pt x="148385" y="8251"/>
                    </a:cubicBezTo>
                    <a:cubicBezTo>
                      <a:pt x="150730" y="8251"/>
                      <a:pt x="152508" y="6473"/>
                      <a:pt x="152508" y="4127"/>
                    </a:cubicBezTo>
                    <a:close/>
                    <a:moveTo>
                      <a:pt x="186891" y="22328"/>
                    </a:moveTo>
                    <a:cubicBezTo>
                      <a:pt x="186891" y="19657"/>
                      <a:pt x="185192" y="18042"/>
                      <a:pt x="182441" y="18042"/>
                    </a:cubicBezTo>
                    <a:cubicBezTo>
                      <a:pt x="179044" y="18042"/>
                      <a:pt x="176699" y="19899"/>
                      <a:pt x="172734" y="25646"/>
                    </a:cubicBezTo>
                    <a:lnTo>
                      <a:pt x="172734" y="18201"/>
                    </a:lnTo>
                    <a:lnTo>
                      <a:pt x="172329" y="18042"/>
                    </a:lnTo>
                    <a:cubicBezTo>
                      <a:pt x="168043" y="19820"/>
                      <a:pt x="165130" y="20872"/>
                      <a:pt x="160359" y="22407"/>
                    </a:cubicBezTo>
                    <a:lnTo>
                      <a:pt x="160359" y="23701"/>
                    </a:lnTo>
                    <a:cubicBezTo>
                      <a:pt x="161491" y="23459"/>
                      <a:pt x="162221" y="23380"/>
                      <a:pt x="163189" y="23380"/>
                    </a:cubicBezTo>
                    <a:cubicBezTo>
                      <a:pt x="165213" y="23380"/>
                      <a:pt x="165940" y="24674"/>
                      <a:pt x="165940" y="28234"/>
                    </a:cubicBezTo>
                    <a:lnTo>
                      <a:pt x="165940" y="48458"/>
                    </a:lnTo>
                    <a:cubicBezTo>
                      <a:pt x="165940" y="52503"/>
                      <a:pt x="165372" y="53070"/>
                      <a:pt x="160197" y="54038"/>
                    </a:cubicBezTo>
                    <a:lnTo>
                      <a:pt x="160197" y="55253"/>
                    </a:lnTo>
                    <a:lnTo>
                      <a:pt x="179611" y="55253"/>
                    </a:lnTo>
                    <a:lnTo>
                      <a:pt x="179611" y="54038"/>
                    </a:lnTo>
                    <a:cubicBezTo>
                      <a:pt x="174111" y="53796"/>
                      <a:pt x="172734" y="52582"/>
                      <a:pt x="172734" y="47970"/>
                    </a:cubicBezTo>
                    <a:lnTo>
                      <a:pt x="172734" y="29770"/>
                    </a:lnTo>
                    <a:cubicBezTo>
                      <a:pt x="172734" y="27182"/>
                      <a:pt x="176214" y="23138"/>
                      <a:pt x="178397" y="23138"/>
                    </a:cubicBezTo>
                    <a:cubicBezTo>
                      <a:pt x="178881" y="23138"/>
                      <a:pt x="179611" y="23543"/>
                      <a:pt x="180500" y="24352"/>
                    </a:cubicBezTo>
                    <a:cubicBezTo>
                      <a:pt x="181794" y="25483"/>
                      <a:pt x="182683" y="25967"/>
                      <a:pt x="183735" y="25967"/>
                    </a:cubicBezTo>
                    <a:cubicBezTo>
                      <a:pt x="185679" y="25967"/>
                      <a:pt x="186891" y="24594"/>
                      <a:pt x="186891" y="22328"/>
                    </a:cubicBez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emp_label_outline_1"/>
              <p:cNvSpPr/>
              <p:nvPr/>
            </p:nvSpPr>
            <p:spPr>
              <a:xfrm>
                <a:off x="1451161" y="1511548"/>
                <a:ext cx="113836" cy="56062"/>
              </a:xfrm>
              <a:custGeom>
                <a:avLst/>
                <a:gdLst/>
                <a:ahLst/>
                <a:cxnLst/>
                <a:rect l="0" t="0" r="r" b="b"/>
                <a:pathLst>
                  <a:path w="113836" h="56063">
                    <a:moveTo>
                      <a:pt x="19173" y="55253"/>
                    </a:moveTo>
                    <a:lnTo>
                      <a:pt x="19173" y="54038"/>
                    </a:lnTo>
                    <a:cubicBezTo>
                      <a:pt x="13834" y="53634"/>
                      <a:pt x="13188" y="52824"/>
                      <a:pt x="13188" y="47002"/>
                    </a:cubicBezTo>
                    <a:lnTo>
                      <a:pt x="13188" y="18284"/>
                    </a:lnTo>
                    <a:lnTo>
                      <a:pt x="12863" y="18042"/>
                    </a:lnTo>
                    <a:lnTo>
                      <a:pt x="325" y="22491"/>
                    </a:lnTo>
                    <a:lnTo>
                      <a:pt x="325" y="23701"/>
                    </a:lnTo>
                    <a:lnTo>
                      <a:pt x="972" y="23622"/>
                    </a:lnTo>
                    <a:cubicBezTo>
                      <a:pt x="1941" y="23459"/>
                      <a:pt x="2992" y="23380"/>
                      <a:pt x="3722" y="23380"/>
                    </a:cubicBezTo>
                    <a:cubicBezTo>
                      <a:pt x="5663" y="23380"/>
                      <a:pt x="6389" y="24674"/>
                      <a:pt x="6389" y="28234"/>
                    </a:cubicBezTo>
                    <a:lnTo>
                      <a:pt x="6389" y="47002"/>
                    </a:lnTo>
                    <a:cubicBezTo>
                      <a:pt x="6389" y="52824"/>
                      <a:pt x="5584" y="53717"/>
                      <a:pt x="0" y="54038"/>
                    </a:cubicBezTo>
                    <a:lnTo>
                      <a:pt x="0" y="55253"/>
                    </a:lnTo>
                    <a:lnTo>
                      <a:pt x="19173" y="55253"/>
                    </a:lnTo>
                    <a:close/>
                    <a:moveTo>
                      <a:pt x="13914" y="4127"/>
                    </a:moveTo>
                    <a:cubicBezTo>
                      <a:pt x="13914" y="1861"/>
                      <a:pt x="12136" y="0"/>
                      <a:pt x="9790" y="0"/>
                    </a:cubicBezTo>
                    <a:cubicBezTo>
                      <a:pt x="7525" y="0"/>
                      <a:pt x="5663" y="1861"/>
                      <a:pt x="5663" y="4127"/>
                    </a:cubicBezTo>
                    <a:cubicBezTo>
                      <a:pt x="5663" y="6473"/>
                      <a:pt x="7525" y="8251"/>
                      <a:pt x="9790" y="8251"/>
                    </a:cubicBezTo>
                    <a:cubicBezTo>
                      <a:pt x="12136" y="8251"/>
                      <a:pt x="13914" y="6473"/>
                      <a:pt x="13914" y="4127"/>
                    </a:cubicBezTo>
                    <a:close/>
                    <a:moveTo>
                      <a:pt x="54527" y="43363"/>
                    </a:moveTo>
                    <a:lnTo>
                      <a:pt x="53396" y="42632"/>
                    </a:lnTo>
                    <a:cubicBezTo>
                      <a:pt x="49511" y="48296"/>
                      <a:pt x="46598" y="50236"/>
                      <a:pt x="41990" y="50236"/>
                    </a:cubicBezTo>
                    <a:cubicBezTo>
                      <a:pt x="34544" y="50236"/>
                      <a:pt x="29449" y="43767"/>
                      <a:pt x="29449" y="34461"/>
                    </a:cubicBezTo>
                    <a:cubicBezTo>
                      <a:pt x="29449" y="26051"/>
                      <a:pt x="33898" y="20387"/>
                      <a:pt x="40449" y="20387"/>
                    </a:cubicBezTo>
                    <a:cubicBezTo>
                      <a:pt x="43363" y="20387"/>
                      <a:pt x="44414" y="21276"/>
                      <a:pt x="45225" y="24269"/>
                    </a:cubicBezTo>
                    <a:lnTo>
                      <a:pt x="45709" y="26051"/>
                    </a:lnTo>
                    <a:cubicBezTo>
                      <a:pt x="46355" y="28396"/>
                      <a:pt x="47812" y="29770"/>
                      <a:pt x="49594" y="29770"/>
                    </a:cubicBezTo>
                    <a:cubicBezTo>
                      <a:pt x="51698" y="29770"/>
                      <a:pt x="53396" y="28234"/>
                      <a:pt x="53396" y="26372"/>
                    </a:cubicBezTo>
                    <a:cubicBezTo>
                      <a:pt x="53396" y="21844"/>
                      <a:pt x="47733" y="18042"/>
                      <a:pt x="40938" y="18042"/>
                    </a:cubicBezTo>
                    <a:cubicBezTo>
                      <a:pt x="37136" y="18042"/>
                      <a:pt x="33251" y="19498"/>
                      <a:pt x="30016" y="22165"/>
                    </a:cubicBezTo>
                    <a:cubicBezTo>
                      <a:pt x="25646" y="25805"/>
                      <a:pt x="23222" y="31389"/>
                      <a:pt x="23222" y="38104"/>
                    </a:cubicBezTo>
                    <a:cubicBezTo>
                      <a:pt x="23222" y="48538"/>
                      <a:pt x="29611" y="56063"/>
                      <a:pt x="38589" y="56063"/>
                    </a:cubicBezTo>
                    <a:cubicBezTo>
                      <a:pt x="42069" y="56063"/>
                      <a:pt x="45141" y="54927"/>
                      <a:pt x="47896" y="52665"/>
                    </a:cubicBezTo>
                    <a:cubicBezTo>
                      <a:pt x="50320" y="50725"/>
                      <a:pt x="51939" y="48375"/>
                      <a:pt x="54527" y="43363"/>
                    </a:cubicBezTo>
                    <a:close/>
                    <a:moveTo>
                      <a:pt x="92875" y="52018"/>
                    </a:moveTo>
                    <a:lnTo>
                      <a:pt x="92875" y="49915"/>
                    </a:lnTo>
                    <a:cubicBezTo>
                      <a:pt x="91502" y="51046"/>
                      <a:pt x="90529" y="51451"/>
                      <a:pt x="89319" y="51451"/>
                    </a:cubicBezTo>
                    <a:cubicBezTo>
                      <a:pt x="87459" y="51451"/>
                      <a:pt x="86891" y="50320"/>
                      <a:pt x="86891" y="46760"/>
                    </a:cubicBezTo>
                    <a:lnTo>
                      <a:pt x="86891" y="30984"/>
                    </a:lnTo>
                    <a:cubicBezTo>
                      <a:pt x="86891" y="26856"/>
                      <a:pt x="86486" y="24594"/>
                      <a:pt x="85354" y="22733"/>
                    </a:cubicBezTo>
                    <a:cubicBezTo>
                      <a:pt x="83656" y="19657"/>
                      <a:pt x="80175" y="18042"/>
                      <a:pt x="75242" y="18042"/>
                    </a:cubicBezTo>
                    <a:cubicBezTo>
                      <a:pt x="71115" y="18042"/>
                      <a:pt x="67234" y="19173"/>
                      <a:pt x="64967" y="21034"/>
                    </a:cubicBezTo>
                    <a:cubicBezTo>
                      <a:pt x="62948" y="22733"/>
                      <a:pt x="61650" y="25078"/>
                      <a:pt x="61650" y="27103"/>
                    </a:cubicBezTo>
                    <a:cubicBezTo>
                      <a:pt x="61650" y="28960"/>
                      <a:pt x="63189" y="30579"/>
                      <a:pt x="65129" y="30579"/>
                    </a:cubicBezTo>
                    <a:cubicBezTo>
                      <a:pt x="67070" y="30579"/>
                      <a:pt x="68769" y="28960"/>
                      <a:pt x="68769" y="27182"/>
                    </a:cubicBezTo>
                    <a:cubicBezTo>
                      <a:pt x="68769" y="26856"/>
                      <a:pt x="68689" y="26456"/>
                      <a:pt x="68607" y="25888"/>
                    </a:cubicBezTo>
                    <a:cubicBezTo>
                      <a:pt x="68448" y="25158"/>
                      <a:pt x="68364" y="24511"/>
                      <a:pt x="68364" y="23947"/>
                    </a:cubicBezTo>
                    <a:cubicBezTo>
                      <a:pt x="68364" y="21761"/>
                      <a:pt x="70956" y="19983"/>
                      <a:pt x="74191" y="19983"/>
                    </a:cubicBezTo>
                    <a:cubicBezTo>
                      <a:pt x="78156" y="19983"/>
                      <a:pt x="80338" y="22328"/>
                      <a:pt x="80338" y="26698"/>
                    </a:cubicBezTo>
                    <a:lnTo>
                      <a:pt x="80338" y="31631"/>
                    </a:lnTo>
                    <a:cubicBezTo>
                      <a:pt x="67880" y="36647"/>
                      <a:pt x="66504" y="37294"/>
                      <a:pt x="63026" y="40366"/>
                    </a:cubicBezTo>
                    <a:cubicBezTo>
                      <a:pt x="61248" y="41985"/>
                      <a:pt x="60113" y="44736"/>
                      <a:pt x="60113" y="47407"/>
                    </a:cubicBezTo>
                    <a:cubicBezTo>
                      <a:pt x="60113" y="52503"/>
                      <a:pt x="63594" y="56063"/>
                      <a:pt x="68607" y="56063"/>
                    </a:cubicBezTo>
                    <a:cubicBezTo>
                      <a:pt x="72166" y="56063"/>
                      <a:pt x="75484" y="54364"/>
                      <a:pt x="80418" y="50157"/>
                    </a:cubicBezTo>
                    <a:cubicBezTo>
                      <a:pt x="80823" y="54443"/>
                      <a:pt x="82278" y="56063"/>
                      <a:pt x="85597" y="56063"/>
                    </a:cubicBezTo>
                    <a:cubicBezTo>
                      <a:pt x="88348" y="56063"/>
                      <a:pt x="90046" y="55090"/>
                      <a:pt x="92875" y="52018"/>
                    </a:cubicBezTo>
                    <a:close/>
                    <a:moveTo>
                      <a:pt x="80338" y="45303"/>
                    </a:moveTo>
                    <a:cubicBezTo>
                      <a:pt x="80338" y="47811"/>
                      <a:pt x="79934" y="48538"/>
                      <a:pt x="78235" y="49589"/>
                    </a:cubicBezTo>
                    <a:cubicBezTo>
                      <a:pt x="76294" y="50725"/>
                      <a:pt x="74028" y="51371"/>
                      <a:pt x="72329" y="51371"/>
                    </a:cubicBezTo>
                    <a:cubicBezTo>
                      <a:pt x="69499" y="51371"/>
                      <a:pt x="67234" y="48621"/>
                      <a:pt x="67234" y="45141"/>
                    </a:cubicBezTo>
                    <a:lnTo>
                      <a:pt x="67234" y="44819"/>
                    </a:lnTo>
                    <a:cubicBezTo>
                      <a:pt x="67234" y="40045"/>
                      <a:pt x="70551" y="37132"/>
                      <a:pt x="80338" y="33572"/>
                    </a:cubicBezTo>
                    <a:lnTo>
                      <a:pt x="80338" y="45303"/>
                    </a:lnTo>
                    <a:close/>
                    <a:moveTo>
                      <a:pt x="113836" y="55253"/>
                    </a:moveTo>
                    <a:lnTo>
                      <a:pt x="113836" y="54038"/>
                    </a:lnTo>
                    <a:cubicBezTo>
                      <a:pt x="108657" y="53717"/>
                      <a:pt x="107768" y="52907"/>
                      <a:pt x="107768" y="48458"/>
                    </a:cubicBezTo>
                    <a:lnTo>
                      <a:pt x="107768" y="163"/>
                    </a:lnTo>
                    <a:lnTo>
                      <a:pt x="107442" y="0"/>
                    </a:lnTo>
                    <a:cubicBezTo>
                      <a:pt x="103236" y="1377"/>
                      <a:pt x="100164" y="2187"/>
                      <a:pt x="94579" y="3560"/>
                    </a:cubicBezTo>
                    <a:lnTo>
                      <a:pt x="94579" y="4854"/>
                    </a:lnTo>
                    <a:lnTo>
                      <a:pt x="95068" y="4854"/>
                    </a:lnTo>
                    <a:cubicBezTo>
                      <a:pt x="95957" y="4774"/>
                      <a:pt x="96925" y="4691"/>
                      <a:pt x="97573" y="4691"/>
                    </a:cubicBezTo>
                    <a:cubicBezTo>
                      <a:pt x="100164" y="4691"/>
                      <a:pt x="100974" y="5826"/>
                      <a:pt x="100974" y="9628"/>
                    </a:cubicBezTo>
                    <a:lnTo>
                      <a:pt x="100974" y="48216"/>
                    </a:lnTo>
                    <a:cubicBezTo>
                      <a:pt x="100974" y="52582"/>
                      <a:pt x="99839" y="53634"/>
                      <a:pt x="94742" y="54038"/>
                    </a:cubicBezTo>
                    <a:lnTo>
                      <a:pt x="94742" y="55253"/>
                    </a:lnTo>
                    <a:lnTo>
                      <a:pt x="113836" y="55253"/>
                    </a:ln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emp_label_outline_2"/>
              <p:cNvSpPr/>
              <p:nvPr/>
            </p:nvSpPr>
            <p:spPr>
              <a:xfrm>
                <a:off x="1589462" y="1511548"/>
                <a:ext cx="80417" cy="56062"/>
              </a:xfrm>
              <a:custGeom>
                <a:avLst/>
                <a:gdLst/>
                <a:ahLst/>
                <a:cxnLst/>
                <a:rect l="0" t="0" r="r" b="b"/>
                <a:pathLst>
                  <a:path w="80418" h="56063">
                    <a:moveTo>
                      <a:pt x="39560" y="55253"/>
                    </a:moveTo>
                    <a:lnTo>
                      <a:pt x="39560" y="54038"/>
                    </a:lnTo>
                    <a:cubicBezTo>
                      <a:pt x="35190" y="53717"/>
                      <a:pt x="34381" y="52907"/>
                      <a:pt x="34381" y="48700"/>
                    </a:cubicBezTo>
                    <a:lnTo>
                      <a:pt x="34381" y="163"/>
                    </a:lnTo>
                    <a:lnTo>
                      <a:pt x="33976" y="0"/>
                    </a:lnTo>
                    <a:cubicBezTo>
                      <a:pt x="33330" y="83"/>
                      <a:pt x="32520" y="405"/>
                      <a:pt x="31468" y="889"/>
                    </a:cubicBezTo>
                    <a:cubicBezTo>
                      <a:pt x="30011" y="1619"/>
                      <a:pt x="28801" y="2024"/>
                      <a:pt x="28071" y="2024"/>
                    </a:cubicBezTo>
                    <a:cubicBezTo>
                      <a:pt x="27666" y="2024"/>
                      <a:pt x="26777" y="1782"/>
                      <a:pt x="25646" y="1377"/>
                    </a:cubicBezTo>
                    <a:cubicBezTo>
                      <a:pt x="23379" y="484"/>
                      <a:pt x="21035" y="0"/>
                      <a:pt x="18931" y="0"/>
                    </a:cubicBezTo>
                    <a:cubicBezTo>
                      <a:pt x="15292" y="0"/>
                      <a:pt x="11568" y="1941"/>
                      <a:pt x="9303" y="5096"/>
                    </a:cubicBezTo>
                    <a:cubicBezTo>
                      <a:pt x="6878" y="8576"/>
                      <a:pt x="6068" y="11732"/>
                      <a:pt x="5743" y="18848"/>
                    </a:cubicBezTo>
                    <a:lnTo>
                      <a:pt x="0" y="18848"/>
                    </a:lnTo>
                    <a:lnTo>
                      <a:pt x="0" y="21439"/>
                    </a:lnTo>
                    <a:lnTo>
                      <a:pt x="5584" y="21439"/>
                    </a:lnTo>
                    <a:lnTo>
                      <a:pt x="5584" y="46760"/>
                    </a:lnTo>
                    <a:cubicBezTo>
                      <a:pt x="5584" y="52745"/>
                      <a:pt x="4854" y="53717"/>
                      <a:pt x="0" y="54038"/>
                    </a:cubicBezTo>
                    <a:lnTo>
                      <a:pt x="0" y="55253"/>
                    </a:lnTo>
                    <a:lnTo>
                      <a:pt x="18122" y="55253"/>
                    </a:lnTo>
                    <a:lnTo>
                      <a:pt x="18122" y="54038"/>
                    </a:lnTo>
                    <a:cubicBezTo>
                      <a:pt x="13510" y="53554"/>
                      <a:pt x="12379" y="52582"/>
                      <a:pt x="12379" y="48863"/>
                    </a:cubicBezTo>
                    <a:lnTo>
                      <a:pt x="12379" y="21439"/>
                    </a:lnTo>
                    <a:lnTo>
                      <a:pt x="27587" y="21439"/>
                    </a:lnTo>
                    <a:lnTo>
                      <a:pt x="27587" y="48458"/>
                    </a:lnTo>
                    <a:cubicBezTo>
                      <a:pt x="27587" y="52423"/>
                      <a:pt x="26373" y="53717"/>
                      <a:pt x="22165" y="54038"/>
                    </a:cubicBezTo>
                    <a:lnTo>
                      <a:pt x="22165" y="55253"/>
                    </a:lnTo>
                    <a:lnTo>
                      <a:pt x="39560" y="55253"/>
                    </a:lnTo>
                    <a:close/>
                    <a:moveTo>
                      <a:pt x="27587" y="18848"/>
                    </a:moveTo>
                    <a:lnTo>
                      <a:pt x="12379" y="18848"/>
                    </a:lnTo>
                    <a:lnTo>
                      <a:pt x="12379" y="14645"/>
                    </a:lnTo>
                    <a:cubicBezTo>
                      <a:pt x="12379" y="6231"/>
                      <a:pt x="14077" y="2187"/>
                      <a:pt x="17638" y="2187"/>
                    </a:cubicBezTo>
                    <a:cubicBezTo>
                      <a:pt x="19416" y="2187"/>
                      <a:pt x="20387" y="2834"/>
                      <a:pt x="21844" y="5016"/>
                    </a:cubicBezTo>
                    <a:cubicBezTo>
                      <a:pt x="23379" y="7283"/>
                      <a:pt x="24432" y="8009"/>
                      <a:pt x="26293" y="8009"/>
                    </a:cubicBezTo>
                    <a:cubicBezTo>
                      <a:pt x="26941" y="8009"/>
                      <a:pt x="27182" y="7929"/>
                      <a:pt x="27587" y="7441"/>
                    </a:cubicBezTo>
                    <a:lnTo>
                      <a:pt x="27587" y="18848"/>
                    </a:lnTo>
                    <a:close/>
                    <a:moveTo>
                      <a:pt x="80418" y="36322"/>
                    </a:moveTo>
                    <a:cubicBezTo>
                      <a:pt x="80418" y="25725"/>
                      <a:pt x="72977" y="18042"/>
                      <a:pt x="62622" y="18042"/>
                    </a:cubicBezTo>
                    <a:cubicBezTo>
                      <a:pt x="52104" y="18042"/>
                      <a:pt x="44743" y="25805"/>
                      <a:pt x="44743" y="36969"/>
                    </a:cubicBezTo>
                    <a:cubicBezTo>
                      <a:pt x="44743" y="47891"/>
                      <a:pt x="52268" y="56063"/>
                      <a:pt x="62460" y="56063"/>
                    </a:cubicBezTo>
                    <a:cubicBezTo>
                      <a:pt x="72652" y="56063"/>
                      <a:pt x="80418" y="47486"/>
                      <a:pt x="80418" y="36322"/>
                    </a:cubicBezTo>
                    <a:close/>
                    <a:moveTo>
                      <a:pt x="73139" y="39156"/>
                    </a:moveTo>
                    <a:cubicBezTo>
                      <a:pt x="73139" y="48296"/>
                      <a:pt x="69496" y="53796"/>
                      <a:pt x="63431" y="53796"/>
                    </a:cubicBezTo>
                    <a:cubicBezTo>
                      <a:pt x="60277" y="53796"/>
                      <a:pt x="57285" y="51856"/>
                      <a:pt x="55582" y="48621"/>
                    </a:cubicBezTo>
                    <a:cubicBezTo>
                      <a:pt x="53320" y="44414"/>
                      <a:pt x="52026" y="38751"/>
                      <a:pt x="52026" y="33008"/>
                    </a:cubicBezTo>
                    <a:cubicBezTo>
                      <a:pt x="52026" y="25321"/>
                      <a:pt x="55828" y="20304"/>
                      <a:pt x="61571" y="20304"/>
                    </a:cubicBezTo>
                    <a:cubicBezTo>
                      <a:pt x="68365" y="20304"/>
                      <a:pt x="73139" y="28071"/>
                      <a:pt x="73139" y="39156"/>
                    </a:cubicBez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emp_label_outline_3"/>
              <p:cNvSpPr/>
              <p:nvPr/>
            </p:nvSpPr>
            <p:spPr>
              <a:xfrm>
                <a:off x="1671119" y="1530395"/>
                <a:ext cx="54443" cy="37536"/>
              </a:xfrm>
              <a:custGeom>
                <a:avLst/>
                <a:gdLst/>
                <a:ahLst/>
                <a:cxnLst/>
                <a:rect l="0" t="0" r="r" b="b"/>
                <a:pathLst>
                  <a:path w="54444" h="37536">
                    <a:moveTo>
                      <a:pt x="54444" y="1214"/>
                    </a:moveTo>
                    <a:lnTo>
                      <a:pt x="54444" y="0"/>
                    </a:lnTo>
                    <a:lnTo>
                      <a:pt x="44493" y="0"/>
                    </a:lnTo>
                    <a:lnTo>
                      <a:pt x="44493" y="1214"/>
                    </a:lnTo>
                    <a:cubicBezTo>
                      <a:pt x="47244" y="1782"/>
                      <a:pt x="48053" y="2350"/>
                      <a:pt x="48053" y="3723"/>
                    </a:cubicBezTo>
                    <a:cubicBezTo>
                      <a:pt x="48053" y="4937"/>
                      <a:pt x="47565" y="6878"/>
                      <a:pt x="46676" y="9061"/>
                    </a:cubicBezTo>
                    <a:lnTo>
                      <a:pt x="39398" y="27023"/>
                    </a:lnTo>
                    <a:lnTo>
                      <a:pt x="32603" y="8902"/>
                    </a:lnTo>
                    <a:cubicBezTo>
                      <a:pt x="31225" y="5179"/>
                      <a:pt x="31225" y="5179"/>
                      <a:pt x="31225" y="4128"/>
                    </a:cubicBezTo>
                    <a:cubicBezTo>
                      <a:pt x="31225" y="2350"/>
                      <a:pt x="32114" y="1782"/>
                      <a:pt x="35917" y="1214"/>
                    </a:cubicBezTo>
                    <a:lnTo>
                      <a:pt x="35917" y="0"/>
                    </a:lnTo>
                    <a:lnTo>
                      <a:pt x="19494" y="0"/>
                    </a:lnTo>
                    <a:lnTo>
                      <a:pt x="19494" y="1214"/>
                    </a:lnTo>
                    <a:cubicBezTo>
                      <a:pt x="22490" y="1540"/>
                      <a:pt x="23459" y="2429"/>
                      <a:pt x="25079" y="6798"/>
                    </a:cubicBezTo>
                    <a:lnTo>
                      <a:pt x="26698" y="11327"/>
                    </a:lnTo>
                    <a:lnTo>
                      <a:pt x="19336" y="27424"/>
                    </a:lnTo>
                    <a:lnTo>
                      <a:pt x="11327" y="6310"/>
                    </a:lnTo>
                    <a:cubicBezTo>
                      <a:pt x="11001" y="5505"/>
                      <a:pt x="10838" y="4695"/>
                      <a:pt x="10838" y="3885"/>
                    </a:cubicBezTo>
                    <a:cubicBezTo>
                      <a:pt x="10838" y="2187"/>
                      <a:pt x="11811" y="1540"/>
                      <a:pt x="14562" y="1214"/>
                    </a:cubicBezTo>
                    <a:lnTo>
                      <a:pt x="14562" y="0"/>
                    </a:lnTo>
                    <a:lnTo>
                      <a:pt x="0" y="0"/>
                    </a:lnTo>
                    <a:lnTo>
                      <a:pt x="0" y="1214"/>
                    </a:lnTo>
                    <a:cubicBezTo>
                      <a:pt x="1862" y="1377"/>
                      <a:pt x="2508" y="2187"/>
                      <a:pt x="4286" y="6310"/>
                    </a:cubicBezTo>
                    <a:lnTo>
                      <a:pt x="15208" y="33976"/>
                    </a:lnTo>
                    <a:cubicBezTo>
                      <a:pt x="16181" y="36405"/>
                      <a:pt x="16827" y="37536"/>
                      <a:pt x="17311" y="37536"/>
                    </a:cubicBezTo>
                    <a:cubicBezTo>
                      <a:pt x="17716" y="37536"/>
                      <a:pt x="18363" y="36485"/>
                      <a:pt x="19336" y="34381"/>
                    </a:cubicBezTo>
                    <a:lnTo>
                      <a:pt x="28396" y="14966"/>
                    </a:lnTo>
                    <a:lnTo>
                      <a:pt x="35754" y="34060"/>
                    </a:lnTo>
                    <a:cubicBezTo>
                      <a:pt x="36890" y="37052"/>
                      <a:pt x="37211" y="37536"/>
                      <a:pt x="37699" y="37536"/>
                    </a:cubicBezTo>
                    <a:cubicBezTo>
                      <a:pt x="38263" y="37536"/>
                      <a:pt x="38668" y="36810"/>
                      <a:pt x="39962" y="33576"/>
                    </a:cubicBezTo>
                    <a:lnTo>
                      <a:pt x="51125" y="5584"/>
                    </a:lnTo>
                    <a:cubicBezTo>
                      <a:pt x="52582" y="2187"/>
                      <a:pt x="52824" y="1782"/>
                      <a:pt x="54444" y="1214"/>
                    </a:cubicBez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emp_label_outline_4"/>
              <p:cNvSpPr/>
              <p:nvPr/>
            </p:nvSpPr>
            <p:spPr>
              <a:xfrm>
                <a:off x="1777401" y="1495818"/>
                <a:ext cx="25157" cy="13509"/>
              </a:xfrm>
              <a:custGeom>
                <a:avLst/>
                <a:gdLst/>
                <a:ahLst/>
                <a:cxnLst/>
                <a:rect l="0" t="0" r="r" b="b"/>
                <a:pathLst>
                  <a:path w="25158" h="13510">
                    <a:moveTo>
                      <a:pt x="25158" y="13510"/>
                    </a:moveTo>
                    <a:lnTo>
                      <a:pt x="15049" y="0"/>
                    </a:lnTo>
                    <a:lnTo>
                      <a:pt x="10033" y="0"/>
                    </a:lnTo>
                    <a:lnTo>
                      <a:pt x="0" y="13510"/>
                    </a:lnTo>
                    <a:lnTo>
                      <a:pt x="2750" y="13510"/>
                    </a:lnTo>
                    <a:lnTo>
                      <a:pt x="12541" y="5175"/>
                    </a:lnTo>
                    <a:lnTo>
                      <a:pt x="22408" y="13510"/>
                    </a:lnTo>
                    <a:lnTo>
                      <a:pt x="25158" y="13510"/>
                    </a:ln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emp_label_outline_5"/>
              <p:cNvSpPr/>
              <p:nvPr/>
            </p:nvSpPr>
            <p:spPr>
              <a:xfrm>
                <a:off x="1751026" y="1513977"/>
                <a:ext cx="56387" cy="52824"/>
              </a:xfrm>
              <a:custGeom>
                <a:avLst/>
                <a:gdLst/>
                <a:ahLst/>
                <a:cxnLst/>
                <a:rect l="0" t="0" r="r" b="b"/>
                <a:pathLst>
                  <a:path w="56388" h="52824">
                    <a:moveTo>
                      <a:pt x="53880" y="12374"/>
                    </a:moveTo>
                    <a:lnTo>
                      <a:pt x="56388" y="0"/>
                    </a:lnTo>
                    <a:lnTo>
                      <a:pt x="11005" y="0"/>
                    </a:lnTo>
                    <a:lnTo>
                      <a:pt x="11005" y="1294"/>
                    </a:lnTo>
                    <a:cubicBezTo>
                      <a:pt x="17153" y="1778"/>
                      <a:pt x="18284" y="2262"/>
                      <a:pt x="18363" y="4528"/>
                    </a:cubicBezTo>
                    <a:cubicBezTo>
                      <a:pt x="18363" y="5822"/>
                      <a:pt x="17963" y="7763"/>
                      <a:pt x="17474" y="9787"/>
                    </a:cubicBezTo>
                    <a:lnTo>
                      <a:pt x="7362" y="45541"/>
                    </a:lnTo>
                    <a:cubicBezTo>
                      <a:pt x="5905" y="50395"/>
                      <a:pt x="5259" y="50883"/>
                      <a:pt x="0" y="51530"/>
                    </a:cubicBezTo>
                    <a:lnTo>
                      <a:pt x="83" y="52824"/>
                    </a:lnTo>
                    <a:lnTo>
                      <a:pt x="23463" y="52824"/>
                    </a:lnTo>
                    <a:lnTo>
                      <a:pt x="23380" y="51530"/>
                    </a:lnTo>
                    <a:cubicBezTo>
                      <a:pt x="18042" y="51288"/>
                      <a:pt x="16423" y="50395"/>
                      <a:pt x="16343" y="47970"/>
                    </a:cubicBezTo>
                    <a:cubicBezTo>
                      <a:pt x="16343" y="47244"/>
                      <a:pt x="16423" y="46272"/>
                      <a:pt x="16911" y="44331"/>
                    </a:cubicBezTo>
                    <a:lnTo>
                      <a:pt x="22007" y="26452"/>
                    </a:lnTo>
                    <a:cubicBezTo>
                      <a:pt x="25241" y="26614"/>
                      <a:pt x="27182" y="26694"/>
                      <a:pt x="29123" y="26694"/>
                    </a:cubicBezTo>
                    <a:cubicBezTo>
                      <a:pt x="32524" y="26694"/>
                      <a:pt x="33171" y="26777"/>
                      <a:pt x="33976" y="27099"/>
                    </a:cubicBezTo>
                    <a:cubicBezTo>
                      <a:pt x="35274" y="27666"/>
                      <a:pt x="36001" y="28797"/>
                      <a:pt x="36080" y="30416"/>
                    </a:cubicBezTo>
                    <a:cubicBezTo>
                      <a:pt x="36080" y="31710"/>
                      <a:pt x="36001" y="32599"/>
                      <a:pt x="35921" y="35107"/>
                    </a:cubicBezTo>
                    <a:lnTo>
                      <a:pt x="37457" y="35512"/>
                    </a:lnTo>
                    <a:lnTo>
                      <a:pt x="43847" y="16502"/>
                    </a:lnTo>
                    <a:lnTo>
                      <a:pt x="42716" y="16097"/>
                    </a:lnTo>
                    <a:cubicBezTo>
                      <a:pt x="38830" y="23376"/>
                      <a:pt x="38509" y="23459"/>
                      <a:pt x="22896" y="23622"/>
                    </a:cubicBezTo>
                    <a:lnTo>
                      <a:pt x="28234" y="4770"/>
                    </a:lnTo>
                    <a:cubicBezTo>
                      <a:pt x="28638" y="3155"/>
                      <a:pt x="29932" y="2667"/>
                      <a:pt x="33576" y="2667"/>
                    </a:cubicBezTo>
                    <a:cubicBezTo>
                      <a:pt x="48701" y="2667"/>
                      <a:pt x="51776" y="3719"/>
                      <a:pt x="51939" y="8815"/>
                    </a:cubicBezTo>
                    <a:cubicBezTo>
                      <a:pt x="52018" y="9382"/>
                      <a:pt x="52018" y="9707"/>
                      <a:pt x="51939" y="10676"/>
                    </a:cubicBezTo>
                    <a:cubicBezTo>
                      <a:pt x="51856" y="11243"/>
                      <a:pt x="51939" y="11565"/>
                      <a:pt x="51856" y="12216"/>
                    </a:cubicBezTo>
                    <a:lnTo>
                      <a:pt x="53880" y="12374"/>
                    </a:ln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38" name="score_label"/>
            <p:cNvGrpSpPr/>
            <p:nvPr/>
          </p:nvGrpSpPr>
          <p:grpSpPr>
            <a:xfrm>
              <a:off x="1274507" y="1869062"/>
              <a:ext cx="485870" cy="56061"/>
              <a:chOff x="1291283" y="1882173"/>
              <a:chExt cx="485870" cy="56061"/>
            </a:xfrm>
          </p:grpSpPr>
          <p:sp>
            <p:nvSpPr>
              <p:cNvPr id="139" name="score_label_outline_0"/>
              <p:cNvSpPr/>
              <p:nvPr/>
            </p:nvSpPr>
            <p:spPr>
              <a:xfrm>
                <a:off x="1291283" y="1900214"/>
                <a:ext cx="164966" cy="38020"/>
              </a:xfrm>
              <a:custGeom>
                <a:avLst/>
                <a:gdLst/>
                <a:ahLst/>
                <a:cxnLst/>
                <a:rect l="0" t="0" r="r" b="b"/>
                <a:pathLst>
                  <a:path w="164967" h="38021">
                    <a:moveTo>
                      <a:pt x="24023" y="27666"/>
                    </a:moveTo>
                    <a:cubicBezTo>
                      <a:pt x="24023" y="23622"/>
                      <a:pt x="22165" y="20951"/>
                      <a:pt x="17228" y="18038"/>
                    </a:cubicBezTo>
                    <a:lnTo>
                      <a:pt x="8493" y="12863"/>
                    </a:lnTo>
                    <a:cubicBezTo>
                      <a:pt x="6227" y="11565"/>
                      <a:pt x="5013" y="9545"/>
                      <a:pt x="5013" y="7362"/>
                    </a:cubicBezTo>
                    <a:cubicBezTo>
                      <a:pt x="5013" y="4044"/>
                      <a:pt x="7521" y="1857"/>
                      <a:pt x="11243" y="1857"/>
                    </a:cubicBezTo>
                    <a:cubicBezTo>
                      <a:pt x="15855" y="1857"/>
                      <a:pt x="18280" y="4528"/>
                      <a:pt x="20141" y="11811"/>
                    </a:cubicBezTo>
                    <a:lnTo>
                      <a:pt x="21356" y="11811"/>
                    </a:lnTo>
                    <a:lnTo>
                      <a:pt x="21030" y="806"/>
                    </a:lnTo>
                    <a:lnTo>
                      <a:pt x="20141" y="806"/>
                    </a:lnTo>
                    <a:lnTo>
                      <a:pt x="19979" y="968"/>
                    </a:lnTo>
                    <a:cubicBezTo>
                      <a:pt x="19252" y="1536"/>
                      <a:pt x="19169" y="1615"/>
                      <a:pt x="18848" y="1615"/>
                    </a:cubicBezTo>
                    <a:cubicBezTo>
                      <a:pt x="18363" y="1615"/>
                      <a:pt x="17554" y="1457"/>
                      <a:pt x="16665" y="1052"/>
                    </a:cubicBezTo>
                    <a:cubicBezTo>
                      <a:pt x="14962" y="405"/>
                      <a:pt x="13105" y="79"/>
                      <a:pt x="11160" y="79"/>
                    </a:cubicBezTo>
                    <a:cubicBezTo>
                      <a:pt x="4528" y="79"/>
                      <a:pt x="0" y="4124"/>
                      <a:pt x="0" y="10029"/>
                    </a:cubicBezTo>
                    <a:cubicBezTo>
                      <a:pt x="0" y="14561"/>
                      <a:pt x="2588" y="17716"/>
                      <a:pt x="9461" y="21677"/>
                    </a:cubicBezTo>
                    <a:lnTo>
                      <a:pt x="14157" y="24348"/>
                    </a:lnTo>
                    <a:cubicBezTo>
                      <a:pt x="16986" y="25968"/>
                      <a:pt x="18363" y="27908"/>
                      <a:pt x="18363" y="30417"/>
                    </a:cubicBezTo>
                    <a:cubicBezTo>
                      <a:pt x="18363" y="33976"/>
                      <a:pt x="15772" y="36239"/>
                      <a:pt x="11648" y="36239"/>
                    </a:cubicBezTo>
                    <a:cubicBezTo>
                      <a:pt x="6064" y="36239"/>
                      <a:pt x="3235" y="33167"/>
                      <a:pt x="1373" y="24916"/>
                    </a:cubicBezTo>
                    <a:lnTo>
                      <a:pt x="79" y="24916"/>
                    </a:lnTo>
                    <a:lnTo>
                      <a:pt x="79" y="37536"/>
                    </a:lnTo>
                    <a:lnTo>
                      <a:pt x="1131" y="37536"/>
                    </a:lnTo>
                    <a:cubicBezTo>
                      <a:pt x="1699" y="36727"/>
                      <a:pt x="2020" y="36564"/>
                      <a:pt x="2992" y="36564"/>
                    </a:cubicBezTo>
                    <a:cubicBezTo>
                      <a:pt x="3881" y="36564"/>
                      <a:pt x="4770" y="36727"/>
                      <a:pt x="6711" y="37211"/>
                    </a:cubicBezTo>
                    <a:cubicBezTo>
                      <a:pt x="8977" y="37695"/>
                      <a:pt x="11001" y="38021"/>
                      <a:pt x="12700" y="38021"/>
                    </a:cubicBezTo>
                    <a:cubicBezTo>
                      <a:pt x="18848" y="38021"/>
                      <a:pt x="24023" y="33330"/>
                      <a:pt x="24023" y="27666"/>
                    </a:cubicBezTo>
                    <a:close/>
                    <a:moveTo>
                      <a:pt x="60675" y="25321"/>
                    </a:moveTo>
                    <a:lnTo>
                      <a:pt x="59544" y="24590"/>
                    </a:lnTo>
                    <a:cubicBezTo>
                      <a:pt x="55659" y="30254"/>
                      <a:pt x="52746" y="32195"/>
                      <a:pt x="48138" y="32195"/>
                    </a:cubicBezTo>
                    <a:cubicBezTo>
                      <a:pt x="40693" y="32195"/>
                      <a:pt x="35597" y="25725"/>
                      <a:pt x="35597" y="16419"/>
                    </a:cubicBezTo>
                    <a:cubicBezTo>
                      <a:pt x="35597" y="8009"/>
                      <a:pt x="40046" y="2346"/>
                      <a:pt x="46598" y="2346"/>
                    </a:cubicBezTo>
                    <a:cubicBezTo>
                      <a:pt x="49511" y="2346"/>
                      <a:pt x="50563" y="3235"/>
                      <a:pt x="51372" y="6227"/>
                    </a:cubicBezTo>
                    <a:lnTo>
                      <a:pt x="51857" y="8009"/>
                    </a:lnTo>
                    <a:cubicBezTo>
                      <a:pt x="52504" y="10354"/>
                      <a:pt x="53960" y="11728"/>
                      <a:pt x="55742" y="11728"/>
                    </a:cubicBezTo>
                    <a:cubicBezTo>
                      <a:pt x="57846" y="11728"/>
                      <a:pt x="59544" y="10192"/>
                      <a:pt x="59544" y="8330"/>
                    </a:cubicBezTo>
                    <a:cubicBezTo>
                      <a:pt x="59544" y="3802"/>
                      <a:pt x="53881" y="0"/>
                      <a:pt x="47086" y="0"/>
                    </a:cubicBezTo>
                    <a:cubicBezTo>
                      <a:pt x="43284" y="0"/>
                      <a:pt x="39399" y="1457"/>
                      <a:pt x="36164" y="4124"/>
                    </a:cubicBezTo>
                    <a:cubicBezTo>
                      <a:pt x="31795" y="7763"/>
                      <a:pt x="29370" y="13347"/>
                      <a:pt x="29370" y="20062"/>
                    </a:cubicBezTo>
                    <a:cubicBezTo>
                      <a:pt x="29370" y="30496"/>
                      <a:pt x="35759" y="38021"/>
                      <a:pt x="44737" y="38021"/>
                    </a:cubicBezTo>
                    <a:cubicBezTo>
                      <a:pt x="48217" y="38021"/>
                      <a:pt x="51289" y="36886"/>
                      <a:pt x="54043" y="34623"/>
                    </a:cubicBezTo>
                    <a:cubicBezTo>
                      <a:pt x="56468" y="32683"/>
                      <a:pt x="58088" y="30333"/>
                      <a:pt x="60675" y="25321"/>
                    </a:cubicBezTo>
                    <a:close/>
                    <a:moveTo>
                      <a:pt x="101289" y="18280"/>
                    </a:moveTo>
                    <a:cubicBezTo>
                      <a:pt x="101289" y="7684"/>
                      <a:pt x="93848" y="0"/>
                      <a:pt x="83494" y="0"/>
                    </a:cubicBezTo>
                    <a:cubicBezTo>
                      <a:pt x="72976" y="0"/>
                      <a:pt x="65614" y="7763"/>
                      <a:pt x="65614" y="18927"/>
                    </a:cubicBezTo>
                    <a:cubicBezTo>
                      <a:pt x="65614" y="29849"/>
                      <a:pt x="73139" y="38021"/>
                      <a:pt x="83331" y="38021"/>
                    </a:cubicBezTo>
                    <a:cubicBezTo>
                      <a:pt x="93523" y="38021"/>
                      <a:pt x="101289" y="29444"/>
                      <a:pt x="101289" y="18280"/>
                    </a:cubicBezTo>
                    <a:close/>
                    <a:moveTo>
                      <a:pt x="94011" y="21114"/>
                    </a:moveTo>
                    <a:cubicBezTo>
                      <a:pt x="94011" y="30254"/>
                      <a:pt x="90367" y="35754"/>
                      <a:pt x="84303" y="35754"/>
                    </a:cubicBezTo>
                    <a:cubicBezTo>
                      <a:pt x="81148" y="35754"/>
                      <a:pt x="78156" y="33814"/>
                      <a:pt x="76453" y="30579"/>
                    </a:cubicBezTo>
                    <a:cubicBezTo>
                      <a:pt x="74191" y="26372"/>
                      <a:pt x="72897" y="20709"/>
                      <a:pt x="72897" y="14966"/>
                    </a:cubicBezTo>
                    <a:cubicBezTo>
                      <a:pt x="72897" y="7279"/>
                      <a:pt x="76699" y="2262"/>
                      <a:pt x="82442" y="2262"/>
                    </a:cubicBezTo>
                    <a:cubicBezTo>
                      <a:pt x="89236" y="2262"/>
                      <a:pt x="94011" y="10029"/>
                      <a:pt x="94011" y="21114"/>
                    </a:cubicBezTo>
                    <a:close/>
                    <a:moveTo>
                      <a:pt x="130821" y="4286"/>
                    </a:moveTo>
                    <a:cubicBezTo>
                      <a:pt x="130821" y="1615"/>
                      <a:pt x="129123" y="0"/>
                      <a:pt x="126373" y="0"/>
                    </a:cubicBezTo>
                    <a:cubicBezTo>
                      <a:pt x="122975" y="0"/>
                      <a:pt x="120630" y="1857"/>
                      <a:pt x="116665" y="7604"/>
                    </a:cubicBezTo>
                    <a:lnTo>
                      <a:pt x="116665" y="159"/>
                    </a:lnTo>
                    <a:lnTo>
                      <a:pt x="116261" y="0"/>
                    </a:lnTo>
                    <a:cubicBezTo>
                      <a:pt x="111974" y="1778"/>
                      <a:pt x="109061" y="2830"/>
                      <a:pt x="104291" y="4366"/>
                    </a:cubicBezTo>
                    <a:lnTo>
                      <a:pt x="104291" y="5660"/>
                    </a:lnTo>
                    <a:cubicBezTo>
                      <a:pt x="105422" y="5417"/>
                      <a:pt x="106152" y="5338"/>
                      <a:pt x="107121" y="5338"/>
                    </a:cubicBezTo>
                    <a:cubicBezTo>
                      <a:pt x="109145" y="5338"/>
                      <a:pt x="109871" y="6632"/>
                      <a:pt x="109871" y="10192"/>
                    </a:cubicBezTo>
                    <a:lnTo>
                      <a:pt x="109871" y="30417"/>
                    </a:lnTo>
                    <a:cubicBezTo>
                      <a:pt x="109871" y="34461"/>
                      <a:pt x="109303" y="35028"/>
                      <a:pt x="104128" y="35997"/>
                    </a:cubicBezTo>
                    <a:lnTo>
                      <a:pt x="104128" y="37211"/>
                    </a:lnTo>
                    <a:lnTo>
                      <a:pt x="123543" y="37211"/>
                    </a:lnTo>
                    <a:lnTo>
                      <a:pt x="123543" y="35997"/>
                    </a:lnTo>
                    <a:cubicBezTo>
                      <a:pt x="118043" y="35754"/>
                      <a:pt x="116665" y="34540"/>
                      <a:pt x="116665" y="29928"/>
                    </a:cubicBezTo>
                    <a:lnTo>
                      <a:pt x="116665" y="11728"/>
                    </a:lnTo>
                    <a:cubicBezTo>
                      <a:pt x="116665" y="9140"/>
                      <a:pt x="120146" y="5096"/>
                      <a:pt x="122329" y="5096"/>
                    </a:cubicBezTo>
                    <a:cubicBezTo>
                      <a:pt x="122813" y="5096"/>
                      <a:pt x="123543" y="5501"/>
                      <a:pt x="124432" y="6310"/>
                    </a:cubicBezTo>
                    <a:cubicBezTo>
                      <a:pt x="125726" y="7441"/>
                      <a:pt x="126615" y="7926"/>
                      <a:pt x="127667" y="7926"/>
                    </a:cubicBezTo>
                    <a:cubicBezTo>
                      <a:pt x="129611" y="7926"/>
                      <a:pt x="130821" y="6552"/>
                      <a:pt x="130821" y="4286"/>
                    </a:cubicBezTo>
                    <a:close/>
                    <a:moveTo>
                      <a:pt x="164967" y="24511"/>
                    </a:moveTo>
                    <a:lnTo>
                      <a:pt x="163669" y="23943"/>
                    </a:lnTo>
                    <a:cubicBezTo>
                      <a:pt x="159788" y="30091"/>
                      <a:pt x="156312" y="32437"/>
                      <a:pt x="151133" y="32437"/>
                    </a:cubicBezTo>
                    <a:cubicBezTo>
                      <a:pt x="146682" y="32437"/>
                      <a:pt x="143285" y="30333"/>
                      <a:pt x="140941" y="25968"/>
                    </a:cubicBezTo>
                    <a:cubicBezTo>
                      <a:pt x="139322" y="22812"/>
                      <a:pt x="138674" y="19979"/>
                      <a:pt x="138511" y="14804"/>
                    </a:cubicBezTo>
                    <a:lnTo>
                      <a:pt x="163427" y="14804"/>
                    </a:lnTo>
                    <a:cubicBezTo>
                      <a:pt x="162780" y="9545"/>
                      <a:pt x="161971" y="7199"/>
                      <a:pt x="159950" y="4612"/>
                    </a:cubicBezTo>
                    <a:cubicBezTo>
                      <a:pt x="157522" y="1699"/>
                      <a:pt x="153803" y="0"/>
                      <a:pt x="149596" y="0"/>
                    </a:cubicBezTo>
                    <a:cubicBezTo>
                      <a:pt x="139563" y="0"/>
                      <a:pt x="132690" y="8088"/>
                      <a:pt x="132690" y="19899"/>
                    </a:cubicBezTo>
                    <a:cubicBezTo>
                      <a:pt x="132690" y="31063"/>
                      <a:pt x="138511" y="38021"/>
                      <a:pt x="147814" y="38021"/>
                    </a:cubicBezTo>
                    <a:cubicBezTo>
                      <a:pt x="155581" y="38021"/>
                      <a:pt x="161566" y="33246"/>
                      <a:pt x="164967" y="24511"/>
                    </a:cubicBezTo>
                    <a:close/>
                    <a:moveTo>
                      <a:pt x="155176" y="12216"/>
                    </a:moveTo>
                    <a:lnTo>
                      <a:pt x="138674" y="12216"/>
                    </a:lnTo>
                    <a:cubicBezTo>
                      <a:pt x="139563" y="5822"/>
                      <a:pt x="142314" y="2909"/>
                      <a:pt x="147250" y="2909"/>
                    </a:cubicBezTo>
                    <a:cubicBezTo>
                      <a:pt x="152184" y="2909"/>
                      <a:pt x="154125" y="5175"/>
                      <a:pt x="155176" y="12216"/>
                    </a:cubicBez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score_label_outline_1"/>
              <p:cNvSpPr/>
              <p:nvPr/>
            </p:nvSpPr>
            <p:spPr>
              <a:xfrm>
                <a:off x="1479334" y="1890586"/>
                <a:ext cx="147166" cy="47648"/>
              </a:xfrm>
              <a:custGeom>
                <a:avLst/>
                <a:gdLst/>
                <a:ahLst/>
                <a:cxnLst/>
                <a:rect l="0" t="0" r="r" b="b"/>
                <a:pathLst>
                  <a:path w="147166" h="47649">
                    <a:moveTo>
                      <a:pt x="61401" y="46839"/>
                    </a:moveTo>
                    <a:lnTo>
                      <a:pt x="61401" y="45625"/>
                    </a:lnTo>
                    <a:lnTo>
                      <a:pt x="59298" y="45462"/>
                    </a:lnTo>
                    <a:cubicBezTo>
                      <a:pt x="56872" y="45303"/>
                      <a:pt x="55820" y="43847"/>
                      <a:pt x="55820" y="40692"/>
                    </a:cubicBezTo>
                    <a:lnTo>
                      <a:pt x="55820" y="24027"/>
                    </a:lnTo>
                    <a:cubicBezTo>
                      <a:pt x="55820" y="14482"/>
                      <a:pt x="52666" y="9628"/>
                      <a:pt x="46435" y="9628"/>
                    </a:cubicBezTo>
                    <a:cubicBezTo>
                      <a:pt x="41744" y="9628"/>
                      <a:pt x="37616" y="11732"/>
                      <a:pt x="33250" y="16423"/>
                    </a:cubicBezTo>
                    <a:cubicBezTo>
                      <a:pt x="31793" y="11811"/>
                      <a:pt x="29044" y="9628"/>
                      <a:pt x="24674" y="9628"/>
                    </a:cubicBezTo>
                    <a:cubicBezTo>
                      <a:pt x="21114" y="9628"/>
                      <a:pt x="18848" y="10759"/>
                      <a:pt x="12136" y="15855"/>
                    </a:cubicBezTo>
                    <a:lnTo>
                      <a:pt x="12136" y="9787"/>
                    </a:lnTo>
                    <a:lnTo>
                      <a:pt x="11568" y="9628"/>
                    </a:lnTo>
                    <a:cubicBezTo>
                      <a:pt x="7441" y="11164"/>
                      <a:pt x="4691" y="12053"/>
                      <a:pt x="243" y="13267"/>
                    </a:cubicBezTo>
                    <a:lnTo>
                      <a:pt x="243" y="14641"/>
                    </a:lnTo>
                    <a:cubicBezTo>
                      <a:pt x="1294" y="14399"/>
                      <a:pt x="1941" y="14319"/>
                      <a:pt x="2833" y="14319"/>
                    </a:cubicBezTo>
                    <a:cubicBezTo>
                      <a:pt x="4938" y="14319"/>
                      <a:pt x="5663" y="15613"/>
                      <a:pt x="5663" y="19494"/>
                    </a:cubicBezTo>
                    <a:lnTo>
                      <a:pt x="5663" y="39961"/>
                    </a:lnTo>
                    <a:cubicBezTo>
                      <a:pt x="5663" y="44331"/>
                      <a:pt x="4533" y="45545"/>
                      <a:pt x="0" y="45625"/>
                    </a:cubicBezTo>
                    <a:lnTo>
                      <a:pt x="0" y="46839"/>
                    </a:lnTo>
                    <a:lnTo>
                      <a:pt x="17959" y="46839"/>
                    </a:lnTo>
                    <a:lnTo>
                      <a:pt x="17959" y="45625"/>
                    </a:lnTo>
                    <a:cubicBezTo>
                      <a:pt x="13673" y="45462"/>
                      <a:pt x="12457" y="44573"/>
                      <a:pt x="12457" y="41418"/>
                    </a:cubicBezTo>
                    <a:lnTo>
                      <a:pt x="12457" y="18606"/>
                    </a:lnTo>
                    <a:cubicBezTo>
                      <a:pt x="12457" y="18606"/>
                      <a:pt x="13105" y="17637"/>
                      <a:pt x="13673" y="17070"/>
                    </a:cubicBezTo>
                    <a:cubicBezTo>
                      <a:pt x="15696" y="15208"/>
                      <a:pt x="19173" y="13835"/>
                      <a:pt x="22003" y="13835"/>
                    </a:cubicBezTo>
                    <a:cubicBezTo>
                      <a:pt x="25563" y="13835"/>
                      <a:pt x="27344" y="16665"/>
                      <a:pt x="27344" y="22328"/>
                    </a:cubicBezTo>
                    <a:lnTo>
                      <a:pt x="27344" y="39882"/>
                    </a:lnTo>
                    <a:cubicBezTo>
                      <a:pt x="27344" y="44410"/>
                      <a:pt x="26452" y="45303"/>
                      <a:pt x="21844" y="45625"/>
                    </a:cubicBezTo>
                    <a:lnTo>
                      <a:pt x="21844" y="46839"/>
                    </a:lnTo>
                    <a:lnTo>
                      <a:pt x="39966" y="46839"/>
                    </a:lnTo>
                    <a:lnTo>
                      <a:pt x="39966" y="45625"/>
                    </a:lnTo>
                    <a:cubicBezTo>
                      <a:pt x="35354" y="45545"/>
                      <a:pt x="34139" y="44168"/>
                      <a:pt x="34139" y="39156"/>
                    </a:cubicBezTo>
                    <a:lnTo>
                      <a:pt x="34139" y="18768"/>
                    </a:lnTo>
                    <a:cubicBezTo>
                      <a:pt x="36565" y="15288"/>
                      <a:pt x="39235" y="13835"/>
                      <a:pt x="42958" y="13835"/>
                    </a:cubicBezTo>
                    <a:cubicBezTo>
                      <a:pt x="47569" y="13835"/>
                      <a:pt x="49022" y="16018"/>
                      <a:pt x="49022" y="22733"/>
                    </a:cubicBezTo>
                    <a:lnTo>
                      <a:pt x="49022" y="39803"/>
                    </a:lnTo>
                    <a:cubicBezTo>
                      <a:pt x="49022" y="44410"/>
                      <a:pt x="48376" y="45061"/>
                      <a:pt x="43684" y="45625"/>
                    </a:cubicBezTo>
                    <a:lnTo>
                      <a:pt x="43684" y="46839"/>
                    </a:lnTo>
                    <a:lnTo>
                      <a:pt x="61401" y="46839"/>
                    </a:lnTo>
                    <a:close/>
                    <a:moveTo>
                      <a:pt x="97408" y="43605"/>
                    </a:moveTo>
                    <a:lnTo>
                      <a:pt x="97408" y="41501"/>
                    </a:lnTo>
                    <a:cubicBezTo>
                      <a:pt x="96034" y="42632"/>
                      <a:pt x="95062" y="43037"/>
                      <a:pt x="93852" y="43037"/>
                    </a:cubicBezTo>
                    <a:cubicBezTo>
                      <a:pt x="91990" y="43037"/>
                      <a:pt x="91422" y="41906"/>
                      <a:pt x="91422" y="38346"/>
                    </a:cubicBezTo>
                    <a:lnTo>
                      <a:pt x="91422" y="22570"/>
                    </a:lnTo>
                    <a:cubicBezTo>
                      <a:pt x="91422" y="18443"/>
                      <a:pt x="91017" y="16181"/>
                      <a:pt x="89887" y="14319"/>
                    </a:cubicBezTo>
                    <a:cubicBezTo>
                      <a:pt x="88188" y="11243"/>
                      <a:pt x="84708" y="9628"/>
                      <a:pt x="79774" y="9628"/>
                    </a:cubicBezTo>
                    <a:cubicBezTo>
                      <a:pt x="75646" y="9628"/>
                      <a:pt x="71765" y="10759"/>
                      <a:pt x="69499" y="12621"/>
                    </a:cubicBezTo>
                    <a:cubicBezTo>
                      <a:pt x="67479" y="14319"/>
                      <a:pt x="66181" y="16665"/>
                      <a:pt x="66181" y="18689"/>
                    </a:cubicBezTo>
                    <a:cubicBezTo>
                      <a:pt x="66181" y="20546"/>
                      <a:pt x="67721" y="22165"/>
                      <a:pt x="69662" y="22165"/>
                    </a:cubicBezTo>
                    <a:cubicBezTo>
                      <a:pt x="71603" y="22165"/>
                      <a:pt x="73301" y="20546"/>
                      <a:pt x="73301" y="18768"/>
                    </a:cubicBezTo>
                    <a:cubicBezTo>
                      <a:pt x="73301" y="18443"/>
                      <a:pt x="73222" y="18042"/>
                      <a:pt x="73138" y="17474"/>
                    </a:cubicBezTo>
                    <a:cubicBezTo>
                      <a:pt x="72979" y="16744"/>
                      <a:pt x="72897" y="16097"/>
                      <a:pt x="72897" y="15534"/>
                    </a:cubicBezTo>
                    <a:cubicBezTo>
                      <a:pt x="72897" y="13347"/>
                      <a:pt x="75488" y="11569"/>
                      <a:pt x="78722" y="11569"/>
                    </a:cubicBezTo>
                    <a:cubicBezTo>
                      <a:pt x="82687" y="11569"/>
                      <a:pt x="84870" y="13914"/>
                      <a:pt x="84870" y="18284"/>
                    </a:cubicBezTo>
                    <a:lnTo>
                      <a:pt x="84870" y="23217"/>
                    </a:lnTo>
                    <a:cubicBezTo>
                      <a:pt x="72412" y="28234"/>
                      <a:pt x="71035" y="28881"/>
                      <a:pt x="67558" y="31952"/>
                    </a:cubicBezTo>
                    <a:cubicBezTo>
                      <a:pt x="65780" y="33572"/>
                      <a:pt x="64646" y="36322"/>
                      <a:pt x="64646" y="38993"/>
                    </a:cubicBezTo>
                    <a:cubicBezTo>
                      <a:pt x="64646" y="44089"/>
                      <a:pt x="68125" y="47649"/>
                      <a:pt x="73138" y="47649"/>
                    </a:cubicBezTo>
                    <a:cubicBezTo>
                      <a:pt x="76698" y="47649"/>
                      <a:pt x="80016" y="45950"/>
                      <a:pt x="84949" y="41743"/>
                    </a:cubicBezTo>
                    <a:cubicBezTo>
                      <a:pt x="85354" y="46030"/>
                      <a:pt x="86811" y="47649"/>
                      <a:pt x="90128" y="47649"/>
                    </a:cubicBezTo>
                    <a:cubicBezTo>
                      <a:pt x="92879" y="47649"/>
                      <a:pt x="94577" y="46676"/>
                      <a:pt x="97408" y="43605"/>
                    </a:cubicBezTo>
                    <a:close/>
                    <a:moveTo>
                      <a:pt x="84870" y="36889"/>
                    </a:moveTo>
                    <a:cubicBezTo>
                      <a:pt x="84870" y="39398"/>
                      <a:pt x="84465" y="40124"/>
                      <a:pt x="82766" y="41176"/>
                    </a:cubicBezTo>
                    <a:cubicBezTo>
                      <a:pt x="80825" y="42311"/>
                      <a:pt x="78560" y="42958"/>
                      <a:pt x="76860" y="42958"/>
                    </a:cubicBezTo>
                    <a:cubicBezTo>
                      <a:pt x="74031" y="42958"/>
                      <a:pt x="71765" y="40207"/>
                      <a:pt x="71765" y="36727"/>
                    </a:cubicBezTo>
                    <a:lnTo>
                      <a:pt x="71765" y="36405"/>
                    </a:lnTo>
                    <a:cubicBezTo>
                      <a:pt x="71765" y="31631"/>
                      <a:pt x="75082" y="28718"/>
                      <a:pt x="84870" y="25158"/>
                    </a:cubicBezTo>
                    <a:lnTo>
                      <a:pt x="84870" y="36889"/>
                    </a:lnTo>
                    <a:close/>
                    <a:moveTo>
                      <a:pt x="120146" y="41501"/>
                    </a:moveTo>
                    <a:lnTo>
                      <a:pt x="119094" y="40608"/>
                    </a:lnTo>
                    <a:cubicBezTo>
                      <a:pt x="117316" y="42712"/>
                      <a:pt x="116018" y="43442"/>
                      <a:pt x="114240" y="43442"/>
                    </a:cubicBezTo>
                    <a:cubicBezTo>
                      <a:pt x="111248" y="43442"/>
                      <a:pt x="110034" y="41338"/>
                      <a:pt x="110034" y="36159"/>
                    </a:cubicBezTo>
                    <a:lnTo>
                      <a:pt x="110034" y="13025"/>
                    </a:lnTo>
                    <a:lnTo>
                      <a:pt x="118205" y="13025"/>
                    </a:lnTo>
                    <a:lnTo>
                      <a:pt x="118205" y="10434"/>
                    </a:lnTo>
                    <a:lnTo>
                      <a:pt x="110034" y="10434"/>
                    </a:lnTo>
                    <a:lnTo>
                      <a:pt x="110034" y="1052"/>
                    </a:lnTo>
                    <a:cubicBezTo>
                      <a:pt x="110034" y="242"/>
                      <a:pt x="109872" y="0"/>
                      <a:pt x="109466" y="0"/>
                    </a:cubicBezTo>
                    <a:cubicBezTo>
                      <a:pt x="108983" y="810"/>
                      <a:pt x="108415" y="1536"/>
                      <a:pt x="107851" y="2266"/>
                    </a:cubicBezTo>
                    <a:cubicBezTo>
                      <a:pt x="104859" y="6715"/>
                      <a:pt x="102104" y="9707"/>
                      <a:pt x="100005" y="10922"/>
                    </a:cubicBezTo>
                    <a:cubicBezTo>
                      <a:pt x="99112" y="11485"/>
                      <a:pt x="98627" y="11974"/>
                      <a:pt x="98627" y="12458"/>
                    </a:cubicBezTo>
                    <a:cubicBezTo>
                      <a:pt x="98627" y="12700"/>
                      <a:pt x="98707" y="12863"/>
                      <a:pt x="98953" y="13025"/>
                    </a:cubicBezTo>
                    <a:lnTo>
                      <a:pt x="103240" y="13025"/>
                    </a:lnTo>
                    <a:lnTo>
                      <a:pt x="103240" y="37374"/>
                    </a:lnTo>
                    <a:cubicBezTo>
                      <a:pt x="103240" y="44168"/>
                      <a:pt x="105664" y="47649"/>
                      <a:pt x="110359" y="47649"/>
                    </a:cubicBezTo>
                    <a:cubicBezTo>
                      <a:pt x="114403" y="47649"/>
                      <a:pt x="117475" y="45708"/>
                      <a:pt x="120146" y="41501"/>
                    </a:cubicBezTo>
                    <a:close/>
                    <a:moveTo>
                      <a:pt x="147166" y="13914"/>
                    </a:moveTo>
                    <a:cubicBezTo>
                      <a:pt x="147166" y="11243"/>
                      <a:pt x="145468" y="9628"/>
                      <a:pt x="142718" y="9628"/>
                    </a:cubicBezTo>
                    <a:cubicBezTo>
                      <a:pt x="139320" y="9628"/>
                      <a:pt x="136975" y="11485"/>
                      <a:pt x="133010" y="17232"/>
                    </a:cubicBezTo>
                    <a:lnTo>
                      <a:pt x="133010" y="9787"/>
                    </a:lnTo>
                    <a:lnTo>
                      <a:pt x="132605" y="9628"/>
                    </a:lnTo>
                    <a:cubicBezTo>
                      <a:pt x="128318" y="11406"/>
                      <a:pt x="125406" y="12458"/>
                      <a:pt x="120635" y="13994"/>
                    </a:cubicBezTo>
                    <a:lnTo>
                      <a:pt x="120635" y="15288"/>
                    </a:lnTo>
                    <a:cubicBezTo>
                      <a:pt x="121766" y="15045"/>
                      <a:pt x="122497" y="14966"/>
                      <a:pt x="123466" y="14966"/>
                    </a:cubicBezTo>
                    <a:cubicBezTo>
                      <a:pt x="125489" y="14966"/>
                      <a:pt x="126215" y="16260"/>
                      <a:pt x="126215" y="19820"/>
                    </a:cubicBezTo>
                    <a:lnTo>
                      <a:pt x="126215" y="40045"/>
                    </a:lnTo>
                    <a:cubicBezTo>
                      <a:pt x="126215" y="44089"/>
                      <a:pt x="125647" y="44656"/>
                      <a:pt x="120472" y="45625"/>
                    </a:cubicBezTo>
                    <a:lnTo>
                      <a:pt x="120472" y="46839"/>
                    </a:lnTo>
                    <a:lnTo>
                      <a:pt x="139888" y="46839"/>
                    </a:lnTo>
                    <a:lnTo>
                      <a:pt x="139888" y="45625"/>
                    </a:lnTo>
                    <a:cubicBezTo>
                      <a:pt x="134388" y="45383"/>
                      <a:pt x="133010" y="44168"/>
                      <a:pt x="133010" y="39556"/>
                    </a:cubicBezTo>
                    <a:lnTo>
                      <a:pt x="133010" y="21356"/>
                    </a:lnTo>
                    <a:cubicBezTo>
                      <a:pt x="133010" y="18768"/>
                      <a:pt x="136491" y="14724"/>
                      <a:pt x="138674" y="14724"/>
                    </a:cubicBezTo>
                    <a:cubicBezTo>
                      <a:pt x="139158" y="14724"/>
                      <a:pt x="139888" y="15129"/>
                      <a:pt x="140777" y="15938"/>
                    </a:cubicBezTo>
                    <a:cubicBezTo>
                      <a:pt x="142071" y="17070"/>
                      <a:pt x="142960" y="17554"/>
                      <a:pt x="144012" y="17554"/>
                    </a:cubicBezTo>
                    <a:cubicBezTo>
                      <a:pt x="145956" y="17554"/>
                      <a:pt x="147166" y="16181"/>
                      <a:pt x="147166" y="13914"/>
                    </a:cubicBez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score_label_outline_2"/>
              <p:cNvSpPr/>
              <p:nvPr/>
            </p:nvSpPr>
            <p:spPr>
              <a:xfrm>
                <a:off x="1629183" y="1882173"/>
                <a:ext cx="59949" cy="55252"/>
              </a:xfrm>
              <a:custGeom>
                <a:avLst/>
                <a:gdLst/>
                <a:ahLst/>
                <a:cxnLst/>
                <a:rect l="0" t="0" r="r" b="b"/>
                <a:pathLst>
                  <a:path w="59949" h="55253">
                    <a:moveTo>
                      <a:pt x="19173" y="55253"/>
                    </a:moveTo>
                    <a:lnTo>
                      <a:pt x="19173" y="54038"/>
                    </a:lnTo>
                    <a:cubicBezTo>
                      <a:pt x="13835" y="53634"/>
                      <a:pt x="13189" y="52824"/>
                      <a:pt x="13189" y="47002"/>
                    </a:cubicBezTo>
                    <a:lnTo>
                      <a:pt x="13189" y="18284"/>
                    </a:lnTo>
                    <a:lnTo>
                      <a:pt x="12863" y="18042"/>
                    </a:lnTo>
                    <a:lnTo>
                      <a:pt x="326" y="22491"/>
                    </a:lnTo>
                    <a:lnTo>
                      <a:pt x="326" y="23701"/>
                    </a:lnTo>
                    <a:lnTo>
                      <a:pt x="973" y="23622"/>
                    </a:lnTo>
                    <a:cubicBezTo>
                      <a:pt x="1941" y="23459"/>
                      <a:pt x="2993" y="23380"/>
                      <a:pt x="3724" y="23380"/>
                    </a:cubicBezTo>
                    <a:cubicBezTo>
                      <a:pt x="5664" y="23380"/>
                      <a:pt x="6391" y="24674"/>
                      <a:pt x="6391" y="28234"/>
                    </a:cubicBezTo>
                    <a:lnTo>
                      <a:pt x="6391" y="47002"/>
                    </a:lnTo>
                    <a:cubicBezTo>
                      <a:pt x="6391" y="52824"/>
                      <a:pt x="5584" y="53717"/>
                      <a:pt x="0" y="54038"/>
                    </a:cubicBezTo>
                    <a:lnTo>
                      <a:pt x="0" y="55253"/>
                    </a:lnTo>
                    <a:lnTo>
                      <a:pt x="19173" y="55253"/>
                    </a:lnTo>
                    <a:close/>
                    <a:moveTo>
                      <a:pt x="13915" y="4127"/>
                    </a:moveTo>
                    <a:cubicBezTo>
                      <a:pt x="13915" y="1861"/>
                      <a:pt x="12137" y="0"/>
                      <a:pt x="9792" y="0"/>
                    </a:cubicBezTo>
                    <a:cubicBezTo>
                      <a:pt x="7525" y="0"/>
                      <a:pt x="5664" y="1861"/>
                      <a:pt x="5664" y="4127"/>
                    </a:cubicBezTo>
                    <a:cubicBezTo>
                      <a:pt x="5664" y="6473"/>
                      <a:pt x="7525" y="8251"/>
                      <a:pt x="9792" y="8251"/>
                    </a:cubicBezTo>
                    <a:cubicBezTo>
                      <a:pt x="12137" y="8251"/>
                      <a:pt x="13915" y="6473"/>
                      <a:pt x="13915" y="4127"/>
                    </a:cubicBezTo>
                    <a:close/>
                    <a:moveTo>
                      <a:pt x="59949" y="55253"/>
                    </a:moveTo>
                    <a:lnTo>
                      <a:pt x="59949" y="54038"/>
                    </a:lnTo>
                    <a:cubicBezTo>
                      <a:pt x="57441" y="54038"/>
                      <a:pt x="55822" y="52745"/>
                      <a:pt x="53313" y="49185"/>
                    </a:cubicBezTo>
                    <a:lnTo>
                      <a:pt x="42959" y="33329"/>
                    </a:lnTo>
                    <a:lnTo>
                      <a:pt x="49675" y="23622"/>
                    </a:lnTo>
                    <a:cubicBezTo>
                      <a:pt x="51210" y="21439"/>
                      <a:pt x="53638" y="20145"/>
                      <a:pt x="56227" y="20062"/>
                    </a:cubicBezTo>
                    <a:lnTo>
                      <a:pt x="56227" y="18848"/>
                    </a:lnTo>
                    <a:lnTo>
                      <a:pt x="43443" y="18848"/>
                    </a:lnTo>
                    <a:lnTo>
                      <a:pt x="43443" y="20062"/>
                    </a:lnTo>
                    <a:cubicBezTo>
                      <a:pt x="45872" y="20225"/>
                      <a:pt x="46681" y="20709"/>
                      <a:pt x="46681" y="21844"/>
                    </a:cubicBezTo>
                    <a:cubicBezTo>
                      <a:pt x="46681" y="22812"/>
                      <a:pt x="45710" y="24594"/>
                      <a:pt x="43689" y="27103"/>
                    </a:cubicBezTo>
                    <a:cubicBezTo>
                      <a:pt x="43284" y="27587"/>
                      <a:pt x="42313" y="29043"/>
                      <a:pt x="41261" y="30659"/>
                    </a:cubicBezTo>
                    <a:lnTo>
                      <a:pt x="40129" y="29043"/>
                    </a:lnTo>
                    <a:cubicBezTo>
                      <a:pt x="37864" y="25646"/>
                      <a:pt x="36407" y="22896"/>
                      <a:pt x="36407" y="21844"/>
                    </a:cubicBezTo>
                    <a:cubicBezTo>
                      <a:pt x="36407" y="20709"/>
                      <a:pt x="37459" y="20145"/>
                      <a:pt x="39887" y="20062"/>
                    </a:cubicBezTo>
                    <a:lnTo>
                      <a:pt x="39887" y="18848"/>
                    </a:lnTo>
                    <a:lnTo>
                      <a:pt x="23139" y="18848"/>
                    </a:lnTo>
                    <a:lnTo>
                      <a:pt x="23139" y="20062"/>
                    </a:lnTo>
                    <a:lnTo>
                      <a:pt x="23870" y="20062"/>
                    </a:lnTo>
                    <a:cubicBezTo>
                      <a:pt x="26294" y="20062"/>
                      <a:pt x="27588" y="21114"/>
                      <a:pt x="30096" y="24916"/>
                    </a:cubicBezTo>
                    <a:lnTo>
                      <a:pt x="37700" y="36564"/>
                    </a:lnTo>
                    <a:lnTo>
                      <a:pt x="28481" y="49915"/>
                    </a:lnTo>
                    <a:cubicBezTo>
                      <a:pt x="26053" y="53229"/>
                      <a:pt x="25243" y="53796"/>
                      <a:pt x="22576" y="54038"/>
                    </a:cubicBezTo>
                    <a:lnTo>
                      <a:pt x="22576" y="55253"/>
                    </a:lnTo>
                    <a:lnTo>
                      <a:pt x="34303" y="55253"/>
                    </a:lnTo>
                    <a:lnTo>
                      <a:pt x="34303" y="54038"/>
                    </a:lnTo>
                    <a:cubicBezTo>
                      <a:pt x="32037" y="54038"/>
                      <a:pt x="31069" y="53634"/>
                      <a:pt x="31069" y="52582"/>
                    </a:cubicBezTo>
                    <a:cubicBezTo>
                      <a:pt x="31069" y="52098"/>
                      <a:pt x="31632" y="50883"/>
                      <a:pt x="32683" y="49268"/>
                    </a:cubicBezTo>
                    <a:lnTo>
                      <a:pt x="39078" y="39314"/>
                    </a:lnTo>
                    <a:lnTo>
                      <a:pt x="46440" y="50641"/>
                    </a:lnTo>
                    <a:cubicBezTo>
                      <a:pt x="46761" y="51125"/>
                      <a:pt x="46924" y="51614"/>
                      <a:pt x="46924" y="52098"/>
                    </a:cubicBezTo>
                    <a:cubicBezTo>
                      <a:pt x="46924" y="53554"/>
                      <a:pt x="46356" y="53876"/>
                      <a:pt x="43689" y="54038"/>
                    </a:cubicBezTo>
                    <a:lnTo>
                      <a:pt x="43689" y="55253"/>
                    </a:lnTo>
                    <a:lnTo>
                      <a:pt x="59949" y="55253"/>
                    </a:ln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score_label_outline_3"/>
              <p:cNvSpPr/>
              <p:nvPr/>
            </p:nvSpPr>
            <p:spPr>
              <a:xfrm>
                <a:off x="1712746" y="1884601"/>
                <a:ext cx="64407" cy="52824"/>
              </a:xfrm>
              <a:custGeom>
                <a:avLst/>
                <a:gdLst/>
                <a:ahLst/>
                <a:cxnLst/>
                <a:rect l="0" t="0" r="r" b="b"/>
                <a:pathLst>
                  <a:path w="64407" h="52824">
                    <a:moveTo>
                      <a:pt x="64393" y="21761"/>
                    </a:moveTo>
                    <a:cubicBezTo>
                      <a:pt x="63909" y="8493"/>
                      <a:pt x="53392" y="0"/>
                      <a:pt x="37294" y="0"/>
                    </a:cubicBezTo>
                    <a:lnTo>
                      <a:pt x="12132" y="0"/>
                    </a:lnTo>
                    <a:lnTo>
                      <a:pt x="12132" y="1294"/>
                    </a:lnTo>
                    <a:cubicBezTo>
                      <a:pt x="17959" y="1778"/>
                      <a:pt x="19332" y="2425"/>
                      <a:pt x="19415" y="4612"/>
                    </a:cubicBezTo>
                    <a:cubicBezTo>
                      <a:pt x="19415" y="5822"/>
                      <a:pt x="19090" y="7763"/>
                      <a:pt x="18605" y="9787"/>
                    </a:cubicBezTo>
                    <a:lnTo>
                      <a:pt x="7362" y="45541"/>
                    </a:lnTo>
                    <a:cubicBezTo>
                      <a:pt x="5906" y="50236"/>
                      <a:pt x="5175" y="50721"/>
                      <a:pt x="0" y="51530"/>
                    </a:cubicBezTo>
                    <a:lnTo>
                      <a:pt x="79" y="52824"/>
                    </a:lnTo>
                    <a:lnTo>
                      <a:pt x="23539" y="52824"/>
                    </a:lnTo>
                    <a:cubicBezTo>
                      <a:pt x="34056" y="52824"/>
                      <a:pt x="43684" y="50395"/>
                      <a:pt x="50479" y="46109"/>
                    </a:cubicBezTo>
                    <a:cubicBezTo>
                      <a:pt x="59539" y="40445"/>
                      <a:pt x="64714" y="31306"/>
                      <a:pt x="64393" y="21761"/>
                    </a:cubicBezTo>
                    <a:close/>
                    <a:moveTo>
                      <a:pt x="53796" y="19820"/>
                    </a:moveTo>
                    <a:cubicBezTo>
                      <a:pt x="54118" y="28634"/>
                      <a:pt x="50721" y="37616"/>
                      <a:pt x="44652" y="43116"/>
                    </a:cubicBezTo>
                    <a:cubicBezTo>
                      <a:pt x="39394" y="47970"/>
                      <a:pt x="32036" y="50395"/>
                      <a:pt x="22570" y="50395"/>
                    </a:cubicBezTo>
                    <a:cubicBezTo>
                      <a:pt x="18363" y="50395"/>
                      <a:pt x="16581" y="49506"/>
                      <a:pt x="16502" y="47403"/>
                    </a:cubicBezTo>
                    <a:cubicBezTo>
                      <a:pt x="16423" y="46351"/>
                      <a:pt x="16986" y="44736"/>
                      <a:pt x="18280" y="39719"/>
                    </a:cubicBezTo>
                    <a:lnTo>
                      <a:pt x="29285" y="4770"/>
                    </a:lnTo>
                    <a:cubicBezTo>
                      <a:pt x="29686" y="2992"/>
                      <a:pt x="30901" y="2425"/>
                      <a:pt x="34461" y="2425"/>
                    </a:cubicBezTo>
                    <a:cubicBezTo>
                      <a:pt x="39394" y="2425"/>
                      <a:pt x="43763" y="3477"/>
                      <a:pt x="46597" y="5259"/>
                    </a:cubicBezTo>
                    <a:cubicBezTo>
                      <a:pt x="51125" y="8088"/>
                      <a:pt x="53554" y="13347"/>
                      <a:pt x="53796" y="19820"/>
                    </a:cubicBezTo>
                    <a:close/>
                  </a:path>
                </a:pathLst>
              </a:custGeom>
              <a:solidFill>
                <a:srgbClr val="002EA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3" name="cap_label"/>
            <p:cNvGrpSpPr/>
            <p:nvPr/>
          </p:nvGrpSpPr>
          <p:grpSpPr>
            <a:xfrm>
              <a:off x="1279625" y="2235850"/>
              <a:ext cx="469765" cy="87552"/>
              <a:chOff x="1294298" y="2247969"/>
              <a:chExt cx="469765" cy="87552"/>
            </a:xfrm>
          </p:grpSpPr>
          <p:sp>
            <p:nvSpPr>
              <p:cNvPr id="144" name="cap_label_outline_0"/>
              <p:cNvSpPr/>
              <p:nvPr/>
            </p:nvSpPr>
            <p:spPr>
              <a:xfrm>
                <a:off x="1294298" y="2262715"/>
                <a:ext cx="313672" cy="72806"/>
              </a:xfrm>
              <a:custGeom>
                <a:avLst/>
                <a:gdLst/>
                <a:ahLst/>
                <a:cxnLst/>
                <a:rect l="0" t="0" r="r" b="b"/>
                <a:pathLst>
                  <a:path w="313673" h="72807">
                    <a:moveTo>
                      <a:pt x="31306" y="43363"/>
                    </a:moveTo>
                    <a:lnTo>
                      <a:pt x="30174" y="42632"/>
                    </a:lnTo>
                    <a:cubicBezTo>
                      <a:pt x="26289" y="48296"/>
                      <a:pt x="23376" y="50236"/>
                      <a:pt x="18768" y="50236"/>
                    </a:cubicBezTo>
                    <a:cubicBezTo>
                      <a:pt x="11323" y="50236"/>
                      <a:pt x="6227" y="43767"/>
                      <a:pt x="6227" y="34461"/>
                    </a:cubicBezTo>
                    <a:cubicBezTo>
                      <a:pt x="6227" y="26051"/>
                      <a:pt x="10676" y="20387"/>
                      <a:pt x="17228" y="20387"/>
                    </a:cubicBezTo>
                    <a:cubicBezTo>
                      <a:pt x="20141" y="20387"/>
                      <a:pt x="21193" y="21276"/>
                      <a:pt x="22003" y="24269"/>
                    </a:cubicBezTo>
                    <a:lnTo>
                      <a:pt x="22487" y="26051"/>
                    </a:lnTo>
                    <a:cubicBezTo>
                      <a:pt x="23134" y="28396"/>
                      <a:pt x="24590" y="29770"/>
                      <a:pt x="26372" y="29770"/>
                    </a:cubicBezTo>
                    <a:cubicBezTo>
                      <a:pt x="28476" y="29770"/>
                      <a:pt x="30174" y="28234"/>
                      <a:pt x="30174" y="26372"/>
                    </a:cubicBezTo>
                    <a:cubicBezTo>
                      <a:pt x="30174" y="21844"/>
                      <a:pt x="24511" y="18042"/>
                      <a:pt x="17717" y="18042"/>
                    </a:cubicBezTo>
                    <a:cubicBezTo>
                      <a:pt x="13914" y="18042"/>
                      <a:pt x="10029" y="19498"/>
                      <a:pt x="6794" y="22165"/>
                    </a:cubicBezTo>
                    <a:cubicBezTo>
                      <a:pt x="2425" y="25805"/>
                      <a:pt x="0" y="31389"/>
                      <a:pt x="0" y="38104"/>
                    </a:cubicBezTo>
                    <a:cubicBezTo>
                      <a:pt x="0" y="48538"/>
                      <a:pt x="6390" y="56063"/>
                      <a:pt x="15367" y="56063"/>
                    </a:cubicBezTo>
                    <a:cubicBezTo>
                      <a:pt x="18848" y="56063"/>
                      <a:pt x="21919" y="54927"/>
                      <a:pt x="24674" y="52665"/>
                    </a:cubicBezTo>
                    <a:cubicBezTo>
                      <a:pt x="27099" y="50725"/>
                      <a:pt x="28718" y="48375"/>
                      <a:pt x="31306" y="43363"/>
                    </a:cubicBezTo>
                    <a:close/>
                    <a:moveTo>
                      <a:pt x="69654" y="52018"/>
                    </a:moveTo>
                    <a:lnTo>
                      <a:pt x="69654" y="49915"/>
                    </a:lnTo>
                    <a:cubicBezTo>
                      <a:pt x="68280" y="51046"/>
                      <a:pt x="67308" y="51451"/>
                      <a:pt x="66098" y="51451"/>
                    </a:cubicBezTo>
                    <a:cubicBezTo>
                      <a:pt x="64236" y="51451"/>
                      <a:pt x="63669" y="50320"/>
                      <a:pt x="63669" y="46760"/>
                    </a:cubicBezTo>
                    <a:lnTo>
                      <a:pt x="63669" y="30984"/>
                    </a:lnTo>
                    <a:cubicBezTo>
                      <a:pt x="63669" y="26856"/>
                      <a:pt x="63264" y="24594"/>
                      <a:pt x="62133" y="22733"/>
                    </a:cubicBezTo>
                    <a:cubicBezTo>
                      <a:pt x="60434" y="19657"/>
                      <a:pt x="56954" y="18042"/>
                      <a:pt x="52020" y="18042"/>
                    </a:cubicBezTo>
                    <a:cubicBezTo>
                      <a:pt x="47893" y="18042"/>
                      <a:pt x="44012" y="19173"/>
                      <a:pt x="41745" y="21034"/>
                    </a:cubicBezTo>
                    <a:cubicBezTo>
                      <a:pt x="39725" y="22733"/>
                      <a:pt x="38427" y="25078"/>
                      <a:pt x="38427" y="27103"/>
                    </a:cubicBezTo>
                    <a:cubicBezTo>
                      <a:pt x="38427" y="28960"/>
                      <a:pt x="39967" y="30579"/>
                      <a:pt x="41908" y="30579"/>
                    </a:cubicBezTo>
                    <a:cubicBezTo>
                      <a:pt x="43849" y="30579"/>
                      <a:pt x="45547" y="28960"/>
                      <a:pt x="45547" y="27182"/>
                    </a:cubicBezTo>
                    <a:cubicBezTo>
                      <a:pt x="45547" y="26856"/>
                      <a:pt x="45468" y="26456"/>
                      <a:pt x="45385" y="25888"/>
                    </a:cubicBezTo>
                    <a:cubicBezTo>
                      <a:pt x="45226" y="25158"/>
                      <a:pt x="45143" y="24511"/>
                      <a:pt x="45143" y="23947"/>
                    </a:cubicBezTo>
                    <a:cubicBezTo>
                      <a:pt x="45143" y="21761"/>
                      <a:pt x="47734" y="19983"/>
                      <a:pt x="50969" y="19983"/>
                    </a:cubicBezTo>
                    <a:cubicBezTo>
                      <a:pt x="54934" y="19983"/>
                      <a:pt x="57116" y="22328"/>
                      <a:pt x="57116" y="26698"/>
                    </a:cubicBezTo>
                    <a:lnTo>
                      <a:pt x="57116" y="31631"/>
                    </a:lnTo>
                    <a:cubicBezTo>
                      <a:pt x="44658" y="36647"/>
                      <a:pt x="43281" y="37294"/>
                      <a:pt x="39805" y="40366"/>
                    </a:cubicBezTo>
                    <a:cubicBezTo>
                      <a:pt x="38027" y="41985"/>
                      <a:pt x="36892" y="44736"/>
                      <a:pt x="36892" y="47407"/>
                    </a:cubicBezTo>
                    <a:cubicBezTo>
                      <a:pt x="36892" y="52503"/>
                      <a:pt x="40372" y="56063"/>
                      <a:pt x="45385" y="56063"/>
                    </a:cubicBezTo>
                    <a:cubicBezTo>
                      <a:pt x="48945" y="56063"/>
                      <a:pt x="52262" y="54364"/>
                      <a:pt x="57196" y="50157"/>
                    </a:cubicBezTo>
                    <a:cubicBezTo>
                      <a:pt x="57601" y="54443"/>
                      <a:pt x="59057" y="56063"/>
                      <a:pt x="62375" y="56063"/>
                    </a:cubicBezTo>
                    <a:cubicBezTo>
                      <a:pt x="65125" y="56063"/>
                      <a:pt x="66824" y="55090"/>
                      <a:pt x="69654" y="52018"/>
                    </a:cubicBezTo>
                    <a:close/>
                    <a:moveTo>
                      <a:pt x="57116" y="45303"/>
                    </a:moveTo>
                    <a:cubicBezTo>
                      <a:pt x="57116" y="47811"/>
                      <a:pt x="56712" y="48538"/>
                      <a:pt x="55013" y="49589"/>
                    </a:cubicBezTo>
                    <a:cubicBezTo>
                      <a:pt x="53072" y="50725"/>
                      <a:pt x="50806" y="51371"/>
                      <a:pt x="49107" y="51371"/>
                    </a:cubicBezTo>
                    <a:cubicBezTo>
                      <a:pt x="46278" y="51371"/>
                      <a:pt x="44012" y="48621"/>
                      <a:pt x="44012" y="45141"/>
                    </a:cubicBezTo>
                    <a:lnTo>
                      <a:pt x="44012" y="44819"/>
                    </a:lnTo>
                    <a:cubicBezTo>
                      <a:pt x="44012" y="40045"/>
                      <a:pt x="47329" y="37132"/>
                      <a:pt x="57116" y="33572"/>
                    </a:cubicBezTo>
                    <a:lnTo>
                      <a:pt x="57116" y="45303"/>
                    </a:lnTo>
                    <a:close/>
                    <a:moveTo>
                      <a:pt x="107843" y="35270"/>
                    </a:moveTo>
                    <a:cubicBezTo>
                      <a:pt x="107843" y="25241"/>
                      <a:pt x="102179" y="18042"/>
                      <a:pt x="94333" y="18042"/>
                    </a:cubicBezTo>
                    <a:cubicBezTo>
                      <a:pt x="89805" y="18042"/>
                      <a:pt x="86245" y="20062"/>
                      <a:pt x="82685" y="24432"/>
                    </a:cubicBezTo>
                    <a:lnTo>
                      <a:pt x="82685" y="18201"/>
                    </a:lnTo>
                    <a:lnTo>
                      <a:pt x="82201" y="18042"/>
                    </a:lnTo>
                    <a:cubicBezTo>
                      <a:pt x="77831" y="19740"/>
                      <a:pt x="75001" y="20792"/>
                      <a:pt x="70549" y="22165"/>
                    </a:cubicBezTo>
                    <a:lnTo>
                      <a:pt x="70549" y="23459"/>
                    </a:lnTo>
                    <a:cubicBezTo>
                      <a:pt x="71279" y="23380"/>
                      <a:pt x="71846" y="23380"/>
                      <a:pt x="72573" y="23380"/>
                    </a:cubicBezTo>
                    <a:cubicBezTo>
                      <a:pt x="75323" y="23380"/>
                      <a:pt x="75890" y="24189"/>
                      <a:pt x="75890" y="27992"/>
                    </a:cubicBezTo>
                    <a:lnTo>
                      <a:pt x="75890" y="65849"/>
                    </a:lnTo>
                    <a:cubicBezTo>
                      <a:pt x="75890" y="70056"/>
                      <a:pt x="75001" y="70945"/>
                      <a:pt x="70227" y="71433"/>
                    </a:cubicBezTo>
                    <a:lnTo>
                      <a:pt x="70227" y="72807"/>
                    </a:lnTo>
                    <a:lnTo>
                      <a:pt x="89805" y="72807"/>
                    </a:lnTo>
                    <a:lnTo>
                      <a:pt x="89805" y="71350"/>
                    </a:lnTo>
                    <a:cubicBezTo>
                      <a:pt x="83737" y="71271"/>
                      <a:pt x="82685" y="70382"/>
                      <a:pt x="82685" y="65286"/>
                    </a:cubicBezTo>
                    <a:lnTo>
                      <a:pt x="82685" y="52582"/>
                    </a:lnTo>
                    <a:cubicBezTo>
                      <a:pt x="85515" y="55253"/>
                      <a:pt x="87459" y="56063"/>
                      <a:pt x="90857" y="56063"/>
                    </a:cubicBezTo>
                    <a:cubicBezTo>
                      <a:pt x="100401" y="56063"/>
                      <a:pt x="107843" y="47002"/>
                      <a:pt x="107843" y="35270"/>
                    </a:cubicBezTo>
                    <a:close/>
                    <a:moveTo>
                      <a:pt x="100886" y="38425"/>
                    </a:moveTo>
                    <a:cubicBezTo>
                      <a:pt x="100886" y="47407"/>
                      <a:pt x="96921" y="53475"/>
                      <a:pt x="91099" y="53475"/>
                    </a:cubicBezTo>
                    <a:cubicBezTo>
                      <a:pt x="87297" y="53475"/>
                      <a:pt x="82685" y="50562"/>
                      <a:pt x="82685" y="48133"/>
                    </a:cubicBezTo>
                    <a:lnTo>
                      <a:pt x="82685" y="28234"/>
                    </a:lnTo>
                    <a:cubicBezTo>
                      <a:pt x="82685" y="25805"/>
                      <a:pt x="87213" y="22896"/>
                      <a:pt x="90936" y="22896"/>
                    </a:cubicBezTo>
                    <a:cubicBezTo>
                      <a:pt x="96921" y="22896"/>
                      <a:pt x="100886" y="29043"/>
                      <a:pt x="100886" y="38425"/>
                    </a:cubicBezTo>
                    <a:close/>
                    <a:moveTo>
                      <a:pt x="146031" y="52018"/>
                    </a:moveTo>
                    <a:lnTo>
                      <a:pt x="146031" y="49915"/>
                    </a:lnTo>
                    <a:cubicBezTo>
                      <a:pt x="144658" y="51046"/>
                      <a:pt x="143686" y="51451"/>
                      <a:pt x="142475" y="51451"/>
                    </a:cubicBezTo>
                    <a:cubicBezTo>
                      <a:pt x="140613" y="51451"/>
                      <a:pt x="140046" y="50320"/>
                      <a:pt x="140046" y="46760"/>
                    </a:cubicBezTo>
                    <a:lnTo>
                      <a:pt x="140046" y="30984"/>
                    </a:lnTo>
                    <a:cubicBezTo>
                      <a:pt x="140046" y="26856"/>
                      <a:pt x="139642" y="24594"/>
                      <a:pt x="138510" y="22733"/>
                    </a:cubicBezTo>
                    <a:cubicBezTo>
                      <a:pt x="136812" y="19657"/>
                      <a:pt x="133331" y="18042"/>
                      <a:pt x="128399" y="18042"/>
                    </a:cubicBezTo>
                    <a:cubicBezTo>
                      <a:pt x="124271" y="18042"/>
                      <a:pt x="120389" y="19173"/>
                      <a:pt x="118123" y="21034"/>
                    </a:cubicBezTo>
                    <a:cubicBezTo>
                      <a:pt x="116103" y="22733"/>
                      <a:pt x="114805" y="25078"/>
                      <a:pt x="114805" y="27103"/>
                    </a:cubicBezTo>
                    <a:cubicBezTo>
                      <a:pt x="114805" y="28960"/>
                      <a:pt x="116345" y="30579"/>
                      <a:pt x="118286" y="30579"/>
                    </a:cubicBezTo>
                    <a:cubicBezTo>
                      <a:pt x="120226" y="30579"/>
                      <a:pt x="121925" y="28960"/>
                      <a:pt x="121925" y="27182"/>
                    </a:cubicBezTo>
                    <a:cubicBezTo>
                      <a:pt x="121925" y="26856"/>
                      <a:pt x="121846" y="26456"/>
                      <a:pt x="121762" y="25888"/>
                    </a:cubicBezTo>
                    <a:cubicBezTo>
                      <a:pt x="121604" y="25158"/>
                      <a:pt x="121520" y="24511"/>
                      <a:pt x="121520" y="23947"/>
                    </a:cubicBezTo>
                    <a:cubicBezTo>
                      <a:pt x="121520" y="21761"/>
                      <a:pt x="124112" y="19983"/>
                      <a:pt x="127346" y="19983"/>
                    </a:cubicBezTo>
                    <a:cubicBezTo>
                      <a:pt x="131311" y="19983"/>
                      <a:pt x="133494" y="22328"/>
                      <a:pt x="133494" y="26698"/>
                    </a:cubicBezTo>
                    <a:lnTo>
                      <a:pt x="133494" y="31631"/>
                    </a:lnTo>
                    <a:cubicBezTo>
                      <a:pt x="121036" y="36647"/>
                      <a:pt x="119659" y="37294"/>
                      <a:pt x="116182" y="40366"/>
                    </a:cubicBezTo>
                    <a:cubicBezTo>
                      <a:pt x="114404" y="41985"/>
                      <a:pt x="113269" y="44736"/>
                      <a:pt x="113269" y="47407"/>
                    </a:cubicBezTo>
                    <a:cubicBezTo>
                      <a:pt x="113269" y="52503"/>
                      <a:pt x="116750" y="56063"/>
                      <a:pt x="121762" y="56063"/>
                    </a:cubicBezTo>
                    <a:cubicBezTo>
                      <a:pt x="125323" y="56063"/>
                      <a:pt x="128640" y="54364"/>
                      <a:pt x="133574" y="50157"/>
                    </a:cubicBezTo>
                    <a:cubicBezTo>
                      <a:pt x="133978" y="54443"/>
                      <a:pt x="135434" y="56063"/>
                      <a:pt x="138753" y="56063"/>
                    </a:cubicBezTo>
                    <a:cubicBezTo>
                      <a:pt x="141502" y="56063"/>
                      <a:pt x="143202" y="55090"/>
                      <a:pt x="146031" y="52018"/>
                    </a:cubicBezTo>
                    <a:close/>
                    <a:moveTo>
                      <a:pt x="133494" y="45303"/>
                    </a:moveTo>
                    <a:cubicBezTo>
                      <a:pt x="133494" y="47811"/>
                      <a:pt x="133089" y="48538"/>
                      <a:pt x="131391" y="49589"/>
                    </a:cubicBezTo>
                    <a:cubicBezTo>
                      <a:pt x="129450" y="50725"/>
                      <a:pt x="127183" y="51371"/>
                      <a:pt x="125485" y="51371"/>
                    </a:cubicBezTo>
                    <a:cubicBezTo>
                      <a:pt x="122655" y="51371"/>
                      <a:pt x="120389" y="48621"/>
                      <a:pt x="120389" y="45141"/>
                    </a:cubicBezTo>
                    <a:lnTo>
                      <a:pt x="120389" y="44819"/>
                    </a:lnTo>
                    <a:cubicBezTo>
                      <a:pt x="120389" y="40045"/>
                      <a:pt x="123707" y="37132"/>
                      <a:pt x="133494" y="33572"/>
                    </a:cubicBezTo>
                    <a:lnTo>
                      <a:pt x="133494" y="45303"/>
                    </a:lnTo>
                    <a:close/>
                    <a:moveTo>
                      <a:pt x="179529" y="43363"/>
                    </a:moveTo>
                    <a:lnTo>
                      <a:pt x="178398" y="42632"/>
                    </a:lnTo>
                    <a:cubicBezTo>
                      <a:pt x="174512" y="48296"/>
                      <a:pt x="171600" y="50236"/>
                      <a:pt x="166993" y="50236"/>
                    </a:cubicBezTo>
                    <a:cubicBezTo>
                      <a:pt x="159547" y="50236"/>
                      <a:pt x="154451" y="43767"/>
                      <a:pt x="154451" y="34461"/>
                    </a:cubicBezTo>
                    <a:cubicBezTo>
                      <a:pt x="154451" y="26051"/>
                      <a:pt x="158900" y="20387"/>
                      <a:pt x="165452" y="20387"/>
                    </a:cubicBezTo>
                    <a:cubicBezTo>
                      <a:pt x="168365" y="20387"/>
                      <a:pt x="169417" y="21276"/>
                      <a:pt x="170226" y="24269"/>
                    </a:cubicBezTo>
                    <a:lnTo>
                      <a:pt x="170711" y="26051"/>
                    </a:lnTo>
                    <a:cubicBezTo>
                      <a:pt x="171358" y="28396"/>
                      <a:pt x="172814" y="29770"/>
                      <a:pt x="174596" y="29770"/>
                    </a:cubicBezTo>
                    <a:cubicBezTo>
                      <a:pt x="176699" y="29770"/>
                      <a:pt x="178398" y="28234"/>
                      <a:pt x="178398" y="26372"/>
                    </a:cubicBezTo>
                    <a:cubicBezTo>
                      <a:pt x="178398" y="21844"/>
                      <a:pt x="172734" y="18042"/>
                      <a:pt x="165940" y="18042"/>
                    </a:cubicBezTo>
                    <a:cubicBezTo>
                      <a:pt x="162139" y="18042"/>
                      <a:pt x="158252" y="19498"/>
                      <a:pt x="155018" y="22165"/>
                    </a:cubicBezTo>
                    <a:cubicBezTo>
                      <a:pt x="150649" y="25805"/>
                      <a:pt x="148223" y="31389"/>
                      <a:pt x="148223" y="38104"/>
                    </a:cubicBezTo>
                    <a:cubicBezTo>
                      <a:pt x="148223" y="48538"/>
                      <a:pt x="154614" y="56063"/>
                      <a:pt x="163590" y="56063"/>
                    </a:cubicBezTo>
                    <a:cubicBezTo>
                      <a:pt x="167071" y="56063"/>
                      <a:pt x="170143" y="54927"/>
                      <a:pt x="172898" y="52665"/>
                    </a:cubicBezTo>
                    <a:cubicBezTo>
                      <a:pt x="175323" y="50725"/>
                      <a:pt x="176942" y="48375"/>
                      <a:pt x="179529" y="43363"/>
                    </a:cubicBezTo>
                    <a:close/>
                    <a:moveTo>
                      <a:pt x="202589" y="55253"/>
                    </a:moveTo>
                    <a:lnTo>
                      <a:pt x="202589" y="54038"/>
                    </a:lnTo>
                    <a:cubicBezTo>
                      <a:pt x="197252" y="53634"/>
                      <a:pt x="196605" y="52824"/>
                      <a:pt x="196605" y="47002"/>
                    </a:cubicBezTo>
                    <a:lnTo>
                      <a:pt x="196605" y="18284"/>
                    </a:lnTo>
                    <a:lnTo>
                      <a:pt x="196280" y="18042"/>
                    </a:lnTo>
                    <a:lnTo>
                      <a:pt x="183743" y="22491"/>
                    </a:lnTo>
                    <a:lnTo>
                      <a:pt x="183743" y="23701"/>
                    </a:lnTo>
                    <a:lnTo>
                      <a:pt x="184389" y="23622"/>
                    </a:lnTo>
                    <a:cubicBezTo>
                      <a:pt x="185358" y="23459"/>
                      <a:pt x="186410" y="23380"/>
                      <a:pt x="187140" y="23380"/>
                    </a:cubicBezTo>
                    <a:cubicBezTo>
                      <a:pt x="189080" y="23380"/>
                      <a:pt x="189807" y="24674"/>
                      <a:pt x="189807" y="28234"/>
                    </a:cubicBezTo>
                    <a:lnTo>
                      <a:pt x="189807" y="47002"/>
                    </a:lnTo>
                    <a:cubicBezTo>
                      <a:pt x="189807" y="52824"/>
                      <a:pt x="189000" y="53717"/>
                      <a:pt x="183416" y="54038"/>
                    </a:cubicBezTo>
                    <a:lnTo>
                      <a:pt x="183416" y="55253"/>
                    </a:lnTo>
                    <a:lnTo>
                      <a:pt x="202589" y="55253"/>
                    </a:lnTo>
                    <a:close/>
                    <a:moveTo>
                      <a:pt x="197332" y="4127"/>
                    </a:moveTo>
                    <a:cubicBezTo>
                      <a:pt x="197332" y="1861"/>
                      <a:pt x="195554" y="0"/>
                      <a:pt x="193208" y="0"/>
                    </a:cubicBezTo>
                    <a:cubicBezTo>
                      <a:pt x="190941" y="0"/>
                      <a:pt x="189080" y="1861"/>
                      <a:pt x="189080" y="4127"/>
                    </a:cubicBezTo>
                    <a:cubicBezTo>
                      <a:pt x="189080" y="6473"/>
                      <a:pt x="190941" y="8251"/>
                      <a:pt x="193208" y="8251"/>
                    </a:cubicBezTo>
                    <a:cubicBezTo>
                      <a:pt x="195554" y="8251"/>
                      <a:pt x="197332" y="6473"/>
                      <a:pt x="197332" y="4127"/>
                    </a:cubicBezTo>
                    <a:close/>
                    <a:moveTo>
                      <a:pt x="227186" y="49915"/>
                    </a:moveTo>
                    <a:lnTo>
                      <a:pt x="226134" y="49022"/>
                    </a:lnTo>
                    <a:cubicBezTo>
                      <a:pt x="224356" y="51125"/>
                      <a:pt x="223058" y="51856"/>
                      <a:pt x="221280" y="51856"/>
                    </a:cubicBezTo>
                    <a:cubicBezTo>
                      <a:pt x="218287" y="51856"/>
                      <a:pt x="217073" y="49752"/>
                      <a:pt x="217073" y="44573"/>
                    </a:cubicBezTo>
                    <a:lnTo>
                      <a:pt x="217073" y="21439"/>
                    </a:lnTo>
                    <a:lnTo>
                      <a:pt x="225245" y="21439"/>
                    </a:lnTo>
                    <a:lnTo>
                      <a:pt x="225245" y="18848"/>
                    </a:lnTo>
                    <a:lnTo>
                      <a:pt x="217073" y="18848"/>
                    </a:lnTo>
                    <a:lnTo>
                      <a:pt x="217073" y="9465"/>
                    </a:lnTo>
                    <a:cubicBezTo>
                      <a:pt x="217073" y="8656"/>
                      <a:pt x="216910" y="8414"/>
                      <a:pt x="216505" y="8414"/>
                    </a:cubicBezTo>
                    <a:cubicBezTo>
                      <a:pt x="216021" y="9223"/>
                      <a:pt x="215453" y="9950"/>
                      <a:pt x="214889" y="10680"/>
                    </a:cubicBezTo>
                    <a:cubicBezTo>
                      <a:pt x="211897" y="15129"/>
                      <a:pt x="209143" y="18121"/>
                      <a:pt x="207043" y="19336"/>
                    </a:cubicBezTo>
                    <a:cubicBezTo>
                      <a:pt x="206151" y="19899"/>
                      <a:pt x="205667" y="20387"/>
                      <a:pt x="205667" y="20872"/>
                    </a:cubicBezTo>
                    <a:cubicBezTo>
                      <a:pt x="205667" y="21114"/>
                      <a:pt x="205745" y="21276"/>
                      <a:pt x="205992" y="21439"/>
                    </a:cubicBezTo>
                    <a:lnTo>
                      <a:pt x="210278" y="21439"/>
                    </a:lnTo>
                    <a:lnTo>
                      <a:pt x="210278" y="45787"/>
                    </a:lnTo>
                    <a:cubicBezTo>
                      <a:pt x="210278" y="52582"/>
                      <a:pt x="212704" y="56063"/>
                      <a:pt x="217398" y="56063"/>
                    </a:cubicBezTo>
                    <a:cubicBezTo>
                      <a:pt x="221443" y="56063"/>
                      <a:pt x="224515" y="54122"/>
                      <a:pt x="227186" y="49915"/>
                    </a:cubicBezTo>
                    <a:close/>
                    <a:moveTo>
                      <a:pt x="247574" y="55253"/>
                    </a:moveTo>
                    <a:lnTo>
                      <a:pt x="247574" y="54038"/>
                    </a:lnTo>
                    <a:cubicBezTo>
                      <a:pt x="242235" y="53634"/>
                      <a:pt x="241589" y="52824"/>
                      <a:pt x="241589" y="47002"/>
                    </a:cubicBezTo>
                    <a:lnTo>
                      <a:pt x="241589" y="18284"/>
                    </a:lnTo>
                    <a:lnTo>
                      <a:pt x="241263" y="18042"/>
                    </a:lnTo>
                    <a:lnTo>
                      <a:pt x="228726" y="22491"/>
                    </a:lnTo>
                    <a:lnTo>
                      <a:pt x="228726" y="23701"/>
                    </a:lnTo>
                    <a:lnTo>
                      <a:pt x="229372" y="23622"/>
                    </a:lnTo>
                    <a:cubicBezTo>
                      <a:pt x="230341" y="23459"/>
                      <a:pt x="231393" y="23380"/>
                      <a:pt x="232123" y="23380"/>
                    </a:cubicBezTo>
                    <a:cubicBezTo>
                      <a:pt x="234064" y="23380"/>
                      <a:pt x="234790" y="24674"/>
                      <a:pt x="234790" y="28234"/>
                    </a:cubicBezTo>
                    <a:lnTo>
                      <a:pt x="234790" y="47002"/>
                    </a:lnTo>
                    <a:cubicBezTo>
                      <a:pt x="234790" y="52824"/>
                      <a:pt x="233985" y="53717"/>
                      <a:pt x="228401" y="54038"/>
                    </a:cubicBezTo>
                    <a:lnTo>
                      <a:pt x="228401" y="55253"/>
                    </a:lnTo>
                    <a:lnTo>
                      <a:pt x="247574" y="55253"/>
                    </a:lnTo>
                    <a:close/>
                    <a:moveTo>
                      <a:pt x="242315" y="4127"/>
                    </a:moveTo>
                    <a:cubicBezTo>
                      <a:pt x="242315" y="1861"/>
                      <a:pt x="240537" y="0"/>
                      <a:pt x="238191" y="0"/>
                    </a:cubicBezTo>
                    <a:cubicBezTo>
                      <a:pt x="235926" y="0"/>
                      <a:pt x="234064" y="1861"/>
                      <a:pt x="234064" y="4127"/>
                    </a:cubicBezTo>
                    <a:cubicBezTo>
                      <a:pt x="234064" y="6473"/>
                      <a:pt x="235926" y="8251"/>
                      <a:pt x="238191" y="8251"/>
                    </a:cubicBezTo>
                    <a:cubicBezTo>
                      <a:pt x="240537" y="8251"/>
                      <a:pt x="242315" y="6473"/>
                      <a:pt x="242315" y="4127"/>
                    </a:cubicBezTo>
                    <a:close/>
                    <a:moveTo>
                      <a:pt x="283901" y="42553"/>
                    </a:moveTo>
                    <a:lnTo>
                      <a:pt x="282603" y="41985"/>
                    </a:lnTo>
                    <a:cubicBezTo>
                      <a:pt x="278721" y="48133"/>
                      <a:pt x="275245" y="50478"/>
                      <a:pt x="270066" y="50478"/>
                    </a:cubicBezTo>
                    <a:cubicBezTo>
                      <a:pt x="265617" y="50478"/>
                      <a:pt x="262220" y="48375"/>
                      <a:pt x="259874" y="44009"/>
                    </a:cubicBezTo>
                    <a:cubicBezTo>
                      <a:pt x="258255" y="40854"/>
                      <a:pt x="257607" y="38021"/>
                      <a:pt x="257445" y="32845"/>
                    </a:cubicBezTo>
                    <a:lnTo>
                      <a:pt x="282361" y="32845"/>
                    </a:lnTo>
                    <a:cubicBezTo>
                      <a:pt x="281714" y="27587"/>
                      <a:pt x="280904" y="25241"/>
                      <a:pt x="278885" y="22654"/>
                    </a:cubicBezTo>
                    <a:cubicBezTo>
                      <a:pt x="276455" y="19740"/>
                      <a:pt x="272737" y="18042"/>
                      <a:pt x="268529" y="18042"/>
                    </a:cubicBezTo>
                    <a:cubicBezTo>
                      <a:pt x="258496" y="18042"/>
                      <a:pt x="251623" y="26130"/>
                      <a:pt x="251623" y="37941"/>
                    </a:cubicBezTo>
                    <a:cubicBezTo>
                      <a:pt x="251623" y="49105"/>
                      <a:pt x="257445" y="56063"/>
                      <a:pt x="266747" y="56063"/>
                    </a:cubicBezTo>
                    <a:cubicBezTo>
                      <a:pt x="274515" y="56063"/>
                      <a:pt x="280499" y="51288"/>
                      <a:pt x="283901" y="42553"/>
                    </a:cubicBezTo>
                    <a:close/>
                    <a:moveTo>
                      <a:pt x="274109" y="30258"/>
                    </a:moveTo>
                    <a:lnTo>
                      <a:pt x="257607" y="30258"/>
                    </a:lnTo>
                    <a:cubicBezTo>
                      <a:pt x="258496" y="23864"/>
                      <a:pt x="261247" y="20951"/>
                      <a:pt x="266185" y="20951"/>
                    </a:cubicBezTo>
                    <a:cubicBezTo>
                      <a:pt x="271117" y="20951"/>
                      <a:pt x="273058" y="23217"/>
                      <a:pt x="274109" y="30258"/>
                    </a:cubicBezTo>
                    <a:close/>
                    <a:moveTo>
                      <a:pt x="313673" y="45708"/>
                    </a:moveTo>
                    <a:cubicBezTo>
                      <a:pt x="313673" y="41664"/>
                      <a:pt x="311815" y="38993"/>
                      <a:pt x="306878" y="36080"/>
                    </a:cubicBezTo>
                    <a:lnTo>
                      <a:pt x="298143" y="30905"/>
                    </a:lnTo>
                    <a:cubicBezTo>
                      <a:pt x="295876" y="29607"/>
                      <a:pt x="294662" y="27587"/>
                      <a:pt x="294662" y="25404"/>
                    </a:cubicBezTo>
                    <a:cubicBezTo>
                      <a:pt x="294662" y="22086"/>
                      <a:pt x="297170" y="19899"/>
                      <a:pt x="300893" y="19899"/>
                    </a:cubicBezTo>
                    <a:cubicBezTo>
                      <a:pt x="305504" y="19899"/>
                      <a:pt x="307930" y="22570"/>
                      <a:pt x="309790" y="29853"/>
                    </a:cubicBezTo>
                    <a:lnTo>
                      <a:pt x="311006" y="29853"/>
                    </a:lnTo>
                    <a:lnTo>
                      <a:pt x="310679" y="18848"/>
                    </a:lnTo>
                    <a:lnTo>
                      <a:pt x="309790" y="18848"/>
                    </a:lnTo>
                    <a:lnTo>
                      <a:pt x="309628" y="19010"/>
                    </a:lnTo>
                    <a:cubicBezTo>
                      <a:pt x="308901" y="19578"/>
                      <a:pt x="308819" y="19657"/>
                      <a:pt x="308497" y="19657"/>
                    </a:cubicBezTo>
                    <a:cubicBezTo>
                      <a:pt x="308012" y="19657"/>
                      <a:pt x="307203" y="19498"/>
                      <a:pt x="306314" y="19094"/>
                    </a:cubicBezTo>
                    <a:cubicBezTo>
                      <a:pt x="304611" y="18447"/>
                      <a:pt x="302754" y="18121"/>
                      <a:pt x="300810" y="18121"/>
                    </a:cubicBezTo>
                    <a:cubicBezTo>
                      <a:pt x="294178" y="18121"/>
                      <a:pt x="289649" y="22165"/>
                      <a:pt x="289649" y="28071"/>
                    </a:cubicBezTo>
                    <a:cubicBezTo>
                      <a:pt x="289649" y="32603"/>
                      <a:pt x="292237" y="35758"/>
                      <a:pt x="299111" y="39719"/>
                    </a:cubicBezTo>
                    <a:lnTo>
                      <a:pt x="303806" y="42390"/>
                    </a:lnTo>
                    <a:cubicBezTo>
                      <a:pt x="306635" y="44009"/>
                      <a:pt x="308012" y="45950"/>
                      <a:pt x="308012" y="48458"/>
                    </a:cubicBezTo>
                    <a:cubicBezTo>
                      <a:pt x="308012" y="52018"/>
                      <a:pt x="305421" y="54281"/>
                      <a:pt x="301298" y="54281"/>
                    </a:cubicBezTo>
                    <a:cubicBezTo>
                      <a:pt x="295713" y="54281"/>
                      <a:pt x="292884" y="51209"/>
                      <a:pt x="291022" y="42958"/>
                    </a:cubicBezTo>
                    <a:lnTo>
                      <a:pt x="289729" y="42958"/>
                    </a:lnTo>
                    <a:lnTo>
                      <a:pt x="289729" y="55578"/>
                    </a:lnTo>
                    <a:lnTo>
                      <a:pt x="290781" y="55578"/>
                    </a:lnTo>
                    <a:cubicBezTo>
                      <a:pt x="291348" y="54769"/>
                      <a:pt x="291670" y="54606"/>
                      <a:pt x="292641" y="54606"/>
                    </a:cubicBezTo>
                    <a:cubicBezTo>
                      <a:pt x="293530" y="54606"/>
                      <a:pt x="294419" y="54769"/>
                      <a:pt x="296360" y="55253"/>
                    </a:cubicBezTo>
                    <a:cubicBezTo>
                      <a:pt x="298627" y="55737"/>
                      <a:pt x="300651" y="56063"/>
                      <a:pt x="302349" y="56063"/>
                    </a:cubicBezTo>
                    <a:cubicBezTo>
                      <a:pt x="308497" y="56063"/>
                      <a:pt x="313673" y="51371"/>
                      <a:pt x="313673" y="4570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cap_label_outline_1"/>
              <p:cNvSpPr/>
              <p:nvPr/>
            </p:nvSpPr>
            <p:spPr>
              <a:xfrm>
                <a:off x="1634367" y="2264009"/>
                <a:ext cx="43926" cy="55578"/>
              </a:xfrm>
              <a:custGeom>
                <a:avLst/>
                <a:gdLst/>
                <a:ahLst/>
                <a:cxnLst/>
                <a:rect l="0" t="0" r="r" b="b"/>
                <a:pathLst>
                  <a:path w="43926" h="55578">
                    <a:moveTo>
                      <a:pt x="38183" y="39398"/>
                    </a:moveTo>
                    <a:cubicBezTo>
                      <a:pt x="38021" y="34139"/>
                      <a:pt x="35834" y="31067"/>
                      <a:pt x="27099" y="23622"/>
                    </a:cubicBezTo>
                    <a:cubicBezTo>
                      <a:pt x="18363" y="16260"/>
                      <a:pt x="17554" y="15129"/>
                      <a:pt x="17391" y="11164"/>
                    </a:cubicBezTo>
                    <a:cubicBezTo>
                      <a:pt x="17228" y="6068"/>
                      <a:pt x="21030" y="2913"/>
                      <a:pt x="27341" y="2913"/>
                    </a:cubicBezTo>
                    <a:cubicBezTo>
                      <a:pt x="30821" y="2913"/>
                      <a:pt x="33651" y="3885"/>
                      <a:pt x="35755" y="5826"/>
                    </a:cubicBezTo>
                    <a:cubicBezTo>
                      <a:pt x="38021" y="7846"/>
                      <a:pt x="38747" y="10601"/>
                      <a:pt x="39072" y="16018"/>
                    </a:cubicBezTo>
                    <a:lnTo>
                      <a:pt x="40771" y="16260"/>
                    </a:lnTo>
                    <a:lnTo>
                      <a:pt x="43926" y="0"/>
                    </a:lnTo>
                    <a:lnTo>
                      <a:pt x="41823" y="0"/>
                    </a:lnTo>
                    <a:cubicBezTo>
                      <a:pt x="40608" y="1861"/>
                      <a:pt x="39799" y="2266"/>
                      <a:pt x="37695" y="2266"/>
                    </a:cubicBezTo>
                    <a:cubicBezTo>
                      <a:pt x="36485" y="2266"/>
                      <a:pt x="35433" y="1861"/>
                      <a:pt x="33409" y="1215"/>
                    </a:cubicBezTo>
                    <a:cubicBezTo>
                      <a:pt x="31305" y="488"/>
                      <a:pt x="28230" y="83"/>
                      <a:pt x="25321" y="83"/>
                    </a:cubicBezTo>
                    <a:cubicBezTo>
                      <a:pt x="15530" y="83"/>
                      <a:pt x="8898" y="5663"/>
                      <a:pt x="9140" y="13593"/>
                    </a:cubicBezTo>
                    <a:cubicBezTo>
                      <a:pt x="9303" y="17959"/>
                      <a:pt x="10759" y="20308"/>
                      <a:pt x="16581" y="25483"/>
                    </a:cubicBezTo>
                    <a:cubicBezTo>
                      <a:pt x="17796" y="26535"/>
                      <a:pt x="19173" y="27666"/>
                      <a:pt x="20383" y="28881"/>
                    </a:cubicBezTo>
                    <a:lnTo>
                      <a:pt x="24186" y="32278"/>
                    </a:lnTo>
                    <a:cubicBezTo>
                      <a:pt x="28635" y="36243"/>
                      <a:pt x="29849" y="38346"/>
                      <a:pt x="30012" y="41823"/>
                    </a:cubicBezTo>
                    <a:cubicBezTo>
                      <a:pt x="30174" y="47974"/>
                      <a:pt x="25237" y="52582"/>
                      <a:pt x="18363" y="52582"/>
                    </a:cubicBezTo>
                    <a:cubicBezTo>
                      <a:pt x="10597" y="52582"/>
                      <a:pt x="4612" y="46839"/>
                      <a:pt x="4366" y="38914"/>
                    </a:cubicBezTo>
                    <a:cubicBezTo>
                      <a:pt x="4286" y="38346"/>
                      <a:pt x="4286" y="38021"/>
                      <a:pt x="4449" y="37294"/>
                    </a:cubicBezTo>
                    <a:lnTo>
                      <a:pt x="2508" y="37132"/>
                    </a:lnTo>
                    <a:lnTo>
                      <a:pt x="0" y="55336"/>
                    </a:lnTo>
                    <a:lnTo>
                      <a:pt x="1699" y="55336"/>
                    </a:lnTo>
                    <a:cubicBezTo>
                      <a:pt x="2346" y="53312"/>
                      <a:pt x="3155" y="52503"/>
                      <a:pt x="5096" y="52503"/>
                    </a:cubicBezTo>
                    <a:cubicBezTo>
                      <a:pt x="6148" y="52503"/>
                      <a:pt x="7521" y="52828"/>
                      <a:pt x="10029" y="53554"/>
                    </a:cubicBezTo>
                    <a:cubicBezTo>
                      <a:pt x="14319" y="54931"/>
                      <a:pt x="16986" y="55578"/>
                      <a:pt x="19899" y="55578"/>
                    </a:cubicBezTo>
                    <a:cubicBezTo>
                      <a:pt x="30659" y="55578"/>
                      <a:pt x="38505" y="48621"/>
                      <a:pt x="38183" y="3939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cap_label_outline_2"/>
              <p:cNvSpPr/>
              <p:nvPr/>
            </p:nvSpPr>
            <p:spPr>
              <a:xfrm>
                <a:off x="1690203" y="2247969"/>
                <a:ext cx="14509" cy="52085"/>
              </a:xfrm>
              <a:custGeom>
                <a:avLst/>
                <a:gdLst/>
                <a:ahLst/>
                <a:cxnLst/>
                <a:rect l="0" t="0" r="r" b="b"/>
                <a:pathLst>
                  <a:path w="14510" h="52086">
                    <a:moveTo>
                      <a:pt x="14002" y="0"/>
                    </a:moveTo>
                    <a:cubicBezTo>
                      <a:pt x="5782" y="5330"/>
                      <a:pt x="0" y="14510"/>
                      <a:pt x="0" y="26071"/>
                    </a:cubicBezTo>
                    <a:cubicBezTo>
                      <a:pt x="0" y="36612"/>
                      <a:pt x="6009" y="47268"/>
                      <a:pt x="13831" y="52086"/>
                    </a:cubicBezTo>
                    <a:lnTo>
                      <a:pt x="14510" y="51177"/>
                    </a:lnTo>
                    <a:cubicBezTo>
                      <a:pt x="7029" y="45283"/>
                      <a:pt x="4878" y="38425"/>
                      <a:pt x="4878" y="25900"/>
                    </a:cubicBezTo>
                    <a:cubicBezTo>
                      <a:pt x="4878" y="13319"/>
                      <a:pt x="7199" y="6803"/>
                      <a:pt x="14510" y="909"/>
                    </a:cubicBezTo>
                    <a:lnTo>
                      <a:pt x="14002" y="0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cap_label_outline_3"/>
              <p:cNvSpPr/>
              <p:nvPr/>
            </p:nvSpPr>
            <p:spPr>
              <a:xfrm>
                <a:off x="1712762" y="2249898"/>
                <a:ext cx="30662" cy="39330"/>
              </a:xfrm>
              <a:custGeom>
                <a:avLst/>
                <a:gdLst/>
                <a:ahLst/>
                <a:cxnLst/>
                <a:rect l="0" t="0" r="r" b="b"/>
                <a:pathLst>
                  <a:path w="30663" h="39330">
                    <a:moveTo>
                      <a:pt x="29583" y="33155"/>
                    </a:moveTo>
                    <a:lnTo>
                      <a:pt x="28452" y="32528"/>
                    </a:lnTo>
                    <a:cubicBezTo>
                      <a:pt x="28226" y="33040"/>
                      <a:pt x="27714" y="33552"/>
                      <a:pt x="27432" y="34004"/>
                    </a:cubicBezTo>
                    <a:cubicBezTo>
                      <a:pt x="26297" y="35758"/>
                      <a:pt x="25448" y="36385"/>
                      <a:pt x="24368" y="36385"/>
                    </a:cubicBezTo>
                    <a:cubicBezTo>
                      <a:pt x="22896" y="36385"/>
                      <a:pt x="21197" y="34572"/>
                      <a:pt x="17967" y="29071"/>
                    </a:cubicBezTo>
                    <a:lnTo>
                      <a:pt x="15018" y="24086"/>
                    </a:lnTo>
                    <a:cubicBezTo>
                      <a:pt x="25106" y="16661"/>
                      <a:pt x="27261" y="15526"/>
                      <a:pt x="30663" y="15359"/>
                    </a:cubicBezTo>
                    <a:lnTo>
                      <a:pt x="30603" y="14450"/>
                    </a:lnTo>
                    <a:lnTo>
                      <a:pt x="17967" y="14450"/>
                    </a:lnTo>
                    <a:lnTo>
                      <a:pt x="18022" y="15359"/>
                    </a:lnTo>
                    <a:lnTo>
                      <a:pt x="19328" y="15359"/>
                    </a:lnTo>
                    <a:cubicBezTo>
                      <a:pt x="21197" y="15359"/>
                      <a:pt x="22161" y="15756"/>
                      <a:pt x="22161" y="16435"/>
                    </a:cubicBezTo>
                    <a:cubicBezTo>
                      <a:pt x="22161" y="17570"/>
                      <a:pt x="18816" y="20288"/>
                      <a:pt x="12128" y="24312"/>
                    </a:cubicBezTo>
                    <a:lnTo>
                      <a:pt x="9124" y="26182"/>
                    </a:lnTo>
                    <a:lnTo>
                      <a:pt x="16097" y="282"/>
                    </a:lnTo>
                    <a:lnTo>
                      <a:pt x="15244" y="0"/>
                    </a:lnTo>
                    <a:cubicBezTo>
                      <a:pt x="10993" y="734"/>
                      <a:pt x="8330" y="1131"/>
                      <a:pt x="4024" y="1528"/>
                    </a:cubicBezTo>
                    <a:lnTo>
                      <a:pt x="4080" y="2437"/>
                    </a:lnTo>
                    <a:lnTo>
                      <a:pt x="5386" y="2437"/>
                    </a:lnTo>
                    <a:cubicBezTo>
                      <a:pt x="7993" y="2437"/>
                      <a:pt x="9239" y="2834"/>
                      <a:pt x="9410" y="3854"/>
                    </a:cubicBezTo>
                    <a:cubicBezTo>
                      <a:pt x="9350" y="4818"/>
                      <a:pt x="8898" y="6290"/>
                      <a:pt x="8049" y="8953"/>
                    </a:cubicBezTo>
                    <a:lnTo>
                      <a:pt x="7537" y="10823"/>
                    </a:lnTo>
                    <a:lnTo>
                      <a:pt x="7366" y="11335"/>
                    </a:lnTo>
                    <a:lnTo>
                      <a:pt x="0" y="38707"/>
                    </a:lnTo>
                    <a:lnTo>
                      <a:pt x="5782" y="38707"/>
                    </a:lnTo>
                    <a:lnTo>
                      <a:pt x="8501" y="28508"/>
                    </a:lnTo>
                    <a:lnTo>
                      <a:pt x="11450" y="26694"/>
                    </a:lnTo>
                    <a:cubicBezTo>
                      <a:pt x="12752" y="29186"/>
                      <a:pt x="14962" y="32699"/>
                      <a:pt x="16323" y="34683"/>
                    </a:cubicBezTo>
                    <a:cubicBezTo>
                      <a:pt x="18871" y="38255"/>
                      <a:pt x="20062" y="39330"/>
                      <a:pt x="22161" y="39330"/>
                    </a:cubicBezTo>
                    <a:cubicBezTo>
                      <a:pt x="24936" y="39330"/>
                      <a:pt x="26694" y="37913"/>
                      <a:pt x="29583" y="33155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cap_label_outline_4"/>
              <p:cNvSpPr/>
              <p:nvPr/>
            </p:nvSpPr>
            <p:spPr>
              <a:xfrm>
                <a:off x="1749554" y="2247969"/>
                <a:ext cx="14509" cy="52085"/>
              </a:xfrm>
              <a:custGeom>
                <a:avLst/>
                <a:gdLst/>
                <a:ahLst/>
                <a:cxnLst/>
                <a:rect l="0" t="0" r="r" b="b"/>
                <a:pathLst>
                  <a:path w="14510" h="52086">
                    <a:moveTo>
                      <a:pt x="512" y="0"/>
                    </a:moveTo>
                    <a:lnTo>
                      <a:pt x="0" y="909"/>
                    </a:lnTo>
                    <a:cubicBezTo>
                      <a:pt x="7310" y="6803"/>
                      <a:pt x="9636" y="13319"/>
                      <a:pt x="9636" y="25900"/>
                    </a:cubicBezTo>
                    <a:cubicBezTo>
                      <a:pt x="9636" y="38425"/>
                      <a:pt x="7481" y="45283"/>
                      <a:pt x="0" y="51177"/>
                    </a:cubicBezTo>
                    <a:lnTo>
                      <a:pt x="679" y="52086"/>
                    </a:lnTo>
                    <a:cubicBezTo>
                      <a:pt x="8501" y="47268"/>
                      <a:pt x="14510" y="36612"/>
                      <a:pt x="14510" y="26071"/>
                    </a:cubicBezTo>
                    <a:cubicBezTo>
                      <a:pt x="14510" y="14510"/>
                      <a:pt x="8727" y="5330"/>
                      <a:pt x="512" y="0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49" name="module_stage3"/>
          <p:cNvGrpSpPr/>
          <p:nvPr/>
        </p:nvGrpSpPr>
        <p:grpSpPr>
          <a:xfrm>
            <a:off x="1952123" y="192505"/>
            <a:ext cx="797092" cy="2409323"/>
            <a:chOff x="1952123" y="192505"/>
            <a:chExt cx="797092" cy="2409323"/>
          </a:xfrm>
        </p:grpSpPr>
        <p:sp>
          <p:nvSpPr>
            <p:cNvPr id="150" name="stage3_border"/>
            <p:cNvSpPr/>
            <p:nvPr/>
          </p:nvSpPr>
          <p:spPr>
            <a:xfrm>
              <a:off x="1952123" y="192505"/>
              <a:ext cx="79709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badge3"/>
            <p:cNvSpPr/>
            <p:nvPr/>
          </p:nvSpPr>
          <p:spPr>
            <a:xfrm>
              <a:off x="2060407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number3"/>
            <p:cNvSpPr txBox="1"/>
            <p:nvPr/>
          </p:nvSpPr>
          <p:spPr>
            <a:xfrm>
              <a:off x="206040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53" name="title3"/>
            <p:cNvSpPr txBox="1"/>
            <p:nvPr/>
          </p:nvSpPr>
          <p:spPr>
            <a:xfrm>
              <a:off x="2252913" y="300789"/>
              <a:ext cx="463215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1" i="0">
                  <a:solidFill>
                    <a:srgbClr val="101010"/>
                  </a:solidFill>
                  <a:latin typeface="Liberation Serif"/>
                </a:rPr>
                <a:t>Compose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1" i="0">
                  <a:solidFill>
                    <a:srgbClr val="101010"/>
                  </a:solidFill>
                  <a:latin typeface="Liberation Serif"/>
                </a:rPr>
                <a:t>capacities</a:t>
              </a:r>
            </a:p>
          </p:txBody>
        </p:sp>
        <p:sp>
          <p:nvSpPr>
            <p:cNvPr id="154" name="capmini0_0_0"/>
            <p:cNvSpPr/>
            <p:nvPr/>
          </p:nvSpPr>
          <p:spPr>
            <a:xfrm>
              <a:off x="1991226" y="800100"/>
              <a:ext cx="44366" cy="58653"/>
            </a:xfrm>
            <a:prstGeom prst="rect">
              <a:avLst/>
            </a:prstGeom>
            <a:solidFill>
              <a:srgbClr val="03823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capmini0_0_1"/>
            <p:cNvSpPr/>
            <p:nvPr/>
          </p:nvSpPr>
          <p:spPr>
            <a:xfrm>
              <a:off x="2035592" y="800100"/>
              <a:ext cx="44366" cy="58653"/>
            </a:xfrm>
            <a:prstGeom prst="rect">
              <a:avLst/>
            </a:prstGeom>
            <a:solidFill>
              <a:srgbClr val="E2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capmini0_0_2"/>
            <p:cNvSpPr/>
            <p:nvPr/>
          </p:nvSpPr>
          <p:spPr>
            <a:xfrm>
              <a:off x="2079959" y="800100"/>
              <a:ext cx="44366" cy="58653"/>
            </a:xfrm>
            <a:prstGeom prst="rect">
              <a:avLst/>
            </a:prstGeom>
            <a:solidFill>
              <a:srgbClr val="EA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capmini0_0_3"/>
            <p:cNvSpPr/>
            <p:nvPr/>
          </p:nvSpPr>
          <p:spPr>
            <a:xfrm>
              <a:off x="2124325" y="800100"/>
              <a:ext cx="44366" cy="58653"/>
            </a:xfrm>
            <a:prstGeom prst="rect">
              <a:avLst/>
            </a:prstGeom>
            <a:solidFill>
              <a:srgbClr val="E8F7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capmini0_1_0"/>
            <p:cNvSpPr/>
            <p:nvPr/>
          </p:nvSpPr>
          <p:spPr>
            <a:xfrm>
              <a:off x="1991226" y="858753"/>
              <a:ext cx="44366" cy="58653"/>
            </a:xfrm>
            <a:prstGeom prst="rect">
              <a:avLst/>
            </a:prstGeom>
            <a:solidFill>
              <a:srgbClr val="C3E4C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capmini0_1_1"/>
            <p:cNvSpPr/>
            <p:nvPr/>
          </p:nvSpPr>
          <p:spPr>
            <a:xfrm>
              <a:off x="2035592" y="858753"/>
              <a:ext cx="44366" cy="58653"/>
            </a:xfrm>
            <a:prstGeom prst="rect">
              <a:avLst/>
            </a:prstGeom>
            <a:solidFill>
              <a:srgbClr val="007C3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capmini0_1_2"/>
            <p:cNvSpPr/>
            <p:nvPr/>
          </p:nvSpPr>
          <p:spPr>
            <a:xfrm>
              <a:off x="2079959" y="858753"/>
              <a:ext cx="44366" cy="58653"/>
            </a:xfrm>
            <a:prstGeom prst="rect">
              <a:avLst/>
            </a:prstGeom>
            <a:solidFill>
              <a:srgbClr val="1E64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capmini0_1_3"/>
            <p:cNvSpPr/>
            <p:nvPr/>
          </p:nvSpPr>
          <p:spPr>
            <a:xfrm>
              <a:off x="2124325" y="858753"/>
              <a:ext cx="44366" cy="58653"/>
            </a:xfrm>
            <a:prstGeom prst="rect">
              <a:avLst/>
            </a:prstGeom>
            <a:solidFill>
              <a:srgbClr val="E8F8E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apmini0_2_0"/>
            <p:cNvSpPr/>
            <p:nvPr/>
          </p:nvSpPr>
          <p:spPr>
            <a:xfrm>
              <a:off x="1991226" y="917407"/>
              <a:ext cx="44366" cy="58653"/>
            </a:xfrm>
            <a:prstGeom prst="rect">
              <a:avLst/>
            </a:prstGeom>
            <a:solidFill>
              <a:srgbClr val="FCFE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capmini0_2_1"/>
            <p:cNvSpPr/>
            <p:nvPr/>
          </p:nvSpPr>
          <p:spPr>
            <a:xfrm>
              <a:off x="2035592" y="917407"/>
              <a:ext cx="44366" cy="58653"/>
            </a:xfrm>
            <a:prstGeom prst="rect">
              <a:avLst/>
            </a:prstGeom>
            <a:solidFill>
              <a:srgbClr val="8DC89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capmini0_2_2"/>
            <p:cNvSpPr/>
            <p:nvPr/>
          </p:nvSpPr>
          <p:spPr>
            <a:xfrm>
              <a:off x="2079959" y="917407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capmini0_2_3"/>
            <p:cNvSpPr/>
            <p:nvPr/>
          </p:nvSpPr>
          <p:spPr>
            <a:xfrm>
              <a:off x="2124325" y="917407"/>
              <a:ext cx="44366" cy="58653"/>
            </a:xfrm>
            <a:prstGeom prst="rect">
              <a:avLst/>
            </a:prstGeom>
            <a:solidFill>
              <a:srgbClr val="71BD7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capmini0_3_0"/>
            <p:cNvSpPr/>
            <p:nvPr/>
          </p:nvSpPr>
          <p:spPr>
            <a:xfrm>
              <a:off x="1991226" y="976061"/>
              <a:ext cx="44366" cy="58653"/>
            </a:xfrm>
            <a:prstGeom prst="rect">
              <a:avLst/>
            </a:prstGeom>
            <a:solidFill>
              <a:srgbClr val="D8EED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capmini0_3_1"/>
            <p:cNvSpPr/>
            <p:nvPr/>
          </p:nvSpPr>
          <p:spPr>
            <a:xfrm>
              <a:off x="2035592" y="976061"/>
              <a:ext cx="44366" cy="58653"/>
            </a:xfrm>
            <a:prstGeom prst="rect">
              <a:avLst/>
            </a:prstGeom>
            <a:solidFill>
              <a:srgbClr val="F9FBF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capmini0_3_2"/>
            <p:cNvSpPr/>
            <p:nvPr/>
          </p:nvSpPr>
          <p:spPr>
            <a:xfrm>
              <a:off x="2079959" y="976061"/>
              <a:ext cx="44366" cy="58653"/>
            </a:xfrm>
            <a:prstGeom prst="rect">
              <a:avLst/>
            </a:prstGeom>
            <a:solidFill>
              <a:srgbClr val="0170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capmini0_3_3"/>
            <p:cNvSpPr/>
            <p:nvPr/>
          </p:nvSpPr>
          <p:spPr>
            <a:xfrm>
              <a:off x="2124325" y="976061"/>
              <a:ext cx="44366" cy="58653"/>
            </a:xfrm>
            <a:prstGeom prst="rect">
              <a:avLst/>
            </a:prstGeom>
            <a:solidFill>
              <a:srgbClr val="F5FAF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capmini1_0_0"/>
            <p:cNvSpPr/>
            <p:nvPr/>
          </p:nvSpPr>
          <p:spPr>
            <a:xfrm>
              <a:off x="2234865" y="800100"/>
              <a:ext cx="44366" cy="58653"/>
            </a:xfrm>
            <a:prstGeom prst="rect">
              <a:avLst/>
            </a:prstGeom>
            <a:solidFill>
              <a:srgbClr val="01843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capmini1_0_1"/>
            <p:cNvSpPr/>
            <p:nvPr/>
          </p:nvSpPr>
          <p:spPr>
            <a:xfrm>
              <a:off x="2279232" y="800100"/>
              <a:ext cx="44366" cy="58653"/>
            </a:xfrm>
            <a:prstGeom prst="rect">
              <a:avLst/>
            </a:prstGeom>
            <a:solidFill>
              <a:srgbClr val="DCF0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capmini1_0_2"/>
            <p:cNvSpPr/>
            <p:nvPr/>
          </p:nvSpPr>
          <p:spPr>
            <a:xfrm>
              <a:off x="2323598" y="800100"/>
              <a:ext cx="44366" cy="58653"/>
            </a:xfrm>
            <a:prstGeom prst="rect">
              <a:avLst/>
            </a:prstGeom>
            <a:solidFill>
              <a:srgbClr val="F2FA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capmini1_0_3"/>
            <p:cNvSpPr/>
            <p:nvPr/>
          </p:nvSpPr>
          <p:spPr>
            <a:xfrm>
              <a:off x="2367965" y="800100"/>
              <a:ext cx="44366" cy="58653"/>
            </a:xfrm>
            <a:prstGeom prst="rect">
              <a:avLst/>
            </a:prstGeom>
            <a:solidFill>
              <a:srgbClr val="E2F4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capmini1_1_0"/>
            <p:cNvSpPr/>
            <p:nvPr/>
          </p:nvSpPr>
          <p:spPr>
            <a:xfrm>
              <a:off x="2234865" y="858753"/>
              <a:ext cx="44366" cy="58653"/>
            </a:xfrm>
            <a:prstGeom prst="rect">
              <a:avLst/>
            </a:prstGeom>
            <a:solidFill>
              <a:srgbClr val="BFE3C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capmini1_1_1"/>
            <p:cNvSpPr/>
            <p:nvPr/>
          </p:nvSpPr>
          <p:spPr>
            <a:xfrm>
              <a:off x="2279232" y="858753"/>
              <a:ext cx="44366" cy="58653"/>
            </a:xfrm>
            <a:prstGeom prst="rect">
              <a:avLst/>
            </a:prstGeom>
            <a:solidFill>
              <a:srgbClr val="0173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capmini1_1_2"/>
            <p:cNvSpPr/>
            <p:nvPr/>
          </p:nvSpPr>
          <p:spPr>
            <a:xfrm>
              <a:off x="2323598" y="858753"/>
              <a:ext cx="44366" cy="58653"/>
            </a:xfrm>
            <a:prstGeom prst="rect">
              <a:avLst/>
            </a:prstGeom>
            <a:solidFill>
              <a:srgbClr val="0B4B1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capmini1_1_3"/>
            <p:cNvSpPr/>
            <p:nvPr/>
          </p:nvSpPr>
          <p:spPr>
            <a:xfrm>
              <a:off x="2367965" y="858753"/>
              <a:ext cx="44366" cy="58653"/>
            </a:xfrm>
            <a:prstGeom prst="rect">
              <a:avLst/>
            </a:prstGeom>
            <a:solidFill>
              <a:srgbClr val="E3F5E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capmini1_2_0"/>
            <p:cNvSpPr/>
            <p:nvPr/>
          </p:nvSpPr>
          <p:spPr>
            <a:xfrm>
              <a:off x="2234865" y="917407"/>
              <a:ext cx="44366" cy="58653"/>
            </a:xfrm>
            <a:prstGeom prst="rect">
              <a:avLst/>
            </a:prstGeom>
            <a:solidFill>
              <a:srgbClr val="FCFD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capmini1_2_1"/>
            <p:cNvSpPr/>
            <p:nvPr/>
          </p:nvSpPr>
          <p:spPr>
            <a:xfrm>
              <a:off x="2279232" y="917407"/>
              <a:ext cx="44366" cy="58653"/>
            </a:xfrm>
            <a:prstGeom prst="rect">
              <a:avLst/>
            </a:prstGeom>
            <a:solidFill>
              <a:srgbClr val="8AC68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capmini1_2_2"/>
            <p:cNvSpPr/>
            <p:nvPr/>
          </p:nvSpPr>
          <p:spPr>
            <a:xfrm>
              <a:off x="2323598" y="917407"/>
              <a:ext cx="44366" cy="58653"/>
            </a:xfrm>
            <a:prstGeom prst="rect">
              <a:avLst/>
            </a:prstGeom>
            <a:solidFill>
              <a:srgbClr val="D3EED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capmini1_2_3"/>
            <p:cNvSpPr/>
            <p:nvPr/>
          </p:nvSpPr>
          <p:spPr>
            <a:xfrm>
              <a:off x="2367965" y="917407"/>
              <a:ext cx="44366" cy="58653"/>
            </a:xfrm>
            <a:prstGeom prst="rect">
              <a:avLst/>
            </a:prstGeom>
            <a:solidFill>
              <a:srgbClr val="72BE7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capmini1_3_0"/>
            <p:cNvSpPr/>
            <p:nvPr/>
          </p:nvSpPr>
          <p:spPr>
            <a:xfrm>
              <a:off x="2234865" y="976061"/>
              <a:ext cx="44366" cy="58653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apmini1_3_1"/>
            <p:cNvSpPr/>
            <p:nvPr/>
          </p:nvSpPr>
          <p:spPr>
            <a:xfrm>
              <a:off x="2279232" y="976061"/>
              <a:ext cx="44366" cy="58653"/>
            </a:xfrm>
            <a:prstGeom prst="rect">
              <a:avLst/>
            </a:prstGeom>
            <a:solidFill>
              <a:srgbClr val="F6F9F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capmini1_3_2"/>
            <p:cNvSpPr/>
            <p:nvPr/>
          </p:nvSpPr>
          <p:spPr>
            <a:xfrm>
              <a:off x="2323598" y="976061"/>
              <a:ext cx="44366" cy="58653"/>
            </a:xfrm>
            <a:prstGeom prst="rect">
              <a:avLst/>
            </a:prstGeom>
            <a:solidFill>
              <a:srgbClr val="006E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capmini1_3_3"/>
            <p:cNvSpPr/>
            <p:nvPr/>
          </p:nvSpPr>
          <p:spPr>
            <a:xfrm>
              <a:off x="2367965" y="976061"/>
              <a:ext cx="44366" cy="58653"/>
            </a:xfrm>
            <a:prstGeom prst="rect">
              <a:avLst/>
            </a:prstGeom>
            <a:solidFill>
              <a:srgbClr val="ABCAB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capmini2_0_0"/>
            <p:cNvSpPr/>
            <p:nvPr/>
          </p:nvSpPr>
          <p:spPr>
            <a:xfrm>
              <a:off x="2547686" y="800100"/>
              <a:ext cx="44366" cy="58653"/>
            </a:xfrm>
            <a:prstGeom prst="rect">
              <a:avLst/>
            </a:prstGeom>
            <a:solidFill>
              <a:srgbClr val="07853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capmini2_0_1"/>
            <p:cNvSpPr/>
            <p:nvPr/>
          </p:nvSpPr>
          <p:spPr>
            <a:xfrm>
              <a:off x="2592053" y="800100"/>
              <a:ext cx="44366" cy="58653"/>
            </a:xfrm>
            <a:prstGeom prst="rect">
              <a:avLst/>
            </a:prstGeom>
            <a:solidFill>
              <a:srgbClr val="E1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capmini2_0_2"/>
            <p:cNvSpPr/>
            <p:nvPr/>
          </p:nvSpPr>
          <p:spPr>
            <a:xfrm>
              <a:off x="2636419" y="800100"/>
              <a:ext cx="44366" cy="58653"/>
            </a:xfrm>
            <a:prstGeom prst="rect">
              <a:avLst/>
            </a:prstGeom>
            <a:solidFill>
              <a:srgbClr val="ECF8E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capmini2_0_3"/>
            <p:cNvSpPr/>
            <p:nvPr/>
          </p:nvSpPr>
          <p:spPr>
            <a:xfrm>
              <a:off x="2680786" y="800100"/>
              <a:ext cx="44366" cy="58653"/>
            </a:xfrm>
            <a:prstGeom prst="rect">
              <a:avLst/>
            </a:prstGeom>
            <a:solidFill>
              <a:srgbClr val="E4F5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capmini2_1_0"/>
            <p:cNvSpPr/>
            <p:nvPr/>
          </p:nvSpPr>
          <p:spPr>
            <a:xfrm>
              <a:off x="2547686" y="858753"/>
              <a:ext cx="44366" cy="58653"/>
            </a:xfrm>
            <a:prstGeom prst="rect">
              <a:avLst/>
            </a:prstGeom>
            <a:solidFill>
              <a:srgbClr val="B9E1B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capmini2_1_1"/>
            <p:cNvSpPr/>
            <p:nvPr/>
          </p:nvSpPr>
          <p:spPr>
            <a:xfrm>
              <a:off x="2592053" y="858753"/>
              <a:ext cx="44366" cy="58653"/>
            </a:xfrm>
            <a:prstGeom prst="rect">
              <a:avLst/>
            </a:prstGeom>
            <a:solidFill>
              <a:srgbClr val="0367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capmini2_1_2"/>
            <p:cNvSpPr/>
            <p:nvPr/>
          </p:nvSpPr>
          <p:spPr>
            <a:xfrm>
              <a:off x="2636419" y="858753"/>
              <a:ext cx="44366" cy="58653"/>
            </a:xfrm>
            <a:prstGeom prst="rect">
              <a:avLst/>
            </a:prstGeom>
            <a:solidFill>
              <a:srgbClr val="4F865B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capmini2_1_3"/>
            <p:cNvSpPr/>
            <p:nvPr/>
          </p:nvSpPr>
          <p:spPr>
            <a:xfrm>
              <a:off x="2680786" y="858753"/>
              <a:ext cx="44366" cy="58653"/>
            </a:xfrm>
            <a:prstGeom prst="rect">
              <a:avLst/>
            </a:prstGeom>
            <a:solidFill>
              <a:srgbClr val="E1F5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capmini2_2_0"/>
            <p:cNvSpPr/>
            <p:nvPr/>
          </p:nvSpPr>
          <p:spPr>
            <a:xfrm>
              <a:off x="2547686" y="917407"/>
              <a:ext cx="44366" cy="58653"/>
            </a:xfrm>
            <a:prstGeom prst="rect">
              <a:avLst/>
            </a:prstGeom>
            <a:solidFill>
              <a:srgbClr val="FCFDF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capmini2_2_1"/>
            <p:cNvSpPr/>
            <p:nvPr/>
          </p:nvSpPr>
          <p:spPr>
            <a:xfrm>
              <a:off x="2592053" y="917407"/>
              <a:ext cx="44366" cy="58653"/>
            </a:xfrm>
            <a:prstGeom prst="rect">
              <a:avLst/>
            </a:prstGeom>
            <a:solidFill>
              <a:srgbClr val="95CA9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capmini2_2_2"/>
            <p:cNvSpPr/>
            <p:nvPr/>
          </p:nvSpPr>
          <p:spPr>
            <a:xfrm>
              <a:off x="2636419" y="917407"/>
              <a:ext cx="44366" cy="58653"/>
            </a:xfrm>
            <a:prstGeom prst="rect">
              <a:avLst/>
            </a:prstGeom>
            <a:solidFill>
              <a:srgbClr val="DEF4E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apmini2_2_3"/>
            <p:cNvSpPr/>
            <p:nvPr/>
          </p:nvSpPr>
          <p:spPr>
            <a:xfrm>
              <a:off x="2680786" y="917407"/>
              <a:ext cx="44366" cy="58653"/>
            </a:xfrm>
            <a:prstGeom prst="rect">
              <a:avLst/>
            </a:prstGeom>
            <a:solidFill>
              <a:srgbClr val="86C88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capmini2_3_0"/>
            <p:cNvSpPr/>
            <p:nvPr/>
          </p:nvSpPr>
          <p:spPr>
            <a:xfrm>
              <a:off x="2547686" y="976061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capmini2_3_1"/>
            <p:cNvSpPr/>
            <p:nvPr/>
          </p:nvSpPr>
          <p:spPr>
            <a:xfrm>
              <a:off x="2592053" y="976061"/>
              <a:ext cx="44366" cy="58653"/>
            </a:xfrm>
            <a:prstGeom prst="rect">
              <a:avLst/>
            </a:prstGeom>
            <a:solidFill>
              <a:srgbClr val="F3FA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capmini2_3_2"/>
            <p:cNvSpPr/>
            <p:nvPr/>
          </p:nvSpPr>
          <p:spPr>
            <a:xfrm>
              <a:off x="2636419" y="976061"/>
              <a:ext cx="44366" cy="58653"/>
            </a:xfrm>
            <a:prstGeom prst="rect">
              <a:avLst/>
            </a:prstGeom>
            <a:solidFill>
              <a:srgbClr val="016F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capmini2_3_3"/>
            <p:cNvSpPr/>
            <p:nvPr/>
          </p:nvSpPr>
          <p:spPr>
            <a:xfrm>
              <a:off x="2680786" y="976061"/>
              <a:ext cx="44366" cy="58653"/>
            </a:xfrm>
            <a:prstGeom prst="rect">
              <a:avLst/>
            </a:prstGeom>
            <a:solidFill>
              <a:srgbClr val="F3F6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capellipsis"/>
            <p:cNvSpPr txBox="1"/>
            <p:nvPr/>
          </p:nvSpPr>
          <p:spPr>
            <a:xfrm>
              <a:off x="2436394" y="821155"/>
              <a:ext cx="96252" cy="1443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0" i="0">
                  <a:solidFill>
                    <a:srgbClr val="101010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203" name="compose_brace"/>
            <p:cNvSpPr/>
            <p:nvPr/>
          </p:nvSpPr>
          <p:spPr>
            <a:xfrm>
              <a:off x="1991226" y="1097881"/>
              <a:ext cx="718886" cy="75197"/>
            </a:xfrm>
            <a:custGeom>
              <a:avLst/>
              <a:gdLst/>
              <a:ahLst/>
              <a:cxnLst/>
              <a:rect l="0" t="0" r="r" b="b"/>
              <a:pathLst>
                <a:path w="718886" h="75197" fill="none">
                  <a:moveTo>
                    <a:pt x="0" y="0"/>
                  </a:moveTo>
                  <a:lnTo>
                    <a:pt x="12031" y="45118"/>
                  </a:lnTo>
                  <a:lnTo>
                    <a:pt x="339892" y="45118"/>
                  </a:lnTo>
                  <a:lnTo>
                    <a:pt x="354931" y="75197"/>
                  </a:lnTo>
                  <a:lnTo>
                    <a:pt x="369971" y="45118"/>
                  </a:lnTo>
                  <a:lnTo>
                    <a:pt x="718886" y="45118"/>
                  </a:lnTo>
                  <a:lnTo>
                    <a:pt x="718886" y="0"/>
                  </a:lnTo>
                </a:path>
              </a:pathLst>
            </a:custGeom>
            <a:noFill/>
            <a:ln w="601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brace_arrow"/>
            <p:cNvSpPr/>
            <p:nvPr/>
          </p:nvSpPr>
          <p:spPr>
            <a:xfrm>
              <a:off x="2346157" y="1152023"/>
              <a:ext cx="30" cy="123323"/>
            </a:xfrm>
            <a:custGeom>
              <a:avLst/>
              <a:gdLst/>
              <a:ahLst/>
              <a:cxnLst/>
              <a:rect l="0" t="0" r="r" b="b"/>
              <a:pathLst>
                <a:path w="1" h="123323" fill="none">
                  <a:moveTo>
                    <a:pt x="0" y="0"/>
                  </a:moveTo>
                  <a:lnTo>
                    <a:pt x="0" y="123323"/>
                  </a:lnTo>
                </a:path>
              </a:pathLst>
            </a:custGeom>
            <a:noFill/>
            <a:ln w="9023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omposed_0_0"/>
            <p:cNvSpPr/>
            <p:nvPr/>
          </p:nvSpPr>
          <p:spPr>
            <a:xfrm>
              <a:off x="2195763" y="1482892"/>
              <a:ext cx="74445" cy="96252"/>
            </a:xfrm>
            <a:prstGeom prst="rect">
              <a:avLst/>
            </a:prstGeom>
            <a:solidFill>
              <a:srgbClr val="01713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composed_0_1"/>
            <p:cNvSpPr/>
            <p:nvPr/>
          </p:nvSpPr>
          <p:spPr>
            <a:xfrm>
              <a:off x="2270208" y="1482892"/>
              <a:ext cx="74445" cy="96252"/>
            </a:xfrm>
            <a:prstGeom prst="rect">
              <a:avLst/>
            </a:prstGeom>
            <a:solidFill>
              <a:srgbClr val="E4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composed_0_2"/>
            <p:cNvSpPr/>
            <p:nvPr/>
          </p:nvSpPr>
          <p:spPr>
            <a:xfrm>
              <a:off x="2344653" y="1482892"/>
              <a:ext cx="74445" cy="96252"/>
            </a:xfrm>
            <a:prstGeom prst="rect">
              <a:avLst/>
            </a:prstGeom>
            <a:solidFill>
              <a:srgbClr val="E8F5E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composed_0_3"/>
            <p:cNvSpPr/>
            <p:nvPr/>
          </p:nvSpPr>
          <p:spPr>
            <a:xfrm>
              <a:off x="2419099" y="1482892"/>
              <a:ext cx="74445" cy="96252"/>
            </a:xfrm>
            <a:prstGeom prst="rect">
              <a:avLst/>
            </a:prstGeom>
            <a:solidFill>
              <a:srgbClr val="EB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composed_1_0"/>
            <p:cNvSpPr/>
            <p:nvPr/>
          </p:nvSpPr>
          <p:spPr>
            <a:xfrm>
              <a:off x="2195763" y="1579144"/>
              <a:ext cx="74445" cy="96252"/>
            </a:xfrm>
            <a:prstGeom prst="rect">
              <a:avLst/>
            </a:prstGeom>
            <a:solidFill>
              <a:srgbClr val="A8D6A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composed_1_1"/>
            <p:cNvSpPr/>
            <p:nvPr/>
          </p:nvSpPr>
          <p:spPr>
            <a:xfrm>
              <a:off x="2270208" y="1579144"/>
              <a:ext cx="74445" cy="96252"/>
            </a:xfrm>
            <a:prstGeom prst="rect">
              <a:avLst/>
            </a:prstGeom>
            <a:solidFill>
              <a:srgbClr val="006C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composed_1_2"/>
            <p:cNvSpPr/>
            <p:nvPr/>
          </p:nvSpPr>
          <p:spPr>
            <a:xfrm>
              <a:off x="2344653" y="1579144"/>
              <a:ext cx="74445" cy="96252"/>
            </a:xfrm>
            <a:prstGeom prst="rect">
              <a:avLst/>
            </a:prstGeom>
            <a:solidFill>
              <a:srgbClr val="D4E5D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composed_1_3"/>
            <p:cNvSpPr/>
            <p:nvPr/>
          </p:nvSpPr>
          <p:spPr>
            <a:xfrm>
              <a:off x="2419099" y="1579144"/>
              <a:ext cx="74445" cy="96252"/>
            </a:xfrm>
            <a:prstGeom prst="rect">
              <a:avLst/>
            </a:prstGeom>
            <a:solidFill>
              <a:srgbClr val="EAF6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composed_2_0"/>
            <p:cNvSpPr/>
            <p:nvPr/>
          </p:nvSpPr>
          <p:spPr>
            <a:xfrm>
              <a:off x="2195763" y="1675397"/>
              <a:ext cx="74445" cy="96252"/>
            </a:xfrm>
            <a:prstGeom prst="rect">
              <a:avLst/>
            </a:prstGeom>
            <a:solidFill>
              <a:srgbClr val="F5FB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composed_2_1"/>
            <p:cNvSpPr/>
            <p:nvPr/>
          </p:nvSpPr>
          <p:spPr>
            <a:xfrm>
              <a:off x="2270208" y="1675397"/>
              <a:ext cx="74445" cy="96252"/>
            </a:xfrm>
            <a:prstGeom prst="rect">
              <a:avLst/>
            </a:prstGeom>
            <a:solidFill>
              <a:srgbClr val="8FC88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composed_2_2"/>
            <p:cNvSpPr/>
            <p:nvPr/>
          </p:nvSpPr>
          <p:spPr>
            <a:xfrm>
              <a:off x="2344653" y="1675397"/>
              <a:ext cx="74445" cy="96252"/>
            </a:xfrm>
            <a:prstGeom prst="rect">
              <a:avLst/>
            </a:prstGeom>
            <a:solidFill>
              <a:srgbClr val="E3F2E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composed_2_3"/>
            <p:cNvSpPr/>
            <p:nvPr/>
          </p:nvSpPr>
          <p:spPr>
            <a:xfrm>
              <a:off x="2419099" y="1675397"/>
              <a:ext cx="74445" cy="96252"/>
            </a:xfrm>
            <a:prstGeom prst="rect">
              <a:avLst/>
            </a:prstGeom>
            <a:solidFill>
              <a:srgbClr val="3DA24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composed_3_0"/>
            <p:cNvSpPr/>
            <p:nvPr/>
          </p:nvSpPr>
          <p:spPr>
            <a:xfrm>
              <a:off x="2195763" y="1771650"/>
              <a:ext cx="74445" cy="96252"/>
            </a:xfrm>
            <a:prstGeom prst="rect">
              <a:avLst/>
            </a:prstGeom>
            <a:solidFill>
              <a:srgbClr val="D8EE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composed_3_1"/>
            <p:cNvSpPr/>
            <p:nvPr/>
          </p:nvSpPr>
          <p:spPr>
            <a:xfrm>
              <a:off x="2270208" y="1771650"/>
              <a:ext cx="74445" cy="96252"/>
            </a:xfrm>
            <a:prstGeom prst="rect">
              <a:avLst/>
            </a:prstGeom>
            <a:solidFill>
              <a:srgbClr val="F3FA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composed_3_2"/>
            <p:cNvSpPr/>
            <p:nvPr/>
          </p:nvSpPr>
          <p:spPr>
            <a:xfrm>
              <a:off x="2344653" y="1771650"/>
              <a:ext cx="74445" cy="96252"/>
            </a:xfrm>
            <a:prstGeom prst="rect">
              <a:avLst/>
            </a:prstGeom>
            <a:solidFill>
              <a:srgbClr val="0171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composed_3_3"/>
            <p:cNvSpPr/>
            <p:nvPr/>
          </p:nvSpPr>
          <p:spPr>
            <a:xfrm>
              <a:off x="2419099" y="1771650"/>
              <a:ext cx="74445" cy="96252"/>
            </a:xfrm>
            <a:prstGeom prst="rect">
              <a:avLst/>
            </a:prstGeom>
            <a:solidFill>
              <a:srgbClr val="40924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composebox"/>
            <p:cNvSpPr/>
            <p:nvPr/>
          </p:nvSpPr>
          <p:spPr>
            <a:xfrm>
              <a:off x="1982202" y="2048376"/>
              <a:ext cx="736934" cy="460207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one_matrix"/>
            <p:cNvSpPr txBox="1"/>
            <p:nvPr/>
          </p:nvSpPr>
          <p:spPr>
            <a:xfrm>
              <a:off x="2021305" y="2328110"/>
              <a:ext cx="664744" cy="1173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50" b="0" i="0">
                  <a:solidFill>
                    <a:srgbClr val="101010"/>
                  </a:solidFill>
                  <a:latin typeface="Liberation Serif"/>
                </a:rPr>
                <a:t>one matrix, not K duals</a:t>
              </a:r>
            </a:p>
          </p:txBody>
        </p:sp>
        <p:grpSp>
          <p:nvGrpSpPr>
            <p:cNvPr id="223" name="cap_label0"/>
            <p:cNvGrpSpPr/>
            <p:nvPr/>
          </p:nvGrpSpPr>
          <p:grpSpPr>
            <a:xfrm>
              <a:off x="1997242" y="664074"/>
              <a:ext cx="129846" cy="82197"/>
              <a:chOff x="2013145" y="676114"/>
              <a:chExt cx="138897" cy="82197"/>
            </a:xfrm>
          </p:grpSpPr>
          <p:sp>
            <p:nvSpPr>
              <p:cNvPr id="224" name="cap_label0_outline_0"/>
              <p:cNvSpPr/>
              <p:nvPr/>
            </p:nvSpPr>
            <p:spPr>
              <a:xfrm>
                <a:off x="201314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cap_label0_outline_1"/>
              <p:cNvSpPr/>
              <p:nvPr/>
            </p:nvSpPr>
            <p:spPr>
              <a:xfrm>
                <a:off x="207724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cap_label0_outline_2"/>
              <p:cNvSpPr/>
              <p:nvPr/>
            </p:nvSpPr>
            <p:spPr>
              <a:xfrm>
                <a:off x="2106264" y="678781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7"/>
                      <a:pt x="4679" y="5397"/>
                    </a:cubicBezTo>
                    <a:cubicBezTo>
                      <a:pt x="6044" y="5397"/>
                      <a:pt x="6632" y="6374"/>
                      <a:pt x="6632" y="8453"/>
                    </a:cubicBezTo>
                    <a:lnTo>
                      <a:pt x="6632" y="37905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cap_label0_outline_3"/>
              <p:cNvSpPr/>
              <p:nvPr/>
            </p:nvSpPr>
            <p:spPr>
              <a:xfrm>
                <a:off x="213539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8" name="cap_label1"/>
            <p:cNvGrpSpPr/>
            <p:nvPr/>
          </p:nvGrpSpPr>
          <p:grpSpPr>
            <a:xfrm>
              <a:off x="2240881" y="664074"/>
              <a:ext cx="129845" cy="82197"/>
              <a:chOff x="2256785" y="676114"/>
              <a:chExt cx="138896" cy="82197"/>
            </a:xfrm>
          </p:grpSpPr>
          <p:sp>
            <p:nvSpPr>
              <p:cNvPr id="229" name="cap_label1_outline_0"/>
              <p:cNvSpPr/>
              <p:nvPr/>
            </p:nvSpPr>
            <p:spPr>
              <a:xfrm>
                <a:off x="225678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cap_label1_outline_1"/>
              <p:cNvSpPr/>
              <p:nvPr/>
            </p:nvSpPr>
            <p:spPr>
              <a:xfrm>
                <a:off x="2320886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cap_label1_outline_2"/>
              <p:cNvSpPr/>
              <p:nvPr/>
            </p:nvSpPr>
            <p:spPr>
              <a:xfrm>
                <a:off x="2344633" y="678781"/>
                <a:ext cx="28936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28936" h="43954">
                    <a:moveTo>
                      <a:pt x="28936" y="35048"/>
                    </a:moveTo>
                    <a:lnTo>
                      <a:pt x="28091" y="34723"/>
                    </a:lnTo>
                    <a:cubicBezTo>
                      <a:pt x="25686" y="38425"/>
                      <a:pt x="24840" y="39013"/>
                      <a:pt x="21916" y="39013"/>
                    </a:cubicBezTo>
                    <a:lnTo>
                      <a:pt x="6374" y="39013"/>
                    </a:lnTo>
                    <a:lnTo>
                      <a:pt x="17296" y="27567"/>
                    </a:lnTo>
                    <a:cubicBezTo>
                      <a:pt x="23082" y="21522"/>
                      <a:pt x="25618" y="16581"/>
                      <a:pt x="25618" y="11509"/>
                    </a:cubicBezTo>
                    <a:cubicBezTo>
                      <a:pt x="25618" y="5008"/>
                      <a:pt x="20352" y="0"/>
                      <a:pt x="13593" y="0"/>
                    </a:cubicBezTo>
                    <a:cubicBezTo>
                      <a:pt x="10013" y="0"/>
                      <a:pt x="6636" y="1433"/>
                      <a:pt x="4227" y="4032"/>
                    </a:cubicBezTo>
                    <a:cubicBezTo>
                      <a:pt x="2147" y="6243"/>
                      <a:pt x="1171" y="8322"/>
                      <a:pt x="67" y="12938"/>
                    </a:cubicBezTo>
                    <a:lnTo>
                      <a:pt x="1433" y="13263"/>
                    </a:lnTo>
                    <a:cubicBezTo>
                      <a:pt x="4032" y="6894"/>
                      <a:pt x="6374" y="4810"/>
                      <a:pt x="10859" y="4810"/>
                    </a:cubicBezTo>
                    <a:cubicBezTo>
                      <a:pt x="16323" y="4810"/>
                      <a:pt x="20026" y="8517"/>
                      <a:pt x="20026" y="13978"/>
                    </a:cubicBezTo>
                    <a:cubicBezTo>
                      <a:pt x="20026" y="19050"/>
                      <a:pt x="17038" y="25098"/>
                      <a:pt x="11577" y="30885"/>
                    </a:cubicBezTo>
                    <a:lnTo>
                      <a:pt x="0" y="43172"/>
                    </a:lnTo>
                    <a:lnTo>
                      <a:pt x="0" y="43954"/>
                    </a:lnTo>
                    <a:lnTo>
                      <a:pt x="25360" y="43954"/>
                    </a:lnTo>
                    <a:lnTo>
                      <a:pt x="28936" y="3504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cap_label1_outline_3"/>
              <p:cNvSpPr/>
              <p:nvPr/>
            </p:nvSpPr>
            <p:spPr>
              <a:xfrm>
                <a:off x="237903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3" name="cap_label2"/>
            <p:cNvGrpSpPr/>
            <p:nvPr/>
          </p:nvGrpSpPr>
          <p:grpSpPr>
            <a:xfrm>
              <a:off x="2553702" y="664074"/>
              <a:ext cx="135576" cy="82197"/>
              <a:chOff x="2569606" y="676114"/>
              <a:chExt cx="168195" cy="82197"/>
            </a:xfrm>
          </p:grpSpPr>
          <p:sp>
            <p:nvSpPr>
              <p:cNvPr id="234" name="cap_label2_outline_0"/>
              <p:cNvSpPr/>
              <p:nvPr/>
            </p:nvSpPr>
            <p:spPr>
              <a:xfrm>
                <a:off x="2569606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cap_label2_outline_1"/>
              <p:cNvSpPr/>
              <p:nvPr/>
            </p:nvSpPr>
            <p:spPr>
              <a:xfrm>
                <a:off x="263370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cap_label2_outline_2"/>
              <p:cNvSpPr/>
              <p:nvPr/>
            </p:nvSpPr>
            <p:spPr>
              <a:xfrm>
                <a:off x="2657520" y="680277"/>
                <a:ext cx="56439" cy="42457"/>
              </a:xfrm>
              <a:custGeom>
                <a:avLst/>
                <a:gdLst/>
                <a:ahLst/>
                <a:cxnLst/>
                <a:rect l="0" t="0" r="r" b="b"/>
                <a:pathLst>
                  <a:path w="56440" h="42458">
                    <a:moveTo>
                      <a:pt x="50848" y="42458"/>
                    </a:moveTo>
                    <a:lnTo>
                      <a:pt x="50780" y="41418"/>
                    </a:lnTo>
                    <a:cubicBezTo>
                      <a:pt x="45581" y="41029"/>
                      <a:pt x="45061" y="40830"/>
                      <a:pt x="42525" y="37775"/>
                    </a:cubicBezTo>
                    <a:lnTo>
                      <a:pt x="26983" y="18074"/>
                    </a:lnTo>
                    <a:lnTo>
                      <a:pt x="50522" y="3381"/>
                    </a:lnTo>
                    <a:cubicBezTo>
                      <a:pt x="52864" y="2016"/>
                      <a:pt x="54554" y="1302"/>
                      <a:pt x="56440" y="1040"/>
                    </a:cubicBezTo>
                    <a:lnTo>
                      <a:pt x="56372" y="0"/>
                    </a:lnTo>
                    <a:lnTo>
                      <a:pt x="39144" y="0"/>
                    </a:lnTo>
                    <a:lnTo>
                      <a:pt x="39207" y="1040"/>
                    </a:lnTo>
                    <a:lnTo>
                      <a:pt x="41612" y="1234"/>
                    </a:lnTo>
                    <a:cubicBezTo>
                      <a:pt x="43696" y="1365"/>
                      <a:pt x="44605" y="1754"/>
                      <a:pt x="44605" y="2536"/>
                    </a:cubicBezTo>
                    <a:cubicBezTo>
                      <a:pt x="44605" y="4096"/>
                      <a:pt x="40120" y="7541"/>
                      <a:pt x="32901" y="11573"/>
                    </a:cubicBezTo>
                    <a:lnTo>
                      <a:pt x="20419" y="18467"/>
                    </a:lnTo>
                    <a:lnTo>
                      <a:pt x="23928" y="5850"/>
                    </a:lnTo>
                    <a:cubicBezTo>
                      <a:pt x="24904" y="2600"/>
                      <a:pt x="27245" y="1302"/>
                      <a:pt x="32187" y="1040"/>
                    </a:cubicBezTo>
                    <a:lnTo>
                      <a:pt x="32119" y="0"/>
                    </a:lnTo>
                    <a:lnTo>
                      <a:pt x="8453" y="0"/>
                    </a:lnTo>
                    <a:lnTo>
                      <a:pt x="8517" y="1040"/>
                    </a:lnTo>
                    <a:cubicBezTo>
                      <a:pt x="13914" y="1429"/>
                      <a:pt x="15153" y="1949"/>
                      <a:pt x="15280" y="3838"/>
                    </a:cubicBezTo>
                    <a:cubicBezTo>
                      <a:pt x="15347" y="4032"/>
                      <a:pt x="15347" y="4290"/>
                      <a:pt x="15347" y="4485"/>
                    </a:cubicBezTo>
                    <a:cubicBezTo>
                      <a:pt x="15347" y="5398"/>
                      <a:pt x="15216" y="6501"/>
                      <a:pt x="14696" y="7866"/>
                    </a:cubicBezTo>
                    <a:lnTo>
                      <a:pt x="6830" y="36608"/>
                    </a:lnTo>
                    <a:cubicBezTo>
                      <a:pt x="5659" y="40509"/>
                      <a:pt x="4941" y="40830"/>
                      <a:pt x="0" y="41418"/>
                    </a:cubicBezTo>
                    <a:lnTo>
                      <a:pt x="67" y="42458"/>
                    </a:lnTo>
                    <a:lnTo>
                      <a:pt x="21586" y="42458"/>
                    </a:lnTo>
                    <a:lnTo>
                      <a:pt x="21522" y="41418"/>
                    </a:lnTo>
                    <a:cubicBezTo>
                      <a:pt x="16125" y="40961"/>
                      <a:pt x="15411" y="40573"/>
                      <a:pt x="15280" y="38556"/>
                    </a:cubicBezTo>
                    <a:cubicBezTo>
                      <a:pt x="15280" y="38425"/>
                      <a:pt x="15280" y="38231"/>
                      <a:pt x="15280" y="38100"/>
                    </a:cubicBezTo>
                    <a:cubicBezTo>
                      <a:pt x="15280" y="37580"/>
                      <a:pt x="15347" y="37060"/>
                      <a:pt x="15605" y="36020"/>
                    </a:cubicBezTo>
                    <a:lnTo>
                      <a:pt x="16061" y="34655"/>
                    </a:lnTo>
                    <a:lnTo>
                      <a:pt x="20094" y="19832"/>
                    </a:lnTo>
                    <a:lnTo>
                      <a:pt x="31278" y="33353"/>
                    </a:lnTo>
                    <a:cubicBezTo>
                      <a:pt x="33552" y="36020"/>
                      <a:pt x="34981" y="38294"/>
                      <a:pt x="34981" y="39596"/>
                    </a:cubicBezTo>
                    <a:cubicBezTo>
                      <a:pt x="34981" y="40509"/>
                      <a:pt x="33683" y="41029"/>
                      <a:pt x="30885" y="41223"/>
                    </a:cubicBezTo>
                    <a:lnTo>
                      <a:pt x="28222" y="41418"/>
                    </a:lnTo>
                    <a:lnTo>
                      <a:pt x="28285" y="42458"/>
                    </a:lnTo>
                    <a:lnTo>
                      <a:pt x="50848" y="4245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cap_label2_outline_3"/>
              <p:cNvSpPr/>
              <p:nvPr/>
            </p:nvSpPr>
            <p:spPr>
              <a:xfrm>
                <a:off x="272115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8" name="composed_S"/>
            <p:cNvGrpSpPr/>
            <p:nvPr/>
          </p:nvGrpSpPr>
          <p:grpSpPr>
            <a:xfrm>
              <a:off x="2306193" y="1333188"/>
              <a:ext cx="56951" cy="72056"/>
              <a:chOff x="2322517" y="1346670"/>
              <a:chExt cx="56951" cy="72056"/>
            </a:xfrm>
          </p:grpSpPr>
          <p:sp>
            <p:nvSpPr>
              <p:cNvPr id="239" name="composed_S_outline_0"/>
              <p:cNvSpPr/>
              <p:nvPr/>
            </p:nvSpPr>
            <p:spPr>
              <a:xfrm>
                <a:off x="2322517" y="1346670"/>
                <a:ext cx="56951" cy="72056"/>
              </a:xfrm>
              <a:custGeom>
                <a:avLst/>
                <a:gdLst/>
                <a:ahLst/>
                <a:cxnLst/>
                <a:rect l="0" t="0" r="r" b="b"/>
                <a:pathLst>
                  <a:path w="56952" h="72057">
                    <a:moveTo>
                      <a:pt x="49506" y="51078"/>
                    </a:moveTo>
                    <a:cubicBezTo>
                      <a:pt x="49296" y="44260"/>
                      <a:pt x="46462" y="40275"/>
                      <a:pt x="35135" y="30627"/>
                    </a:cubicBezTo>
                    <a:cubicBezTo>
                      <a:pt x="23809" y="21082"/>
                      <a:pt x="22757" y="19613"/>
                      <a:pt x="22550" y="14474"/>
                    </a:cubicBezTo>
                    <a:cubicBezTo>
                      <a:pt x="22340" y="7866"/>
                      <a:pt x="27269" y="3774"/>
                      <a:pt x="35449" y="3774"/>
                    </a:cubicBezTo>
                    <a:cubicBezTo>
                      <a:pt x="39961" y="3774"/>
                      <a:pt x="43632" y="5032"/>
                      <a:pt x="46359" y="7548"/>
                    </a:cubicBezTo>
                    <a:cubicBezTo>
                      <a:pt x="49296" y="10172"/>
                      <a:pt x="50240" y="13740"/>
                      <a:pt x="50657" y="20764"/>
                    </a:cubicBezTo>
                    <a:lnTo>
                      <a:pt x="52860" y="21082"/>
                    </a:lnTo>
                    <a:lnTo>
                      <a:pt x="56952" y="0"/>
                    </a:lnTo>
                    <a:lnTo>
                      <a:pt x="54225" y="0"/>
                    </a:lnTo>
                    <a:cubicBezTo>
                      <a:pt x="52649" y="2409"/>
                      <a:pt x="51602" y="2937"/>
                      <a:pt x="48875" y="2937"/>
                    </a:cubicBezTo>
                    <a:cubicBezTo>
                      <a:pt x="47304" y="2937"/>
                      <a:pt x="45938" y="2409"/>
                      <a:pt x="43315" y="1572"/>
                    </a:cubicBezTo>
                    <a:cubicBezTo>
                      <a:pt x="40588" y="627"/>
                      <a:pt x="36604" y="103"/>
                      <a:pt x="32829" y="103"/>
                    </a:cubicBezTo>
                    <a:cubicBezTo>
                      <a:pt x="20137" y="103"/>
                      <a:pt x="11537" y="7342"/>
                      <a:pt x="11851" y="17617"/>
                    </a:cubicBezTo>
                    <a:cubicBezTo>
                      <a:pt x="12061" y="23285"/>
                      <a:pt x="13946" y="26325"/>
                      <a:pt x="21499" y="33036"/>
                    </a:cubicBezTo>
                    <a:cubicBezTo>
                      <a:pt x="23074" y="34401"/>
                      <a:pt x="24856" y="35869"/>
                      <a:pt x="26428" y="37441"/>
                    </a:cubicBezTo>
                    <a:lnTo>
                      <a:pt x="31361" y="41847"/>
                    </a:lnTo>
                    <a:cubicBezTo>
                      <a:pt x="37128" y="46986"/>
                      <a:pt x="38699" y="49712"/>
                      <a:pt x="38910" y="54225"/>
                    </a:cubicBezTo>
                    <a:cubicBezTo>
                      <a:pt x="39120" y="62194"/>
                      <a:pt x="32722" y="68175"/>
                      <a:pt x="23809" y="68175"/>
                    </a:cubicBezTo>
                    <a:cubicBezTo>
                      <a:pt x="13740" y="68175"/>
                      <a:pt x="5977" y="60726"/>
                      <a:pt x="5663" y="50447"/>
                    </a:cubicBezTo>
                    <a:cubicBezTo>
                      <a:pt x="5556" y="49712"/>
                      <a:pt x="5556" y="49296"/>
                      <a:pt x="5767" y="48351"/>
                    </a:cubicBezTo>
                    <a:lnTo>
                      <a:pt x="3250" y="48141"/>
                    </a:lnTo>
                    <a:lnTo>
                      <a:pt x="0" y="71739"/>
                    </a:lnTo>
                    <a:lnTo>
                      <a:pt x="2203" y="71739"/>
                    </a:lnTo>
                    <a:cubicBezTo>
                      <a:pt x="3040" y="69120"/>
                      <a:pt x="4088" y="68068"/>
                      <a:pt x="6608" y="68068"/>
                    </a:cubicBezTo>
                    <a:cubicBezTo>
                      <a:pt x="7969" y="68068"/>
                      <a:pt x="9751" y="68489"/>
                      <a:pt x="13006" y="69433"/>
                    </a:cubicBezTo>
                    <a:cubicBezTo>
                      <a:pt x="18562" y="71215"/>
                      <a:pt x="22023" y="72057"/>
                      <a:pt x="25801" y="72057"/>
                    </a:cubicBezTo>
                    <a:cubicBezTo>
                      <a:pt x="39751" y="72057"/>
                      <a:pt x="49923" y="63036"/>
                      <a:pt x="49506" y="510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0" name="composeeq"/>
            <p:cNvGrpSpPr/>
            <p:nvPr/>
          </p:nvGrpSpPr>
          <p:grpSpPr>
            <a:xfrm>
              <a:off x="2003257" y="2122581"/>
              <a:ext cx="666953" cy="97752"/>
              <a:chOff x="2018953" y="2134655"/>
              <a:chExt cx="853766" cy="97752"/>
            </a:xfrm>
          </p:grpSpPr>
          <p:sp>
            <p:nvSpPr>
              <p:cNvPr id="241" name="composeeq_outline_0"/>
              <p:cNvSpPr/>
              <p:nvPr/>
            </p:nvSpPr>
            <p:spPr>
              <a:xfrm>
                <a:off x="2018953" y="2151871"/>
                <a:ext cx="47192" cy="59709"/>
              </a:xfrm>
              <a:custGeom>
                <a:avLst/>
                <a:gdLst/>
                <a:ahLst/>
                <a:cxnLst/>
                <a:rect l="0" t="0" r="r" b="b"/>
                <a:pathLst>
                  <a:path w="47192" h="59710">
                    <a:moveTo>
                      <a:pt x="41025" y="42327"/>
                    </a:moveTo>
                    <a:cubicBezTo>
                      <a:pt x="40850" y="36679"/>
                      <a:pt x="38501" y="33373"/>
                      <a:pt x="29115" y="25380"/>
                    </a:cubicBezTo>
                    <a:cubicBezTo>
                      <a:pt x="19729" y="17470"/>
                      <a:pt x="18860" y="16252"/>
                      <a:pt x="18685" y="11993"/>
                    </a:cubicBezTo>
                    <a:cubicBezTo>
                      <a:pt x="18514" y="6521"/>
                      <a:pt x="22598" y="3127"/>
                      <a:pt x="29377" y="3127"/>
                    </a:cubicBezTo>
                    <a:cubicBezTo>
                      <a:pt x="33115" y="3127"/>
                      <a:pt x="36155" y="4171"/>
                      <a:pt x="38418" y="6259"/>
                    </a:cubicBezTo>
                    <a:cubicBezTo>
                      <a:pt x="40850" y="8430"/>
                      <a:pt x="41632" y="11386"/>
                      <a:pt x="41977" y="17209"/>
                    </a:cubicBezTo>
                    <a:lnTo>
                      <a:pt x="43803" y="17470"/>
                    </a:lnTo>
                    <a:lnTo>
                      <a:pt x="47192" y="0"/>
                    </a:lnTo>
                    <a:lnTo>
                      <a:pt x="44934" y="0"/>
                    </a:lnTo>
                    <a:cubicBezTo>
                      <a:pt x="43628" y="2000"/>
                      <a:pt x="42759" y="2433"/>
                      <a:pt x="40501" y="2433"/>
                    </a:cubicBezTo>
                    <a:cubicBezTo>
                      <a:pt x="39199" y="2433"/>
                      <a:pt x="38068" y="2000"/>
                      <a:pt x="35893" y="1306"/>
                    </a:cubicBezTo>
                    <a:cubicBezTo>
                      <a:pt x="33635" y="520"/>
                      <a:pt x="30333" y="87"/>
                      <a:pt x="27202" y="87"/>
                    </a:cubicBezTo>
                    <a:cubicBezTo>
                      <a:pt x="16689" y="87"/>
                      <a:pt x="9561" y="6084"/>
                      <a:pt x="9823" y="14601"/>
                    </a:cubicBezTo>
                    <a:cubicBezTo>
                      <a:pt x="9993" y="19296"/>
                      <a:pt x="11561" y="21816"/>
                      <a:pt x="17816" y="27376"/>
                    </a:cubicBezTo>
                    <a:cubicBezTo>
                      <a:pt x="19121" y="28507"/>
                      <a:pt x="20598" y="29726"/>
                      <a:pt x="21904" y="31028"/>
                    </a:cubicBezTo>
                    <a:lnTo>
                      <a:pt x="25987" y="34679"/>
                    </a:lnTo>
                    <a:cubicBezTo>
                      <a:pt x="30766" y="38937"/>
                      <a:pt x="32071" y="41196"/>
                      <a:pt x="32246" y="44934"/>
                    </a:cubicBezTo>
                    <a:cubicBezTo>
                      <a:pt x="32417" y="51538"/>
                      <a:pt x="27118" y="56495"/>
                      <a:pt x="19729" y="56495"/>
                    </a:cubicBezTo>
                    <a:cubicBezTo>
                      <a:pt x="11386" y="56495"/>
                      <a:pt x="4953" y="50324"/>
                      <a:pt x="4695" y="41807"/>
                    </a:cubicBezTo>
                    <a:cubicBezTo>
                      <a:pt x="4608" y="41196"/>
                      <a:pt x="4608" y="40850"/>
                      <a:pt x="4778" y="40068"/>
                    </a:cubicBezTo>
                    <a:lnTo>
                      <a:pt x="2695" y="39894"/>
                    </a:lnTo>
                    <a:lnTo>
                      <a:pt x="0" y="59448"/>
                    </a:lnTo>
                    <a:lnTo>
                      <a:pt x="1826" y="59448"/>
                    </a:lnTo>
                    <a:cubicBezTo>
                      <a:pt x="2520" y="57277"/>
                      <a:pt x="3389" y="56408"/>
                      <a:pt x="5477" y="56408"/>
                    </a:cubicBezTo>
                    <a:cubicBezTo>
                      <a:pt x="6604" y="56408"/>
                      <a:pt x="8084" y="56753"/>
                      <a:pt x="10779" y="57539"/>
                    </a:cubicBezTo>
                    <a:cubicBezTo>
                      <a:pt x="15383" y="59015"/>
                      <a:pt x="18252" y="59710"/>
                      <a:pt x="21380" y="59710"/>
                    </a:cubicBezTo>
                    <a:cubicBezTo>
                      <a:pt x="32941" y="59710"/>
                      <a:pt x="41370" y="52237"/>
                      <a:pt x="41025" y="423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composeeq_outline_1"/>
              <p:cNvSpPr/>
              <p:nvPr/>
            </p:nvSpPr>
            <p:spPr>
              <a:xfrm>
                <a:off x="2100671" y="2176295"/>
                <a:ext cx="44497" cy="22510"/>
              </a:xfrm>
              <a:custGeom>
                <a:avLst/>
                <a:gdLst/>
                <a:ahLst/>
                <a:cxnLst/>
                <a:rect l="0" t="0" r="r" b="b"/>
                <a:pathLst>
                  <a:path w="44498" h="22511">
                    <a:moveTo>
                      <a:pt x="44498" y="4866"/>
                    </a:moveTo>
                    <a:lnTo>
                      <a:pt x="44498" y="0"/>
                    </a:lnTo>
                    <a:lnTo>
                      <a:pt x="0" y="0"/>
                    </a:lnTo>
                    <a:lnTo>
                      <a:pt x="0" y="4866"/>
                    </a:lnTo>
                    <a:lnTo>
                      <a:pt x="44498" y="4866"/>
                    </a:lnTo>
                    <a:close/>
                    <a:moveTo>
                      <a:pt x="44498" y="22511"/>
                    </a:moveTo>
                    <a:lnTo>
                      <a:pt x="44498" y="17641"/>
                    </a:lnTo>
                    <a:lnTo>
                      <a:pt x="0" y="17641"/>
                    </a:lnTo>
                    <a:lnTo>
                      <a:pt x="0" y="22511"/>
                    </a:lnTo>
                    <a:lnTo>
                      <a:pt x="44498" y="2251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composeeq_outline_2"/>
              <p:cNvSpPr/>
              <p:nvPr/>
            </p:nvSpPr>
            <p:spPr>
              <a:xfrm>
                <a:off x="2177114" y="2151089"/>
                <a:ext cx="324149" cy="77612"/>
              </a:xfrm>
              <a:custGeom>
                <a:avLst/>
                <a:gdLst/>
                <a:ahLst/>
                <a:cxnLst/>
                <a:rect l="0" t="0" r="r" b="b"/>
                <a:pathLst>
                  <a:path w="324149" h="77613">
                    <a:moveTo>
                      <a:pt x="52582" y="48931"/>
                    </a:moveTo>
                    <a:lnTo>
                      <a:pt x="51018" y="47367"/>
                    </a:lnTo>
                    <a:cubicBezTo>
                      <a:pt x="44589" y="53538"/>
                      <a:pt x="38850" y="56146"/>
                      <a:pt x="31639" y="56146"/>
                    </a:cubicBezTo>
                    <a:cubicBezTo>
                      <a:pt x="26424" y="56146"/>
                      <a:pt x="21729" y="54582"/>
                      <a:pt x="18078" y="51538"/>
                    </a:cubicBezTo>
                    <a:cubicBezTo>
                      <a:pt x="12950" y="47280"/>
                      <a:pt x="10085" y="39457"/>
                      <a:pt x="10085" y="29377"/>
                    </a:cubicBezTo>
                    <a:cubicBezTo>
                      <a:pt x="10085" y="13645"/>
                      <a:pt x="18165" y="3477"/>
                      <a:pt x="30770" y="3477"/>
                    </a:cubicBezTo>
                    <a:cubicBezTo>
                      <a:pt x="35810" y="3477"/>
                      <a:pt x="40243" y="5302"/>
                      <a:pt x="43720" y="8779"/>
                    </a:cubicBezTo>
                    <a:cubicBezTo>
                      <a:pt x="46498" y="11561"/>
                      <a:pt x="47804" y="13994"/>
                      <a:pt x="49455" y="19641"/>
                    </a:cubicBezTo>
                    <a:lnTo>
                      <a:pt x="51455" y="19641"/>
                    </a:lnTo>
                    <a:lnTo>
                      <a:pt x="50673" y="0"/>
                    </a:lnTo>
                    <a:lnTo>
                      <a:pt x="48847" y="0"/>
                    </a:lnTo>
                    <a:cubicBezTo>
                      <a:pt x="48323" y="1826"/>
                      <a:pt x="46934" y="2869"/>
                      <a:pt x="45283" y="2869"/>
                    </a:cubicBezTo>
                    <a:cubicBezTo>
                      <a:pt x="44414" y="2869"/>
                      <a:pt x="43196" y="2608"/>
                      <a:pt x="41807" y="2088"/>
                    </a:cubicBezTo>
                    <a:cubicBezTo>
                      <a:pt x="37548" y="695"/>
                      <a:pt x="33290" y="0"/>
                      <a:pt x="29031" y="0"/>
                    </a:cubicBezTo>
                    <a:cubicBezTo>
                      <a:pt x="22336" y="0"/>
                      <a:pt x="15470" y="2520"/>
                      <a:pt x="10168" y="6866"/>
                    </a:cubicBezTo>
                    <a:cubicBezTo>
                      <a:pt x="3564" y="12343"/>
                      <a:pt x="0" y="20598"/>
                      <a:pt x="0" y="30508"/>
                    </a:cubicBezTo>
                    <a:cubicBezTo>
                      <a:pt x="0" y="48149"/>
                      <a:pt x="11561" y="59972"/>
                      <a:pt x="28857" y="59972"/>
                    </a:cubicBezTo>
                    <a:cubicBezTo>
                      <a:pt x="38676" y="59972"/>
                      <a:pt x="47280" y="55971"/>
                      <a:pt x="52582" y="48931"/>
                    </a:cubicBezTo>
                    <a:close/>
                    <a:moveTo>
                      <a:pt x="96382" y="38418"/>
                    </a:moveTo>
                    <a:cubicBezTo>
                      <a:pt x="96382" y="27031"/>
                      <a:pt x="88385" y="18772"/>
                      <a:pt x="77261" y="18772"/>
                    </a:cubicBezTo>
                    <a:cubicBezTo>
                      <a:pt x="65962" y="18772"/>
                      <a:pt x="58052" y="27119"/>
                      <a:pt x="58052" y="39112"/>
                    </a:cubicBezTo>
                    <a:cubicBezTo>
                      <a:pt x="58052" y="50844"/>
                      <a:pt x="66136" y="59623"/>
                      <a:pt x="77086" y="59623"/>
                    </a:cubicBezTo>
                    <a:cubicBezTo>
                      <a:pt x="88036" y="59623"/>
                      <a:pt x="96382" y="50411"/>
                      <a:pt x="96382" y="38418"/>
                    </a:cubicBezTo>
                    <a:close/>
                    <a:moveTo>
                      <a:pt x="88560" y="41458"/>
                    </a:moveTo>
                    <a:cubicBezTo>
                      <a:pt x="88560" y="51280"/>
                      <a:pt x="84646" y="57190"/>
                      <a:pt x="78130" y="57190"/>
                    </a:cubicBezTo>
                    <a:cubicBezTo>
                      <a:pt x="74740" y="57190"/>
                      <a:pt x="71522" y="55102"/>
                      <a:pt x="69700" y="51626"/>
                    </a:cubicBezTo>
                    <a:cubicBezTo>
                      <a:pt x="67263" y="47105"/>
                      <a:pt x="65874" y="41025"/>
                      <a:pt x="65874" y="34854"/>
                    </a:cubicBezTo>
                    <a:cubicBezTo>
                      <a:pt x="65874" y="26595"/>
                      <a:pt x="69958" y="21205"/>
                      <a:pt x="76130" y="21205"/>
                    </a:cubicBezTo>
                    <a:cubicBezTo>
                      <a:pt x="83432" y="21205"/>
                      <a:pt x="88560" y="29551"/>
                      <a:pt x="88560" y="41458"/>
                    </a:cubicBezTo>
                    <a:close/>
                    <a:moveTo>
                      <a:pt x="166340" y="58753"/>
                    </a:moveTo>
                    <a:lnTo>
                      <a:pt x="166340" y="57452"/>
                    </a:lnTo>
                    <a:lnTo>
                      <a:pt x="164082" y="57277"/>
                    </a:lnTo>
                    <a:cubicBezTo>
                      <a:pt x="161475" y="57102"/>
                      <a:pt x="160344" y="55539"/>
                      <a:pt x="160344" y="52149"/>
                    </a:cubicBezTo>
                    <a:lnTo>
                      <a:pt x="160344" y="34242"/>
                    </a:lnTo>
                    <a:cubicBezTo>
                      <a:pt x="160344" y="23987"/>
                      <a:pt x="156954" y="18772"/>
                      <a:pt x="150262" y="18772"/>
                    </a:cubicBezTo>
                    <a:cubicBezTo>
                      <a:pt x="145219" y="18772"/>
                      <a:pt x="140789" y="21034"/>
                      <a:pt x="136094" y="26075"/>
                    </a:cubicBezTo>
                    <a:cubicBezTo>
                      <a:pt x="134531" y="21122"/>
                      <a:pt x="131574" y="18772"/>
                      <a:pt x="126883" y="18772"/>
                    </a:cubicBezTo>
                    <a:cubicBezTo>
                      <a:pt x="123057" y="18772"/>
                      <a:pt x="120624" y="19991"/>
                      <a:pt x="113409" y="25468"/>
                    </a:cubicBezTo>
                    <a:lnTo>
                      <a:pt x="113409" y="18947"/>
                    </a:lnTo>
                    <a:lnTo>
                      <a:pt x="112802" y="18772"/>
                    </a:lnTo>
                    <a:cubicBezTo>
                      <a:pt x="108369" y="20423"/>
                      <a:pt x="105416" y="21380"/>
                      <a:pt x="100634" y="22685"/>
                    </a:cubicBezTo>
                    <a:lnTo>
                      <a:pt x="100634" y="24162"/>
                    </a:lnTo>
                    <a:cubicBezTo>
                      <a:pt x="101765" y="23900"/>
                      <a:pt x="102459" y="23812"/>
                      <a:pt x="103416" y="23812"/>
                    </a:cubicBezTo>
                    <a:cubicBezTo>
                      <a:pt x="105674" y="23812"/>
                      <a:pt x="106456" y="25206"/>
                      <a:pt x="106456" y="29377"/>
                    </a:cubicBezTo>
                    <a:lnTo>
                      <a:pt x="106456" y="51368"/>
                    </a:lnTo>
                    <a:cubicBezTo>
                      <a:pt x="106456" y="56059"/>
                      <a:pt x="105241" y="57364"/>
                      <a:pt x="100372" y="57452"/>
                    </a:cubicBezTo>
                    <a:lnTo>
                      <a:pt x="100372" y="58753"/>
                    </a:lnTo>
                    <a:lnTo>
                      <a:pt x="119668" y="58753"/>
                    </a:lnTo>
                    <a:lnTo>
                      <a:pt x="119668" y="57452"/>
                    </a:lnTo>
                    <a:cubicBezTo>
                      <a:pt x="115060" y="57277"/>
                      <a:pt x="113758" y="56321"/>
                      <a:pt x="113758" y="52931"/>
                    </a:cubicBezTo>
                    <a:lnTo>
                      <a:pt x="113758" y="28420"/>
                    </a:lnTo>
                    <a:cubicBezTo>
                      <a:pt x="113758" y="28420"/>
                      <a:pt x="114453" y="27377"/>
                      <a:pt x="115060" y="26769"/>
                    </a:cubicBezTo>
                    <a:cubicBezTo>
                      <a:pt x="117235" y="24769"/>
                      <a:pt x="120973" y="23293"/>
                      <a:pt x="124014" y="23293"/>
                    </a:cubicBezTo>
                    <a:cubicBezTo>
                      <a:pt x="127839" y="23293"/>
                      <a:pt x="129748" y="26337"/>
                      <a:pt x="129748" y="32417"/>
                    </a:cubicBezTo>
                    <a:lnTo>
                      <a:pt x="129748" y="51280"/>
                    </a:lnTo>
                    <a:cubicBezTo>
                      <a:pt x="129748" y="56146"/>
                      <a:pt x="128792" y="57102"/>
                      <a:pt x="123839" y="57452"/>
                    </a:cubicBezTo>
                    <a:lnTo>
                      <a:pt x="123839" y="58753"/>
                    </a:lnTo>
                    <a:lnTo>
                      <a:pt x="143309" y="58753"/>
                    </a:lnTo>
                    <a:lnTo>
                      <a:pt x="143309" y="57452"/>
                    </a:lnTo>
                    <a:cubicBezTo>
                      <a:pt x="138352" y="57364"/>
                      <a:pt x="137050" y="55884"/>
                      <a:pt x="137050" y="50498"/>
                    </a:cubicBezTo>
                    <a:lnTo>
                      <a:pt x="137050" y="28595"/>
                    </a:lnTo>
                    <a:cubicBezTo>
                      <a:pt x="139658" y="24856"/>
                      <a:pt x="142528" y="23293"/>
                      <a:pt x="146525" y="23293"/>
                    </a:cubicBezTo>
                    <a:cubicBezTo>
                      <a:pt x="151478" y="23293"/>
                      <a:pt x="153041" y="25638"/>
                      <a:pt x="153041" y="32853"/>
                    </a:cubicBezTo>
                    <a:lnTo>
                      <a:pt x="153041" y="51193"/>
                    </a:lnTo>
                    <a:cubicBezTo>
                      <a:pt x="153041" y="56146"/>
                      <a:pt x="152346" y="56840"/>
                      <a:pt x="147306" y="57452"/>
                    </a:cubicBezTo>
                    <a:lnTo>
                      <a:pt x="147306" y="58753"/>
                    </a:lnTo>
                    <a:lnTo>
                      <a:pt x="166340" y="58753"/>
                    </a:lnTo>
                    <a:close/>
                    <a:moveTo>
                      <a:pt x="207444" y="37286"/>
                    </a:moveTo>
                    <a:cubicBezTo>
                      <a:pt x="207444" y="26507"/>
                      <a:pt x="201359" y="18772"/>
                      <a:pt x="192930" y="18772"/>
                    </a:cubicBezTo>
                    <a:cubicBezTo>
                      <a:pt x="188060" y="18772"/>
                      <a:pt x="184239" y="20947"/>
                      <a:pt x="180412" y="25638"/>
                    </a:cubicBezTo>
                    <a:lnTo>
                      <a:pt x="180412" y="18947"/>
                    </a:lnTo>
                    <a:lnTo>
                      <a:pt x="179893" y="18772"/>
                    </a:lnTo>
                    <a:cubicBezTo>
                      <a:pt x="175197" y="20598"/>
                      <a:pt x="172157" y="21729"/>
                      <a:pt x="167376" y="23205"/>
                    </a:cubicBezTo>
                    <a:lnTo>
                      <a:pt x="167376" y="24598"/>
                    </a:lnTo>
                    <a:cubicBezTo>
                      <a:pt x="168157" y="24511"/>
                      <a:pt x="168764" y="24511"/>
                      <a:pt x="169550" y="24511"/>
                    </a:cubicBezTo>
                    <a:cubicBezTo>
                      <a:pt x="172503" y="24511"/>
                      <a:pt x="173110" y="25380"/>
                      <a:pt x="173110" y="29464"/>
                    </a:cubicBezTo>
                    <a:lnTo>
                      <a:pt x="173110" y="70140"/>
                    </a:lnTo>
                    <a:cubicBezTo>
                      <a:pt x="173110" y="74660"/>
                      <a:pt x="172157" y="75613"/>
                      <a:pt x="167026" y="76136"/>
                    </a:cubicBezTo>
                    <a:lnTo>
                      <a:pt x="167026" y="77613"/>
                    </a:lnTo>
                    <a:lnTo>
                      <a:pt x="188060" y="77613"/>
                    </a:lnTo>
                    <a:lnTo>
                      <a:pt x="188060" y="76049"/>
                    </a:lnTo>
                    <a:cubicBezTo>
                      <a:pt x="181544" y="75962"/>
                      <a:pt x="180412" y="75005"/>
                      <a:pt x="180412" y="69533"/>
                    </a:cubicBezTo>
                    <a:lnTo>
                      <a:pt x="180412" y="55884"/>
                    </a:lnTo>
                    <a:cubicBezTo>
                      <a:pt x="183452" y="58753"/>
                      <a:pt x="185540" y="59623"/>
                      <a:pt x="189192" y="59623"/>
                    </a:cubicBezTo>
                    <a:cubicBezTo>
                      <a:pt x="199447" y="59623"/>
                      <a:pt x="207444" y="49887"/>
                      <a:pt x="207444" y="37286"/>
                    </a:cubicBezTo>
                    <a:close/>
                    <a:moveTo>
                      <a:pt x="199966" y="40676"/>
                    </a:moveTo>
                    <a:cubicBezTo>
                      <a:pt x="199966" y="50324"/>
                      <a:pt x="195708" y="56840"/>
                      <a:pt x="189453" y="56840"/>
                    </a:cubicBezTo>
                    <a:cubicBezTo>
                      <a:pt x="185365" y="56840"/>
                      <a:pt x="180412" y="53713"/>
                      <a:pt x="180412" y="51106"/>
                    </a:cubicBezTo>
                    <a:lnTo>
                      <a:pt x="180412" y="29726"/>
                    </a:lnTo>
                    <a:cubicBezTo>
                      <a:pt x="180412" y="27119"/>
                      <a:pt x="185279" y="23987"/>
                      <a:pt x="189279" y="23987"/>
                    </a:cubicBezTo>
                    <a:cubicBezTo>
                      <a:pt x="195708" y="23987"/>
                      <a:pt x="199966" y="30595"/>
                      <a:pt x="199966" y="40676"/>
                    </a:cubicBezTo>
                    <a:close/>
                    <a:moveTo>
                      <a:pt x="250895" y="38418"/>
                    </a:moveTo>
                    <a:cubicBezTo>
                      <a:pt x="250895" y="27031"/>
                      <a:pt x="242897" y="18772"/>
                      <a:pt x="231773" y="18772"/>
                    </a:cubicBezTo>
                    <a:cubicBezTo>
                      <a:pt x="220474" y="18772"/>
                      <a:pt x="212565" y="27119"/>
                      <a:pt x="212565" y="39112"/>
                    </a:cubicBezTo>
                    <a:cubicBezTo>
                      <a:pt x="212565" y="50844"/>
                      <a:pt x="220648" y="59623"/>
                      <a:pt x="231598" y="59623"/>
                    </a:cubicBezTo>
                    <a:cubicBezTo>
                      <a:pt x="242548" y="59623"/>
                      <a:pt x="250895" y="50411"/>
                      <a:pt x="250895" y="38418"/>
                    </a:cubicBezTo>
                    <a:close/>
                    <a:moveTo>
                      <a:pt x="243073" y="41458"/>
                    </a:moveTo>
                    <a:cubicBezTo>
                      <a:pt x="243073" y="51280"/>
                      <a:pt x="239158" y="57190"/>
                      <a:pt x="232642" y="57190"/>
                    </a:cubicBezTo>
                    <a:cubicBezTo>
                      <a:pt x="229252" y="57190"/>
                      <a:pt x="226034" y="55102"/>
                      <a:pt x="224213" y="51626"/>
                    </a:cubicBezTo>
                    <a:cubicBezTo>
                      <a:pt x="221776" y="47105"/>
                      <a:pt x="220387" y="41025"/>
                      <a:pt x="220387" y="34854"/>
                    </a:cubicBezTo>
                    <a:cubicBezTo>
                      <a:pt x="220387" y="26595"/>
                      <a:pt x="224471" y="21205"/>
                      <a:pt x="230642" y="21205"/>
                    </a:cubicBezTo>
                    <a:cubicBezTo>
                      <a:pt x="237944" y="21205"/>
                      <a:pt x="243073" y="29551"/>
                      <a:pt x="243073" y="41458"/>
                    </a:cubicBezTo>
                    <a:close/>
                    <a:moveTo>
                      <a:pt x="283741" y="48498"/>
                    </a:moveTo>
                    <a:cubicBezTo>
                      <a:pt x="283741" y="44152"/>
                      <a:pt x="281740" y="41283"/>
                      <a:pt x="276438" y="38156"/>
                    </a:cubicBezTo>
                    <a:lnTo>
                      <a:pt x="267053" y="32591"/>
                    </a:lnTo>
                    <a:cubicBezTo>
                      <a:pt x="264619" y="31202"/>
                      <a:pt x="263318" y="29028"/>
                      <a:pt x="263318" y="26682"/>
                    </a:cubicBezTo>
                    <a:cubicBezTo>
                      <a:pt x="263318" y="23118"/>
                      <a:pt x="266013" y="20773"/>
                      <a:pt x="270009" y="20773"/>
                    </a:cubicBezTo>
                    <a:cubicBezTo>
                      <a:pt x="274962" y="20773"/>
                      <a:pt x="277570" y="23642"/>
                      <a:pt x="279570" y="31464"/>
                    </a:cubicBezTo>
                    <a:lnTo>
                      <a:pt x="280872" y="31464"/>
                    </a:lnTo>
                    <a:lnTo>
                      <a:pt x="280526" y="19641"/>
                    </a:lnTo>
                    <a:lnTo>
                      <a:pt x="279570" y="19641"/>
                    </a:lnTo>
                    <a:lnTo>
                      <a:pt x="279395" y="19816"/>
                    </a:lnTo>
                    <a:cubicBezTo>
                      <a:pt x="278614" y="20423"/>
                      <a:pt x="278526" y="20511"/>
                      <a:pt x="278177" y="20511"/>
                    </a:cubicBezTo>
                    <a:cubicBezTo>
                      <a:pt x="277657" y="20511"/>
                      <a:pt x="276787" y="20336"/>
                      <a:pt x="275831" y="19903"/>
                    </a:cubicBezTo>
                    <a:cubicBezTo>
                      <a:pt x="274006" y="19209"/>
                      <a:pt x="272010" y="18860"/>
                      <a:pt x="269922" y="18860"/>
                    </a:cubicBezTo>
                    <a:cubicBezTo>
                      <a:pt x="262793" y="18860"/>
                      <a:pt x="257928" y="23205"/>
                      <a:pt x="257928" y="29551"/>
                    </a:cubicBezTo>
                    <a:cubicBezTo>
                      <a:pt x="257928" y="34417"/>
                      <a:pt x="260710" y="37806"/>
                      <a:pt x="268095" y="42065"/>
                    </a:cubicBezTo>
                    <a:lnTo>
                      <a:pt x="273136" y="44934"/>
                    </a:lnTo>
                    <a:cubicBezTo>
                      <a:pt x="276180" y="46673"/>
                      <a:pt x="277657" y="48760"/>
                      <a:pt x="277657" y="51451"/>
                    </a:cubicBezTo>
                    <a:cubicBezTo>
                      <a:pt x="277657" y="55277"/>
                      <a:pt x="274875" y="57710"/>
                      <a:pt x="270441" y="57710"/>
                    </a:cubicBezTo>
                    <a:cubicBezTo>
                      <a:pt x="264444" y="57710"/>
                      <a:pt x="261405" y="54408"/>
                      <a:pt x="259405" y="45541"/>
                    </a:cubicBezTo>
                    <a:lnTo>
                      <a:pt x="258015" y="45541"/>
                    </a:lnTo>
                    <a:lnTo>
                      <a:pt x="258015" y="59103"/>
                    </a:lnTo>
                    <a:lnTo>
                      <a:pt x="259142" y="59103"/>
                    </a:lnTo>
                    <a:cubicBezTo>
                      <a:pt x="259754" y="58234"/>
                      <a:pt x="260100" y="58059"/>
                      <a:pt x="261142" y="58059"/>
                    </a:cubicBezTo>
                    <a:cubicBezTo>
                      <a:pt x="262100" y="58059"/>
                      <a:pt x="263056" y="58234"/>
                      <a:pt x="265143" y="58753"/>
                    </a:cubicBezTo>
                    <a:cubicBezTo>
                      <a:pt x="267576" y="59273"/>
                      <a:pt x="269746" y="59623"/>
                      <a:pt x="271573" y="59623"/>
                    </a:cubicBezTo>
                    <a:cubicBezTo>
                      <a:pt x="278177" y="59623"/>
                      <a:pt x="283741" y="54582"/>
                      <a:pt x="283741" y="48498"/>
                    </a:cubicBezTo>
                    <a:close/>
                    <a:moveTo>
                      <a:pt x="324149" y="45109"/>
                    </a:moveTo>
                    <a:lnTo>
                      <a:pt x="322760" y="44498"/>
                    </a:lnTo>
                    <a:cubicBezTo>
                      <a:pt x="318589" y="51106"/>
                      <a:pt x="314850" y="53626"/>
                      <a:pt x="309290" y="53626"/>
                    </a:cubicBezTo>
                    <a:cubicBezTo>
                      <a:pt x="304509" y="53626"/>
                      <a:pt x="300858" y="51368"/>
                      <a:pt x="298337" y="46673"/>
                    </a:cubicBezTo>
                    <a:cubicBezTo>
                      <a:pt x="296598" y="43283"/>
                      <a:pt x="295905" y="40239"/>
                      <a:pt x="295729" y="34679"/>
                    </a:cubicBezTo>
                    <a:lnTo>
                      <a:pt x="322498" y="34679"/>
                    </a:lnTo>
                    <a:cubicBezTo>
                      <a:pt x="321804" y="29028"/>
                      <a:pt x="320935" y="26507"/>
                      <a:pt x="318765" y="23729"/>
                    </a:cubicBezTo>
                    <a:cubicBezTo>
                      <a:pt x="316156" y="20598"/>
                      <a:pt x="312156" y="18772"/>
                      <a:pt x="307636" y="18772"/>
                    </a:cubicBezTo>
                    <a:cubicBezTo>
                      <a:pt x="296861" y="18772"/>
                      <a:pt x="289471" y="27464"/>
                      <a:pt x="289471" y="40156"/>
                    </a:cubicBezTo>
                    <a:cubicBezTo>
                      <a:pt x="289471" y="52149"/>
                      <a:pt x="295729" y="59623"/>
                      <a:pt x="305727" y="59623"/>
                    </a:cubicBezTo>
                    <a:cubicBezTo>
                      <a:pt x="314069" y="59623"/>
                      <a:pt x="320502" y="54495"/>
                      <a:pt x="324149" y="45109"/>
                    </a:cubicBezTo>
                    <a:close/>
                    <a:moveTo>
                      <a:pt x="313636" y="31897"/>
                    </a:moveTo>
                    <a:lnTo>
                      <a:pt x="295905" y="31897"/>
                    </a:lnTo>
                    <a:cubicBezTo>
                      <a:pt x="296861" y="25031"/>
                      <a:pt x="299817" y="21904"/>
                      <a:pt x="305116" y="21904"/>
                    </a:cubicBezTo>
                    <a:cubicBezTo>
                      <a:pt x="310418" y="21904"/>
                      <a:pt x="312505" y="24336"/>
                      <a:pt x="313636" y="3189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composeeq_outline_3"/>
              <p:cNvSpPr/>
              <p:nvPr/>
            </p:nvSpPr>
            <p:spPr>
              <a:xfrm>
                <a:off x="2509876" y="2204896"/>
                <a:ext cx="34147" cy="27511"/>
              </a:xfrm>
              <a:custGeom>
                <a:avLst/>
                <a:gdLst/>
                <a:ahLst/>
                <a:cxnLst/>
                <a:rect l="0" t="0" r="r" b="b"/>
                <a:pathLst>
                  <a:path w="34147" h="27511">
                    <a:moveTo>
                      <a:pt x="34147" y="4989"/>
                    </a:moveTo>
                    <a:cubicBezTo>
                      <a:pt x="34084" y="972"/>
                      <a:pt x="24650" y="0"/>
                      <a:pt x="20876" y="0"/>
                    </a:cubicBezTo>
                    <a:cubicBezTo>
                      <a:pt x="15276" y="0"/>
                      <a:pt x="6513" y="1945"/>
                      <a:pt x="6573" y="7608"/>
                    </a:cubicBezTo>
                    <a:cubicBezTo>
                      <a:pt x="6636" y="10406"/>
                      <a:pt x="9863" y="12172"/>
                      <a:pt x="13450" y="12597"/>
                    </a:cubicBezTo>
                    <a:lnTo>
                      <a:pt x="13450" y="12843"/>
                    </a:lnTo>
                    <a:cubicBezTo>
                      <a:pt x="7731" y="13390"/>
                      <a:pt x="-59" y="16006"/>
                      <a:pt x="0" y="20816"/>
                    </a:cubicBezTo>
                    <a:cubicBezTo>
                      <a:pt x="60" y="26416"/>
                      <a:pt x="8097" y="27511"/>
                      <a:pt x="13756" y="27511"/>
                    </a:cubicBezTo>
                    <a:cubicBezTo>
                      <a:pt x="19415" y="27511"/>
                      <a:pt x="25869" y="26110"/>
                      <a:pt x="29460" y="22459"/>
                    </a:cubicBezTo>
                    <a:cubicBezTo>
                      <a:pt x="30191" y="21665"/>
                      <a:pt x="31044" y="20753"/>
                      <a:pt x="31044" y="19721"/>
                    </a:cubicBezTo>
                    <a:cubicBezTo>
                      <a:pt x="30980" y="18990"/>
                      <a:pt x="30191" y="18197"/>
                      <a:pt x="29278" y="18197"/>
                    </a:cubicBezTo>
                    <a:cubicBezTo>
                      <a:pt x="25686" y="18197"/>
                      <a:pt x="25079" y="25868"/>
                      <a:pt x="15157" y="25868"/>
                    </a:cubicBezTo>
                    <a:cubicBezTo>
                      <a:pt x="11323" y="25868"/>
                      <a:pt x="8339" y="24709"/>
                      <a:pt x="8279" y="21300"/>
                    </a:cubicBezTo>
                    <a:cubicBezTo>
                      <a:pt x="8216" y="18014"/>
                      <a:pt x="10712" y="14303"/>
                      <a:pt x="15340" y="14303"/>
                    </a:cubicBezTo>
                    <a:cubicBezTo>
                      <a:pt x="17471" y="14303"/>
                      <a:pt x="19538" y="14970"/>
                      <a:pt x="21670" y="14970"/>
                    </a:cubicBezTo>
                    <a:cubicBezTo>
                      <a:pt x="23436" y="14970"/>
                      <a:pt x="24896" y="14545"/>
                      <a:pt x="24833" y="12962"/>
                    </a:cubicBezTo>
                    <a:cubicBezTo>
                      <a:pt x="24833" y="11565"/>
                      <a:pt x="23801" y="11382"/>
                      <a:pt x="22340" y="11382"/>
                    </a:cubicBezTo>
                    <a:cubicBezTo>
                      <a:pt x="20693" y="11382"/>
                      <a:pt x="19296" y="11565"/>
                      <a:pt x="17713" y="11565"/>
                    </a:cubicBezTo>
                    <a:cubicBezTo>
                      <a:pt x="15093" y="11565"/>
                      <a:pt x="13998" y="10652"/>
                      <a:pt x="13939" y="8457"/>
                    </a:cubicBezTo>
                    <a:cubicBezTo>
                      <a:pt x="13939" y="5052"/>
                      <a:pt x="17042" y="1643"/>
                      <a:pt x="21305" y="1643"/>
                    </a:cubicBezTo>
                    <a:cubicBezTo>
                      <a:pt x="27571" y="1643"/>
                      <a:pt x="26964" y="7362"/>
                      <a:pt x="31163" y="7362"/>
                    </a:cubicBezTo>
                    <a:cubicBezTo>
                      <a:pt x="32870" y="7362"/>
                      <a:pt x="34147" y="6513"/>
                      <a:pt x="34147" y="498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composeeq_outline_4"/>
              <p:cNvSpPr/>
              <p:nvPr/>
            </p:nvSpPr>
            <p:spPr>
              <a:xfrm>
                <a:off x="2564603" y="2147525"/>
                <a:ext cx="22248" cy="79874"/>
              </a:xfrm>
              <a:custGeom>
                <a:avLst/>
                <a:gdLst/>
                <a:ahLst/>
                <a:cxnLst/>
                <a:rect l="0" t="0" r="r" b="b"/>
                <a:pathLst>
                  <a:path w="22249" h="79875">
                    <a:moveTo>
                      <a:pt x="21467" y="0"/>
                    </a:moveTo>
                    <a:cubicBezTo>
                      <a:pt x="8866" y="8172"/>
                      <a:pt x="0" y="22249"/>
                      <a:pt x="0" y="39981"/>
                    </a:cubicBezTo>
                    <a:cubicBezTo>
                      <a:pt x="0" y="56146"/>
                      <a:pt x="9215" y="72485"/>
                      <a:pt x="21209" y="79875"/>
                    </a:cubicBezTo>
                    <a:lnTo>
                      <a:pt x="22249" y="78482"/>
                    </a:lnTo>
                    <a:cubicBezTo>
                      <a:pt x="10779" y="69445"/>
                      <a:pt x="7477" y="58928"/>
                      <a:pt x="7477" y="39719"/>
                    </a:cubicBezTo>
                    <a:cubicBezTo>
                      <a:pt x="7477" y="20423"/>
                      <a:pt x="11037" y="10430"/>
                      <a:pt x="22249" y="1393"/>
                    </a:cubicBez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composeeq_outline_5"/>
              <p:cNvSpPr/>
              <p:nvPr/>
            </p:nvSpPr>
            <p:spPr>
              <a:xfrm>
                <a:off x="2603085" y="2147901"/>
                <a:ext cx="27376" cy="79150"/>
              </a:xfrm>
              <a:custGeom>
                <a:avLst/>
                <a:gdLst/>
                <a:ahLst/>
                <a:cxnLst/>
                <a:rect l="0" t="0" r="r" b="b"/>
                <a:pathLst>
                  <a:path w="27376" h="79150">
                    <a:moveTo>
                      <a:pt x="17034" y="13182"/>
                    </a:moveTo>
                    <a:cubicBezTo>
                      <a:pt x="17034" y="9967"/>
                      <a:pt x="19641" y="3538"/>
                      <a:pt x="26595" y="1799"/>
                    </a:cubicBezTo>
                    <a:cubicBezTo>
                      <a:pt x="27031" y="1625"/>
                      <a:pt x="27376" y="1363"/>
                      <a:pt x="27376" y="930"/>
                    </a:cubicBezTo>
                    <a:cubicBezTo>
                      <a:pt x="27376" y="61"/>
                      <a:pt x="26682" y="-114"/>
                      <a:pt x="25725" y="61"/>
                    </a:cubicBezTo>
                    <a:cubicBezTo>
                      <a:pt x="18947" y="1101"/>
                      <a:pt x="10866" y="6665"/>
                      <a:pt x="10779" y="12487"/>
                    </a:cubicBezTo>
                    <a:lnTo>
                      <a:pt x="10779" y="27957"/>
                    </a:lnTo>
                    <a:cubicBezTo>
                      <a:pt x="10779" y="31001"/>
                      <a:pt x="10255" y="35347"/>
                      <a:pt x="9041" y="36129"/>
                    </a:cubicBezTo>
                    <a:cubicBezTo>
                      <a:pt x="5909" y="38300"/>
                      <a:pt x="2695" y="38474"/>
                      <a:pt x="782" y="38474"/>
                    </a:cubicBezTo>
                    <a:cubicBezTo>
                      <a:pt x="349" y="38562"/>
                      <a:pt x="0" y="39082"/>
                      <a:pt x="0" y="39518"/>
                    </a:cubicBezTo>
                    <a:cubicBezTo>
                      <a:pt x="0" y="40387"/>
                      <a:pt x="524" y="40562"/>
                      <a:pt x="1393" y="40649"/>
                    </a:cubicBezTo>
                    <a:cubicBezTo>
                      <a:pt x="7128" y="40907"/>
                      <a:pt x="9561" y="43602"/>
                      <a:pt x="10517" y="47515"/>
                    </a:cubicBezTo>
                    <a:cubicBezTo>
                      <a:pt x="10779" y="48384"/>
                      <a:pt x="10779" y="48472"/>
                      <a:pt x="10779" y="51337"/>
                    </a:cubicBezTo>
                    <a:lnTo>
                      <a:pt x="10779" y="65244"/>
                    </a:lnTo>
                    <a:cubicBezTo>
                      <a:pt x="10779" y="68546"/>
                      <a:pt x="9910" y="72459"/>
                      <a:pt x="14081" y="75412"/>
                    </a:cubicBezTo>
                    <a:cubicBezTo>
                      <a:pt x="17470" y="77761"/>
                      <a:pt x="22336" y="79150"/>
                      <a:pt x="25725" y="79150"/>
                    </a:cubicBezTo>
                    <a:cubicBezTo>
                      <a:pt x="26682" y="79150"/>
                      <a:pt x="27376" y="79150"/>
                      <a:pt x="27376" y="78194"/>
                    </a:cubicBezTo>
                    <a:cubicBezTo>
                      <a:pt x="27376" y="77412"/>
                      <a:pt x="26857" y="77587"/>
                      <a:pt x="25987" y="77325"/>
                    </a:cubicBezTo>
                    <a:cubicBezTo>
                      <a:pt x="20165" y="75848"/>
                      <a:pt x="18427" y="72804"/>
                      <a:pt x="17296" y="68720"/>
                    </a:cubicBezTo>
                    <a:cubicBezTo>
                      <a:pt x="17034" y="68026"/>
                      <a:pt x="17034" y="67851"/>
                      <a:pt x="17034" y="65069"/>
                    </a:cubicBezTo>
                    <a:lnTo>
                      <a:pt x="17034" y="50123"/>
                    </a:lnTo>
                    <a:cubicBezTo>
                      <a:pt x="17034" y="46559"/>
                      <a:pt x="16339" y="45166"/>
                      <a:pt x="13557" y="42646"/>
                    </a:cubicBezTo>
                    <a:cubicBezTo>
                      <a:pt x="11736" y="40995"/>
                      <a:pt x="10950" y="40213"/>
                      <a:pt x="8517" y="39518"/>
                    </a:cubicBezTo>
                    <a:cubicBezTo>
                      <a:pt x="15645" y="37780"/>
                      <a:pt x="17034" y="34129"/>
                      <a:pt x="17034" y="29525"/>
                    </a:cubicBezTo>
                    <a:lnTo>
                      <a:pt x="17034" y="1318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composeeq_outline_6"/>
              <p:cNvSpPr/>
              <p:nvPr/>
            </p:nvSpPr>
            <p:spPr>
              <a:xfrm>
                <a:off x="2642904" y="2151871"/>
                <a:ext cx="47192" cy="59709"/>
              </a:xfrm>
              <a:custGeom>
                <a:avLst/>
                <a:gdLst/>
                <a:ahLst/>
                <a:cxnLst/>
                <a:rect l="0" t="0" r="r" b="b"/>
                <a:pathLst>
                  <a:path w="47192" h="59710">
                    <a:moveTo>
                      <a:pt x="41025" y="42327"/>
                    </a:moveTo>
                    <a:cubicBezTo>
                      <a:pt x="40850" y="36679"/>
                      <a:pt x="38501" y="33373"/>
                      <a:pt x="29115" y="25380"/>
                    </a:cubicBezTo>
                    <a:cubicBezTo>
                      <a:pt x="19729" y="17470"/>
                      <a:pt x="18859" y="16252"/>
                      <a:pt x="18685" y="11993"/>
                    </a:cubicBezTo>
                    <a:cubicBezTo>
                      <a:pt x="18514" y="6521"/>
                      <a:pt x="22598" y="3127"/>
                      <a:pt x="29377" y="3127"/>
                    </a:cubicBezTo>
                    <a:cubicBezTo>
                      <a:pt x="33115" y="3127"/>
                      <a:pt x="36155" y="4171"/>
                      <a:pt x="38417" y="6259"/>
                    </a:cubicBezTo>
                    <a:cubicBezTo>
                      <a:pt x="40850" y="8430"/>
                      <a:pt x="41632" y="11386"/>
                      <a:pt x="41978" y="17209"/>
                    </a:cubicBezTo>
                    <a:lnTo>
                      <a:pt x="43803" y="17470"/>
                    </a:lnTo>
                    <a:lnTo>
                      <a:pt x="47192" y="0"/>
                    </a:lnTo>
                    <a:lnTo>
                      <a:pt x="44934" y="0"/>
                    </a:lnTo>
                    <a:cubicBezTo>
                      <a:pt x="43629" y="2000"/>
                      <a:pt x="42759" y="2433"/>
                      <a:pt x="40501" y="2433"/>
                    </a:cubicBezTo>
                    <a:cubicBezTo>
                      <a:pt x="39199" y="2433"/>
                      <a:pt x="38068" y="2000"/>
                      <a:pt x="35893" y="1306"/>
                    </a:cubicBezTo>
                    <a:cubicBezTo>
                      <a:pt x="33635" y="520"/>
                      <a:pt x="30333" y="87"/>
                      <a:pt x="27202" y="87"/>
                    </a:cubicBezTo>
                    <a:cubicBezTo>
                      <a:pt x="16689" y="87"/>
                      <a:pt x="9561" y="6084"/>
                      <a:pt x="9823" y="14601"/>
                    </a:cubicBezTo>
                    <a:cubicBezTo>
                      <a:pt x="9993" y="19296"/>
                      <a:pt x="11561" y="21816"/>
                      <a:pt x="17816" y="27376"/>
                    </a:cubicBezTo>
                    <a:cubicBezTo>
                      <a:pt x="19121" y="28507"/>
                      <a:pt x="20598" y="29726"/>
                      <a:pt x="21904" y="31028"/>
                    </a:cubicBezTo>
                    <a:lnTo>
                      <a:pt x="25987" y="34679"/>
                    </a:lnTo>
                    <a:cubicBezTo>
                      <a:pt x="30766" y="38937"/>
                      <a:pt x="32072" y="41196"/>
                      <a:pt x="32246" y="44934"/>
                    </a:cubicBezTo>
                    <a:cubicBezTo>
                      <a:pt x="32417" y="51538"/>
                      <a:pt x="27119" y="56495"/>
                      <a:pt x="19729" y="56495"/>
                    </a:cubicBezTo>
                    <a:cubicBezTo>
                      <a:pt x="11386" y="56495"/>
                      <a:pt x="4953" y="50324"/>
                      <a:pt x="4695" y="41807"/>
                    </a:cubicBezTo>
                    <a:cubicBezTo>
                      <a:pt x="4608" y="41196"/>
                      <a:pt x="4608" y="40850"/>
                      <a:pt x="4778" y="40068"/>
                    </a:cubicBezTo>
                    <a:lnTo>
                      <a:pt x="2695" y="39894"/>
                    </a:lnTo>
                    <a:lnTo>
                      <a:pt x="0" y="59448"/>
                    </a:lnTo>
                    <a:lnTo>
                      <a:pt x="1826" y="59448"/>
                    </a:lnTo>
                    <a:cubicBezTo>
                      <a:pt x="2520" y="57277"/>
                      <a:pt x="3389" y="56408"/>
                      <a:pt x="5477" y="56408"/>
                    </a:cubicBezTo>
                    <a:cubicBezTo>
                      <a:pt x="6604" y="56408"/>
                      <a:pt x="8084" y="56753"/>
                      <a:pt x="10779" y="57539"/>
                    </a:cubicBezTo>
                    <a:cubicBezTo>
                      <a:pt x="15383" y="59015"/>
                      <a:pt x="18252" y="59710"/>
                      <a:pt x="21380" y="59710"/>
                    </a:cubicBezTo>
                    <a:cubicBezTo>
                      <a:pt x="32941" y="59710"/>
                      <a:pt x="41370" y="52237"/>
                      <a:pt x="41025" y="423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composeeq_outline_7"/>
              <p:cNvSpPr/>
              <p:nvPr/>
            </p:nvSpPr>
            <p:spPr>
              <a:xfrm>
                <a:off x="2702888" y="2134655"/>
                <a:ext cx="15581" cy="55935"/>
              </a:xfrm>
              <a:custGeom>
                <a:avLst/>
                <a:gdLst/>
                <a:ahLst/>
                <a:cxnLst/>
                <a:rect l="0" t="0" r="r" b="b"/>
                <a:pathLst>
                  <a:path w="15581" h="55936">
                    <a:moveTo>
                      <a:pt x="15034" y="0"/>
                    </a:moveTo>
                    <a:cubicBezTo>
                      <a:pt x="6207" y="5719"/>
                      <a:pt x="0" y="15581"/>
                      <a:pt x="0" y="27999"/>
                    </a:cubicBezTo>
                    <a:cubicBezTo>
                      <a:pt x="0" y="39318"/>
                      <a:pt x="6453" y="50760"/>
                      <a:pt x="14851" y="55936"/>
                    </a:cubicBezTo>
                    <a:lnTo>
                      <a:pt x="15581" y="54963"/>
                    </a:lnTo>
                    <a:cubicBezTo>
                      <a:pt x="7549" y="48633"/>
                      <a:pt x="5235" y="41267"/>
                      <a:pt x="5235" y="27817"/>
                    </a:cubicBezTo>
                    <a:cubicBezTo>
                      <a:pt x="5235" y="14303"/>
                      <a:pt x="7731" y="7303"/>
                      <a:pt x="15581" y="972"/>
                    </a:cubicBezTo>
                    <a:lnTo>
                      <a:pt x="15034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composeeq_outline_8"/>
              <p:cNvSpPr/>
              <p:nvPr/>
            </p:nvSpPr>
            <p:spPr>
              <a:xfrm>
                <a:off x="2727110" y="2136723"/>
                <a:ext cx="32928" cy="42243"/>
              </a:xfrm>
              <a:custGeom>
                <a:avLst/>
                <a:gdLst/>
                <a:ahLst/>
                <a:cxnLst/>
                <a:rect l="0" t="0" r="r" b="b"/>
                <a:pathLst>
                  <a:path w="32929" h="42243">
                    <a:moveTo>
                      <a:pt x="31774" y="35608"/>
                    </a:moveTo>
                    <a:lnTo>
                      <a:pt x="30555" y="34937"/>
                    </a:lnTo>
                    <a:cubicBezTo>
                      <a:pt x="30313" y="35485"/>
                      <a:pt x="29766" y="36032"/>
                      <a:pt x="29460" y="36520"/>
                    </a:cubicBezTo>
                    <a:cubicBezTo>
                      <a:pt x="28242" y="38410"/>
                      <a:pt x="27329" y="39076"/>
                      <a:pt x="26174" y="39076"/>
                    </a:cubicBezTo>
                    <a:cubicBezTo>
                      <a:pt x="24590" y="39076"/>
                      <a:pt x="22765" y="37128"/>
                      <a:pt x="19296" y="31226"/>
                    </a:cubicBezTo>
                    <a:lnTo>
                      <a:pt x="16129" y="25868"/>
                    </a:lnTo>
                    <a:cubicBezTo>
                      <a:pt x="26964" y="17895"/>
                      <a:pt x="29278" y="16677"/>
                      <a:pt x="32929" y="16494"/>
                    </a:cubicBezTo>
                    <a:lnTo>
                      <a:pt x="32869" y="15522"/>
                    </a:lnTo>
                    <a:lnTo>
                      <a:pt x="19296" y="15522"/>
                    </a:lnTo>
                    <a:lnTo>
                      <a:pt x="19356" y="16494"/>
                    </a:lnTo>
                    <a:lnTo>
                      <a:pt x="20757" y="16494"/>
                    </a:lnTo>
                    <a:cubicBezTo>
                      <a:pt x="22765" y="16494"/>
                      <a:pt x="23801" y="16923"/>
                      <a:pt x="23801" y="17653"/>
                    </a:cubicBezTo>
                    <a:cubicBezTo>
                      <a:pt x="23801" y="18871"/>
                      <a:pt x="20209" y="21792"/>
                      <a:pt x="13025" y="26114"/>
                    </a:cubicBezTo>
                    <a:lnTo>
                      <a:pt x="9799" y="28122"/>
                    </a:lnTo>
                    <a:lnTo>
                      <a:pt x="17288" y="306"/>
                    </a:lnTo>
                    <a:lnTo>
                      <a:pt x="16375" y="0"/>
                    </a:lnTo>
                    <a:cubicBezTo>
                      <a:pt x="11807" y="794"/>
                      <a:pt x="8950" y="1218"/>
                      <a:pt x="4322" y="1643"/>
                    </a:cubicBezTo>
                    <a:lnTo>
                      <a:pt x="4381" y="2619"/>
                    </a:lnTo>
                    <a:lnTo>
                      <a:pt x="5782" y="2619"/>
                    </a:lnTo>
                    <a:cubicBezTo>
                      <a:pt x="8580" y="2619"/>
                      <a:pt x="9922" y="3044"/>
                      <a:pt x="10104" y="4139"/>
                    </a:cubicBezTo>
                    <a:cubicBezTo>
                      <a:pt x="10045" y="5175"/>
                      <a:pt x="9557" y="6759"/>
                      <a:pt x="8644" y="9616"/>
                    </a:cubicBezTo>
                    <a:lnTo>
                      <a:pt x="8096" y="11624"/>
                    </a:lnTo>
                    <a:lnTo>
                      <a:pt x="7914" y="12176"/>
                    </a:lnTo>
                    <a:lnTo>
                      <a:pt x="0" y="41573"/>
                    </a:lnTo>
                    <a:lnTo>
                      <a:pt x="6207" y="41573"/>
                    </a:lnTo>
                    <a:lnTo>
                      <a:pt x="9132" y="30615"/>
                    </a:lnTo>
                    <a:lnTo>
                      <a:pt x="12295" y="28670"/>
                    </a:lnTo>
                    <a:cubicBezTo>
                      <a:pt x="13696" y="31345"/>
                      <a:pt x="16070" y="35119"/>
                      <a:pt x="17530" y="37251"/>
                    </a:cubicBezTo>
                    <a:cubicBezTo>
                      <a:pt x="20268" y="41084"/>
                      <a:pt x="21546" y="42243"/>
                      <a:pt x="23801" y="42243"/>
                    </a:cubicBezTo>
                    <a:cubicBezTo>
                      <a:pt x="26781" y="42243"/>
                      <a:pt x="28670" y="40719"/>
                      <a:pt x="31774" y="3560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composeeq_outline_9"/>
              <p:cNvSpPr/>
              <p:nvPr/>
            </p:nvSpPr>
            <p:spPr>
              <a:xfrm>
                <a:off x="2766605" y="2134655"/>
                <a:ext cx="15581" cy="55935"/>
              </a:xfrm>
              <a:custGeom>
                <a:avLst/>
                <a:gdLst/>
                <a:ahLst/>
                <a:cxnLst/>
                <a:rect l="0" t="0" r="r" b="b"/>
                <a:pathLst>
                  <a:path w="15581" h="55936">
                    <a:moveTo>
                      <a:pt x="548" y="0"/>
                    </a:moveTo>
                    <a:lnTo>
                      <a:pt x="0" y="972"/>
                    </a:lnTo>
                    <a:cubicBezTo>
                      <a:pt x="7850" y="7303"/>
                      <a:pt x="10347" y="14303"/>
                      <a:pt x="10347" y="27817"/>
                    </a:cubicBezTo>
                    <a:cubicBezTo>
                      <a:pt x="10347" y="41267"/>
                      <a:pt x="8033" y="48633"/>
                      <a:pt x="0" y="54963"/>
                    </a:cubicBezTo>
                    <a:lnTo>
                      <a:pt x="730" y="55936"/>
                    </a:lnTo>
                    <a:cubicBezTo>
                      <a:pt x="9128" y="50760"/>
                      <a:pt x="15581" y="39318"/>
                      <a:pt x="15581" y="27999"/>
                    </a:cubicBezTo>
                    <a:cubicBezTo>
                      <a:pt x="15581" y="15581"/>
                      <a:pt x="9374" y="5719"/>
                      <a:pt x="548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composeeq_outline_10"/>
              <p:cNvSpPr/>
              <p:nvPr/>
            </p:nvSpPr>
            <p:spPr>
              <a:xfrm>
                <a:off x="2806893" y="2147901"/>
                <a:ext cx="27376" cy="79150"/>
              </a:xfrm>
              <a:custGeom>
                <a:avLst/>
                <a:gdLst/>
                <a:ahLst/>
                <a:cxnLst/>
                <a:rect l="0" t="0" r="r" b="b"/>
                <a:pathLst>
                  <a:path w="27376" h="79150">
                    <a:moveTo>
                      <a:pt x="10343" y="13182"/>
                    </a:moveTo>
                    <a:lnTo>
                      <a:pt x="10343" y="29525"/>
                    </a:lnTo>
                    <a:cubicBezTo>
                      <a:pt x="10343" y="34129"/>
                      <a:pt x="11736" y="37780"/>
                      <a:pt x="18859" y="39518"/>
                    </a:cubicBezTo>
                    <a:cubicBezTo>
                      <a:pt x="16427" y="40213"/>
                      <a:pt x="15645" y="40995"/>
                      <a:pt x="13819" y="42646"/>
                    </a:cubicBezTo>
                    <a:cubicBezTo>
                      <a:pt x="11037" y="45166"/>
                      <a:pt x="10343" y="46559"/>
                      <a:pt x="10343" y="50123"/>
                    </a:cubicBezTo>
                    <a:lnTo>
                      <a:pt x="10343" y="65069"/>
                    </a:lnTo>
                    <a:cubicBezTo>
                      <a:pt x="10343" y="67851"/>
                      <a:pt x="10343" y="68026"/>
                      <a:pt x="10085" y="68720"/>
                    </a:cubicBezTo>
                    <a:cubicBezTo>
                      <a:pt x="8953" y="72804"/>
                      <a:pt x="7215" y="75848"/>
                      <a:pt x="1393" y="77325"/>
                    </a:cubicBezTo>
                    <a:cubicBezTo>
                      <a:pt x="524" y="77587"/>
                      <a:pt x="0" y="77412"/>
                      <a:pt x="0" y="78194"/>
                    </a:cubicBezTo>
                    <a:cubicBezTo>
                      <a:pt x="0" y="79150"/>
                      <a:pt x="695" y="79150"/>
                      <a:pt x="1651" y="79150"/>
                    </a:cubicBezTo>
                    <a:cubicBezTo>
                      <a:pt x="5040" y="79150"/>
                      <a:pt x="9910" y="77761"/>
                      <a:pt x="13299" y="75412"/>
                    </a:cubicBezTo>
                    <a:cubicBezTo>
                      <a:pt x="17470" y="72459"/>
                      <a:pt x="16601" y="68546"/>
                      <a:pt x="16601" y="65244"/>
                    </a:cubicBezTo>
                    <a:lnTo>
                      <a:pt x="16601" y="51337"/>
                    </a:lnTo>
                    <a:cubicBezTo>
                      <a:pt x="16601" y="48472"/>
                      <a:pt x="16601" y="48384"/>
                      <a:pt x="16863" y="47515"/>
                    </a:cubicBezTo>
                    <a:cubicBezTo>
                      <a:pt x="17820" y="43602"/>
                      <a:pt x="20253" y="40907"/>
                      <a:pt x="25987" y="40649"/>
                    </a:cubicBezTo>
                    <a:cubicBezTo>
                      <a:pt x="26857" y="40562"/>
                      <a:pt x="27376" y="40387"/>
                      <a:pt x="27376" y="39518"/>
                    </a:cubicBezTo>
                    <a:cubicBezTo>
                      <a:pt x="27376" y="39082"/>
                      <a:pt x="27031" y="38562"/>
                      <a:pt x="26595" y="38474"/>
                    </a:cubicBezTo>
                    <a:cubicBezTo>
                      <a:pt x="24686" y="38474"/>
                      <a:pt x="21467" y="38300"/>
                      <a:pt x="18340" y="36129"/>
                    </a:cubicBezTo>
                    <a:cubicBezTo>
                      <a:pt x="17121" y="35347"/>
                      <a:pt x="16601" y="31001"/>
                      <a:pt x="16601" y="27957"/>
                    </a:cubicBezTo>
                    <a:lnTo>
                      <a:pt x="16601" y="12487"/>
                    </a:lnTo>
                    <a:cubicBezTo>
                      <a:pt x="16514" y="6665"/>
                      <a:pt x="8430" y="1101"/>
                      <a:pt x="1651" y="61"/>
                    </a:cubicBezTo>
                    <a:cubicBezTo>
                      <a:pt x="695" y="-114"/>
                      <a:pt x="0" y="61"/>
                      <a:pt x="0" y="930"/>
                    </a:cubicBezTo>
                    <a:cubicBezTo>
                      <a:pt x="0" y="1363"/>
                      <a:pt x="349" y="1625"/>
                      <a:pt x="782" y="1799"/>
                    </a:cubicBezTo>
                    <a:cubicBezTo>
                      <a:pt x="7735" y="3538"/>
                      <a:pt x="10343" y="9967"/>
                      <a:pt x="10343" y="1318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composeeq_outline_11"/>
              <p:cNvSpPr/>
              <p:nvPr/>
            </p:nvSpPr>
            <p:spPr>
              <a:xfrm>
                <a:off x="2850471" y="2147525"/>
                <a:ext cx="22248" cy="79874"/>
              </a:xfrm>
              <a:custGeom>
                <a:avLst/>
                <a:gdLst/>
                <a:ahLst/>
                <a:cxnLst/>
                <a:rect l="0" t="0" r="r" b="b"/>
                <a:pathLst>
                  <a:path w="22249" h="79875">
                    <a:moveTo>
                      <a:pt x="782" y="0"/>
                    </a:moveTo>
                    <a:lnTo>
                      <a:pt x="0" y="1393"/>
                    </a:lnTo>
                    <a:cubicBezTo>
                      <a:pt x="11212" y="10430"/>
                      <a:pt x="14776" y="20423"/>
                      <a:pt x="14776" y="39719"/>
                    </a:cubicBezTo>
                    <a:cubicBezTo>
                      <a:pt x="14776" y="58928"/>
                      <a:pt x="11474" y="69445"/>
                      <a:pt x="0" y="78482"/>
                    </a:cubicBezTo>
                    <a:lnTo>
                      <a:pt x="1044" y="79875"/>
                    </a:lnTo>
                    <a:cubicBezTo>
                      <a:pt x="13037" y="72485"/>
                      <a:pt x="22249" y="56146"/>
                      <a:pt x="22249" y="39981"/>
                    </a:cubicBezTo>
                    <a:cubicBezTo>
                      <a:pt x="22249" y="22249"/>
                      <a:pt x="13387" y="8172"/>
                      <a:pt x="782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53" name="module_stage4"/>
          <p:cNvGrpSpPr/>
          <p:nvPr/>
        </p:nvGrpSpPr>
        <p:grpSpPr>
          <a:xfrm>
            <a:off x="2827421" y="192505"/>
            <a:ext cx="1170071" cy="2409323"/>
            <a:chOff x="2827421" y="192505"/>
            <a:chExt cx="1170071" cy="2409323"/>
          </a:xfrm>
        </p:grpSpPr>
        <p:sp>
          <p:nvSpPr>
            <p:cNvPr id="254" name="stage4_border"/>
            <p:cNvSpPr/>
            <p:nvPr/>
          </p:nvSpPr>
          <p:spPr>
            <a:xfrm>
              <a:off x="2827421" y="192505"/>
              <a:ext cx="1170071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badge4"/>
            <p:cNvSpPr/>
            <p:nvPr/>
          </p:nvSpPr>
          <p:spPr>
            <a:xfrm>
              <a:off x="2935705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number4"/>
            <p:cNvSpPr txBox="1"/>
            <p:nvPr/>
          </p:nvSpPr>
          <p:spPr>
            <a:xfrm>
              <a:off x="2935705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257" name="title4"/>
            <p:cNvSpPr txBox="1"/>
            <p:nvPr/>
          </p:nvSpPr>
          <p:spPr>
            <a:xfrm>
              <a:off x="3128210" y="300789"/>
              <a:ext cx="836194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1" i="0">
                  <a:solidFill>
                    <a:srgbClr val="101010"/>
                  </a:solidFill>
                  <a:latin typeface="Liberation Serif"/>
                </a:rPr>
                <a:t>Safe flow projection</a:t>
              </a:r>
            </a:p>
          </p:txBody>
        </p:sp>
        <p:sp>
          <p:nvSpPr>
            <p:cNvPr id="258" name="projection_formula_box"/>
            <p:cNvSpPr/>
            <p:nvPr/>
          </p:nvSpPr>
          <p:spPr>
            <a:xfrm>
              <a:off x="2857500" y="583531"/>
              <a:ext cx="1109913" cy="255671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5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iterations"/>
            <p:cNvSpPr txBox="1"/>
            <p:nvPr/>
          </p:nvSpPr>
          <p:spPr>
            <a:xfrm>
              <a:off x="3013910" y="959518"/>
              <a:ext cx="812131" cy="13836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0" i="0">
                  <a:solidFill>
                    <a:srgbClr val="101010"/>
                  </a:solidFill>
                  <a:latin typeface="Liberation Serif"/>
                </a:rPr>
                <a:t>Sinkhorn iterations</a:t>
              </a:r>
            </a:p>
          </p:txBody>
        </p:sp>
        <p:sp>
          <p:nvSpPr>
            <p:cNvPr id="260" name="iter_row"/>
            <p:cNvSpPr txBox="1"/>
            <p:nvPr/>
          </p:nvSpPr>
          <p:spPr>
            <a:xfrm>
              <a:off x="3248526" y="1149015"/>
              <a:ext cx="183481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93" b="0" i="0">
                  <a:solidFill>
                    <a:srgbClr val="101010"/>
                  </a:solidFill>
                  <a:latin typeface="Liberation Serif"/>
                </a:rPr>
                <a:t>row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93" b="0" i="0">
                  <a:solidFill>
                    <a:srgbClr val="101010"/>
                  </a:solidFill>
                  <a:latin typeface="Liberation Serif"/>
                </a:rPr>
                <a:t>scaling</a:t>
              </a:r>
            </a:p>
          </p:txBody>
        </p:sp>
        <p:sp>
          <p:nvSpPr>
            <p:cNvPr id="261" name="iter_col"/>
            <p:cNvSpPr txBox="1"/>
            <p:nvPr/>
          </p:nvSpPr>
          <p:spPr>
            <a:xfrm>
              <a:off x="3489157" y="1149015"/>
              <a:ext cx="192505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8" b="0" i="0">
                  <a:solidFill>
                    <a:srgbClr val="101010"/>
                  </a:solidFill>
                  <a:latin typeface="Liberation Serif"/>
                </a:rPr>
                <a:t>col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8" b="0" i="0">
                  <a:solidFill>
                    <a:srgbClr val="101010"/>
                  </a:solidFill>
                  <a:latin typeface="Liberation Serif"/>
                </a:rPr>
                <a:t>scaling</a:t>
              </a:r>
            </a:p>
          </p:txBody>
        </p:sp>
        <p:sp>
          <p:nvSpPr>
            <p:cNvPr id="262" name="iter_projected"/>
            <p:cNvSpPr txBox="1"/>
            <p:nvPr/>
          </p:nvSpPr>
          <p:spPr>
            <a:xfrm>
              <a:off x="3726781" y="1149015"/>
              <a:ext cx="237623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90" b="0" i="0">
                  <a:solidFill>
                    <a:srgbClr val="101010"/>
                  </a:solidFill>
                  <a:latin typeface="Liberation Serif"/>
                </a:rPr>
                <a:t>projected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90" b="0" i="0">
                  <a:solidFill>
                    <a:srgbClr val="101010"/>
                  </a:solidFill>
                  <a:latin typeface="Liberation Serif"/>
                </a:rPr>
                <a:t>flow F*</a:t>
              </a:r>
            </a:p>
          </p:txBody>
        </p:sp>
        <p:sp>
          <p:nvSpPr>
            <p:cNvPr id="263" name="kernelgrid_0_0"/>
            <p:cNvSpPr/>
            <p:nvPr/>
          </p:nvSpPr>
          <p:spPr>
            <a:xfrm>
              <a:off x="2899610" y="1422734"/>
              <a:ext cx="54142" cy="70685"/>
            </a:xfrm>
            <a:prstGeom prst="rect">
              <a:avLst/>
            </a:prstGeom>
            <a:solidFill>
              <a:srgbClr val="3B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kernelgrid_0_1"/>
            <p:cNvSpPr/>
            <p:nvPr/>
          </p:nvSpPr>
          <p:spPr>
            <a:xfrm>
              <a:off x="2953752" y="1422734"/>
              <a:ext cx="54142" cy="70685"/>
            </a:xfrm>
            <a:prstGeom prst="rect">
              <a:avLst/>
            </a:prstGeom>
            <a:solidFill>
              <a:srgbClr val="D0B9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kernelgrid_0_2"/>
            <p:cNvSpPr/>
            <p:nvPr/>
          </p:nvSpPr>
          <p:spPr>
            <a:xfrm>
              <a:off x="3007894" y="1422734"/>
              <a:ext cx="54142" cy="70685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kernelgrid_0_3"/>
            <p:cNvSpPr/>
            <p:nvPr/>
          </p:nvSpPr>
          <p:spPr>
            <a:xfrm>
              <a:off x="3062036" y="1422734"/>
              <a:ext cx="54142" cy="70685"/>
            </a:xfrm>
            <a:prstGeom prst="rect">
              <a:avLst/>
            </a:prstGeom>
            <a:solidFill>
              <a:srgbClr val="F0E8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kernelgrid_1_0"/>
            <p:cNvSpPr/>
            <p:nvPr/>
          </p:nvSpPr>
          <p:spPr>
            <a:xfrm>
              <a:off x="2899610" y="1493419"/>
              <a:ext cx="54142" cy="70685"/>
            </a:xfrm>
            <a:prstGeom prst="rect">
              <a:avLst/>
            </a:prstGeom>
            <a:solidFill>
              <a:srgbClr val="CCB3D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kernelgrid_1_1"/>
            <p:cNvSpPr/>
            <p:nvPr/>
          </p:nvSpPr>
          <p:spPr>
            <a:xfrm>
              <a:off x="2953752" y="1493419"/>
              <a:ext cx="54142" cy="70685"/>
            </a:xfrm>
            <a:prstGeom prst="rect">
              <a:avLst/>
            </a:prstGeom>
            <a:solidFill>
              <a:srgbClr val="2D0E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kernelgrid_1_2"/>
            <p:cNvSpPr/>
            <p:nvPr/>
          </p:nvSpPr>
          <p:spPr>
            <a:xfrm>
              <a:off x="3007894" y="1493419"/>
              <a:ext cx="54142" cy="70685"/>
            </a:xfrm>
            <a:prstGeom prst="rect">
              <a:avLst/>
            </a:prstGeom>
            <a:solidFill>
              <a:srgbClr val="483C7B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kernelgrid_1_3"/>
            <p:cNvSpPr/>
            <p:nvPr/>
          </p:nvSpPr>
          <p:spPr>
            <a:xfrm>
              <a:off x="3062036" y="1493419"/>
              <a:ext cx="54142" cy="70685"/>
            </a:xfrm>
            <a:prstGeom prst="rect">
              <a:avLst/>
            </a:prstGeom>
            <a:solidFill>
              <a:srgbClr val="EAE1F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kernelgrid_2_0"/>
            <p:cNvSpPr/>
            <p:nvPr/>
          </p:nvSpPr>
          <p:spPr>
            <a:xfrm>
              <a:off x="2899610" y="1564105"/>
              <a:ext cx="54142" cy="70685"/>
            </a:xfrm>
            <a:prstGeom prst="rect">
              <a:avLst/>
            </a:prstGeom>
            <a:solidFill>
              <a:srgbClr val="FFFF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kernelgrid_2_1"/>
            <p:cNvSpPr/>
            <p:nvPr/>
          </p:nvSpPr>
          <p:spPr>
            <a:xfrm>
              <a:off x="2953752" y="1564105"/>
              <a:ext cx="54142" cy="70685"/>
            </a:xfrm>
            <a:prstGeom prst="rect">
              <a:avLst/>
            </a:prstGeom>
            <a:solidFill>
              <a:srgbClr val="7D4B9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kernelgrid_2_2"/>
            <p:cNvSpPr/>
            <p:nvPr/>
          </p:nvSpPr>
          <p:spPr>
            <a:xfrm>
              <a:off x="3007894" y="1564105"/>
              <a:ext cx="54142" cy="70685"/>
            </a:xfrm>
            <a:prstGeom prst="rect">
              <a:avLst/>
            </a:prstGeom>
            <a:solidFill>
              <a:srgbClr val="E9D7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kernelgrid_2_3"/>
            <p:cNvSpPr/>
            <p:nvPr/>
          </p:nvSpPr>
          <p:spPr>
            <a:xfrm>
              <a:off x="3062036" y="1564105"/>
              <a:ext cx="54142" cy="70685"/>
            </a:xfrm>
            <a:prstGeom prst="rect">
              <a:avLst/>
            </a:prstGeom>
            <a:solidFill>
              <a:srgbClr val="5C288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kernelgrid_3_0"/>
            <p:cNvSpPr/>
            <p:nvPr/>
          </p:nvSpPr>
          <p:spPr>
            <a:xfrm>
              <a:off x="2899610" y="1634790"/>
              <a:ext cx="54142" cy="70685"/>
            </a:xfrm>
            <a:prstGeom prst="rect">
              <a:avLst/>
            </a:prstGeom>
            <a:solidFill>
              <a:srgbClr val="D3BA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kernelgrid_3_1"/>
            <p:cNvSpPr/>
            <p:nvPr/>
          </p:nvSpPr>
          <p:spPr>
            <a:xfrm>
              <a:off x="2953752" y="1634790"/>
              <a:ext cx="54142" cy="70685"/>
            </a:xfrm>
            <a:prstGeom prst="rect">
              <a:avLst/>
            </a:prstGeom>
            <a:solidFill>
              <a:srgbClr val="FBFB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kernelgrid_3_2"/>
            <p:cNvSpPr/>
            <p:nvPr/>
          </p:nvSpPr>
          <p:spPr>
            <a:xfrm>
              <a:off x="3007894" y="1634790"/>
              <a:ext cx="54142" cy="70685"/>
            </a:xfrm>
            <a:prstGeom prst="rect">
              <a:avLst/>
            </a:prstGeom>
            <a:solidFill>
              <a:srgbClr val="30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kernelgrid_3_3"/>
            <p:cNvSpPr/>
            <p:nvPr/>
          </p:nvSpPr>
          <p:spPr>
            <a:xfrm>
              <a:off x="3062036" y="1634790"/>
              <a:ext cx="54142" cy="70685"/>
            </a:xfrm>
            <a:prstGeom prst="rect">
              <a:avLst/>
            </a:prstGeom>
            <a:solidFill>
              <a:srgbClr val="F9F4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owgrid_0_0"/>
            <p:cNvSpPr/>
            <p:nvPr/>
          </p:nvSpPr>
          <p:spPr>
            <a:xfrm>
              <a:off x="3263565" y="1398671"/>
              <a:ext cx="64669" cy="75949"/>
            </a:xfrm>
            <a:prstGeom prst="rect">
              <a:avLst/>
            </a:prstGeom>
            <a:solidFill>
              <a:srgbClr val="4E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owgrid_0_1"/>
            <p:cNvSpPr/>
            <p:nvPr/>
          </p:nvSpPr>
          <p:spPr>
            <a:xfrm>
              <a:off x="3328235" y="1398671"/>
              <a:ext cx="64669" cy="75949"/>
            </a:xfrm>
            <a:prstGeom prst="rect">
              <a:avLst/>
            </a:prstGeom>
            <a:solidFill>
              <a:srgbClr val="C7AAD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owgrid_1_0"/>
            <p:cNvSpPr/>
            <p:nvPr/>
          </p:nvSpPr>
          <p:spPr>
            <a:xfrm>
              <a:off x="3263565" y="1474620"/>
              <a:ext cx="64669" cy="75949"/>
            </a:xfrm>
            <a:prstGeom prst="rect">
              <a:avLst/>
            </a:prstGeom>
            <a:solidFill>
              <a:srgbClr val="4A187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wgrid_1_1"/>
            <p:cNvSpPr/>
            <p:nvPr/>
          </p:nvSpPr>
          <p:spPr>
            <a:xfrm>
              <a:off x="3328235" y="1474620"/>
              <a:ext cx="64669" cy="75949"/>
            </a:xfrm>
            <a:prstGeom prst="rect">
              <a:avLst/>
            </a:prstGeom>
            <a:solidFill>
              <a:srgbClr val="C5A9D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owgrid_2_0"/>
            <p:cNvSpPr/>
            <p:nvPr/>
          </p:nvSpPr>
          <p:spPr>
            <a:xfrm>
              <a:off x="3263565" y="1550569"/>
              <a:ext cx="64669" cy="75949"/>
            </a:xfrm>
            <a:prstGeom prst="rect">
              <a:avLst/>
            </a:prstGeom>
            <a:solidFill>
              <a:srgbClr val="3C106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owgrid_2_1"/>
            <p:cNvSpPr/>
            <p:nvPr/>
          </p:nvSpPr>
          <p:spPr>
            <a:xfrm>
              <a:off x="3328235" y="1550569"/>
              <a:ext cx="64669" cy="75949"/>
            </a:xfrm>
            <a:prstGeom prst="rect">
              <a:avLst/>
            </a:prstGeom>
            <a:solidFill>
              <a:srgbClr val="BE9DD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owgrid_3_0"/>
            <p:cNvSpPr/>
            <p:nvPr/>
          </p:nvSpPr>
          <p:spPr>
            <a:xfrm>
              <a:off x="3263565" y="1626519"/>
              <a:ext cx="64669" cy="75949"/>
            </a:xfrm>
            <a:prstGeom prst="rect">
              <a:avLst/>
            </a:prstGeom>
            <a:solidFill>
              <a:srgbClr val="53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owgrid_3_1"/>
            <p:cNvSpPr/>
            <p:nvPr/>
          </p:nvSpPr>
          <p:spPr>
            <a:xfrm>
              <a:off x="3328235" y="1626519"/>
              <a:ext cx="64669" cy="75949"/>
            </a:xfrm>
            <a:prstGeom prst="rect">
              <a:avLst/>
            </a:prstGeom>
            <a:solidFill>
              <a:srgbClr val="BD98D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colgrid_0_0"/>
            <p:cNvSpPr/>
            <p:nvPr/>
          </p:nvSpPr>
          <p:spPr>
            <a:xfrm>
              <a:off x="3528260" y="1398671"/>
              <a:ext cx="105276" cy="75949"/>
            </a:xfrm>
            <a:prstGeom prst="rect">
              <a:avLst/>
            </a:prstGeom>
            <a:solidFill>
              <a:srgbClr val="E5D8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colgrid_1_0"/>
            <p:cNvSpPr/>
            <p:nvPr/>
          </p:nvSpPr>
          <p:spPr>
            <a:xfrm>
              <a:off x="3528260" y="1474620"/>
              <a:ext cx="105276" cy="75949"/>
            </a:xfrm>
            <a:prstGeom prst="rect">
              <a:avLst/>
            </a:prstGeom>
            <a:solidFill>
              <a:srgbClr val="602A88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colgrid_2_0"/>
            <p:cNvSpPr/>
            <p:nvPr/>
          </p:nvSpPr>
          <p:spPr>
            <a:xfrm>
              <a:off x="3528260" y="1550569"/>
              <a:ext cx="105276" cy="75949"/>
            </a:xfrm>
            <a:prstGeom prst="rect">
              <a:avLst/>
            </a:prstGeom>
            <a:solidFill>
              <a:srgbClr val="E9DFF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colgrid_3_0"/>
            <p:cNvSpPr/>
            <p:nvPr/>
          </p:nvSpPr>
          <p:spPr>
            <a:xfrm>
              <a:off x="3528260" y="1626519"/>
              <a:ext cx="105276" cy="75949"/>
            </a:xfrm>
            <a:prstGeom prst="rect">
              <a:avLst/>
            </a:prstGeom>
            <a:solidFill>
              <a:srgbClr val="632C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projectedgrid_0_0"/>
            <p:cNvSpPr/>
            <p:nvPr/>
          </p:nvSpPr>
          <p:spPr>
            <a:xfrm>
              <a:off x="3756860" y="1410702"/>
              <a:ext cx="49630" cy="73693"/>
            </a:xfrm>
            <a:prstGeom prst="rect">
              <a:avLst/>
            </a:prstGeom>
            <a:solidFill>
              <a:srgbClr val="4B1A7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projectedgrid_0_1"/>
            <p:cNvSpPr/>
            <p:nvPr/>
          </p:nvSpPr>
          <p:spPr>
            <a:xfrm>
              <a:off x="3806490" y="1410702"/>
              <a:ext cx="49630" cy="73693"/>
            </a:xfrm>
            <a:prstGeom prst="rect">
              <a:avLst/>
            </a:prstGeom>
            <a:solidFill>
              <a:srgbClr val="D1BC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projectedgrid_0_2"/>
            <p:cNvSpPr/>
            <p:nvPr/>
          </p:nvSpPr>
          <p:spPr>
            <a:xfrm>
              <a:off x="3856121" y="1410702"/>
              <a:ext cx="49630" cy="73693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projectedgrid_0_3"/>
            <p:cNvSpPr/>
            <p:nvPr/>
          </p:nvSpPr>
          <p:spPr>
            <a:xfrm>
              <a:off x="3905751" y="1410702"/>
              <a:ext cx="49630" cy="73693"/>
            </a:xfrm>
            <a:prstGeom prst="rect">
              <a:avLst/>
            </a:prstGeom>
            <a:solidFill>
              <a:srgbClr val="ECE1F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projectedgrid_1_0"/>
            <p:cNvSpPr/>
            <p:nvPr/>
          </p:nvSpPr>
          <p:spPr>
            <a:xfrm>
              <a:off x="3756860" y="1484396"/>
              <a:ext cx="49630" cy="73693"/>
            </a:xfrm>
            <a:prstGeom prst="rect">
              <a:avLst/>
            </a:prstGeom>
            <a:solidFill>
              <a:srgbClr val="D5C2E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projectedgrid_1_1"/>
            <p:cNvSpPr/>
            <p:nvPr/>
          </p:nvSpPr>
          <p:spPr>
            <a:xfrm>
              <a:off x="3806490" y="1484396"/>
              <a:ext cx="49630" cy="73693"/>
            </a:xfrm>
            <a:prstGeom prst="rect">
              <a:avLst/>
            </a:prstGeom>
            <a:solidFill>
              <a:srgbClr val="2C0F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projectedgrid_1_2"/>
            <p:cNvSpPr/>
            <p:nvPr/>
          </p:nvSpPr>
          <p:spPr>
            <a:xfrm>
              <a:off x="3856121" y="1484396"/>
              <a:ext cx="49630" cy="73693"/>
            </a:xfrm>
            <a:prstGeom prst="rect">
              <a:avLst/>
            </a:prstGeom>
            <a:solidFill>
              <a:srgbClr val="FCFA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projectedgrid_1_3"/>
            <p:cNvSpPr/>
            <p:nvPr/>
          </p:nvSpPr>
          <p:spPr>
            <a:xfrm>
              <a:off x="3905751" y="1484396"/>
              <a:ext cx="49630" cy="73693"/>
            </a:xfrm>
            <a:prstGeom prst="rect">
              <a:avLst/>
            </a:prstGeom>
            <a:solidFill>
              <a:srgbClr val="EADE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projectedgrid_2_0"/>
            <p:cNvSpPr/>
            <p:nvPr/>
          </p:nvSpPr>
          <p:spPr>
            <a:xfrm>
              <a:off x="3756860" y="1558089"/>
              <a:ext cx="49630" cy="73693"/>
            </a:xfrm>
            <a:prstGeom prst="rect">
              <a:avLst/>
            </a:prstGeom>
            <a:solidFill>
              <a:srgbClr val="FEFE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projectedgrid_2_1"/>
            <p:cNvSpPr/>
            <p:nvPr/>
          </p:nvSpPr>
          <p:spPr>
            <a:xfrm>
              <a:off x="3806490" y="1558089"/>
              <a:ext cx="49630" cy="73693"/>
            </a:xfrm>
            <a:prstGeom prst="rect">
              <a:avLst/>
            </a:prstGeom>
            <a:solidFill>
              <a:srgbClr val="804EA1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projectedgrid_2_2"/>
            <p:cNvSpPr/>
            <p:nvPr/>
          </p:nvSpPr>
          <p:spPr>
            <a:xfrm>
              <a:off x="3856121" y="1558089"/>
              <a:ext cx="49630" cy="73693"/>
            </a:xfrm>
            <a:prstGeom prst="rect">
              <a:avLst/>
            </a:prstGeom>
            <a:solidFill>
              <a:srgbClr val="CBB6E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projectedgrid_2_3"/>
            <p:cNvSpPr/>
            <p:nvPr/>
          </p:nvSpPr>
          <p:spPr>
            <a:xfrm>
              <a:off x="3905751" y="1558089"/>
              <a:ext cx="49630" cy="73693"/>
            </a:xfrm>
            <a:prstGeom prst="rect">
              <a:avLst/>
            </a:prstGeom>
            <a:solidFill>
              <a:srgbClr val="61298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projectedgrid_3_0"/>
            <p:cNvSpPr/>
            <p:nvPr/>
          </p:nvSpPr>
          <p:spPr>
            <a:xfrm>
              <a:off x="3756860" y="1631782"/>
              <a:ext cx="49630" cy="73693"/>
            </a:xfrm>
            <a:prstGeom prst="rect">
              <a:avLst/>
            </a:prstGeom>
            <a:solidFill>
              <a:srgbClr val="D2BB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projectedgrid_3_1"/>
            <p:cNvSpPr/>
            <p:nvPr/>
          </p:nvSpPr>
          <p:spPr>
            <a:xfrm>
              <a:off x="3806490" y="1631782"/>
              <a:ext cx="49630" cy="73693"/>
            </a:xfrm>
            <a:prstGeom prst="rect">
              <a:avLst/>
            </a:prstGeom>
            <a:solidFill>
              <a:srgbClr val="FFFF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projectedgrid_3_2"/>
            <p:cNvSpPr/>
            <p:nvPr/>
          </p:nvSpPr>
          <p:spPr>
            <a:xfrm>
              <a:off x="3856121" y="1631782"/>
              <a:ext cx="49630" cy="73693"/>
            </a:xfrm>
            <a:prstGeom prst="rect">
              <a:avLst/>
            </a:prstGeom>
            <a:solidFill>
              <a:srgbClr val="2E11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projectedgrid_3_3"/>
            <p:cNvSpPr/>
            <p:nvPr/>
          </p:nvSpPr>
          <p:spPr>
            <a:xfrm>
              <a:off x="3905751" y="1631782"/>
              <a:ext cx="49630" cy="73693"/>
            </a:xfrm>
            <a:prstGeom prst="rect">
              <a:avLst/>
            </a:prstGeom>
            <a:solidFill>
              <a:srgbClr val="EFE6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iterarrow0"/>
            <p:cNvSpPr/>
            <p:nvPr/>
          </p:nvSpPr>
          <p:spPr>
            <a:xfrm>
              <a:off x="3152273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iterarrow1"/>
            <p:cNvSpPr/>
            <p:nvPr/>
          </p:nvSpPr>
          <p:spPr>
            <a:xfrm>
              <a:off x="341396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iterarrow2"/>
            <p:cNvSpPr/>
            <p:nvPr/>
          </p:nvSpPr>
          <p:spPr>
            <a:xfrm>
              <a:off x="365760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peat"/>
            <p:cNvSpPr/>
            <p:nvPr/>
          </p:nvSpPr>
          <p:spPr>
            <a:xfrm>
              <a:off x="3001878" y="1846847"/>
              <a:ext cx="836194" cy="159418"/>
            </a:xfrm>
            <a:custGeom>
              <a:avLst/>
              <a:gdLst/>
              <a:ahLst/>
              <a:cxnLst/>
              <a:rect l="0" t="0" r="r" b="b"/>
              <a:pathLst>
                <a:path w="836194" h="159418" fill="none">
                  <a:moveTo>
                    <a:pt x="0" y="0"/>
                  </a:moveTo>
                  <a:lnTo>
                    <a:pt x="0" y="144378"/>
                  </a:lnTo>
                  <a:lnTo>
                    <a:pt x="21055" y="159418"/>
                  </a:lnTo>
                  <a:lnTo>
                    <a:pt x="824163" y="159418"/>
                  </a:lnTo>
                  <a:lnTo>
                    <a:pt x="836194" y="138363"/>
                  </a:lnTo>
                  <a:lnTo>
                    <a:pt x="836194" y="3007"/>
                  </a:lnTo>
                </a:path>
              </a:pathLst>
            </a:custGeom>
            <a:noFill/>
            <a:ln w="661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peat_label"/>
            <p:cNvSpPr txBox="1"/>
            <p:nvPr/>
          </p:nvSpPr>
          <p:spPr>
            <a:xfrm>
              <a:off x="3071060" y="1870910"/>
              <a:ext cx="700839" cy="1052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68" b="0" i="0">
                  <a:solidFill>
                    <a:srgbClr val="101010"/>
                  </a:solidFill>
                  <a:latin typeface="Liberation Serif"/>
                </a:rPr>
                <a:t>repeat to convergence</a:t>
              </a:r>
            </a:p>
          </p:txBody>
        </p:sp>
        <p:sp>
          <p:nvSpPr>
            <p:cNvPr id="312" name="certbox"/>
            <p:cNvSpPr/>
            <p:nvPr/>
          </p:nvSpPr>
          <p:spPr>
            <a:xfrm>
              <a:off x="2989847" y="2255921"/>
              <a:ext cx="812131" cy="240631"/>
            </a:xfrm>
            <a:prstGeom prst="roundRect">
              <a:avLst>
                <a:gd name="adj" fmla="val 2500"/>
              </a:avLst>
            </a:prstGeom>
            <a:solidFill>
              <a:srgbClr val="EFF7EC"/>
            </a:solidFill>
            <a:ln w="42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13" name="projection_eq"/>
            <p:cNvGrpSpPr/>
            <p:nvPr/>
          </p:nvGrpSpPr>
          <p:grpSpPr>
            <a:xfrm>
              <a:off x="2899610" y="654424"/>
              <a:ext cx="994908" cy="94259"/>
              <a:chOff x="2915213" y="667156"/>
              <a:chExt cx="1272586" cy="94259"/>
            </a:xfrm>
          </p:grpSpPr>
          <p:sp>
            <p:nvSpPr>
              <p:cNvPr id="314" name="projection_eq_outline_0"/>
              <p:cNvSpPr/>
              <p:nvPr/>
            </p:nvSpPr>
            <p:spPr>
              <a:xfrm>
                <a:off x="2915213" y="686672"/>
                <a:ext cx="60578" cy="56753"/>
              </a:xfrm>
              <a:custGeom>
                <a:avLst/>
                <a:gdLst/>
                <a:ahLst/>
                <a:cxnLst/>
                <a:rect l="0" t="0" r="r" b="b"/>
                <a:pathLst>
                  <a:path w="60579" h="56753">
                    <a:moveTo>
                      <a:pt x="57884" y="13295"/>
                    </a:moveTo>
                    <a:lnTo>
                      <a:pt x="60579" y="0"/>
                    </a:lnTo>
                    <a:lnTo>
                      <a:pt x="11819" y="0"/>
                    </a:lnTo>
                    <a:lnTo>
                      <a:pt x="11819" y="1389"/>
                    </a:lnTo>
                    <a:cubicBezTo>
                      <a:pt x="18427" y="1909"/>
                      <a:pt x="19641" y="2433"/>
                      <a:pt x="19729" y="4866"/>
                    </a:cubicBezTo>
                    <a:cubicBezTo>
                      <a:pt x="19729" y="6255"/>
                      <a:pt x="19296" y="8342"/>
                      <a:pt x="18772" y="10517"/>
                    </a:cubicBezTo>
                    <a:lnTo>
                      <a:pt x="7910" y="48931"/>
                    </a:lnTo>
                    <a:cubicBezTo>
                      <a:pt x="6346" y="54146"/>
                      <a:pt x="5651" y="54666"/>
                      <a:pt x="0" y="55364"/>
                    </a:cubicBezTo>
                    <a:lnTo>
                      <a:pt x="87" y="56753"/>
                    </a:lnTo>
                    <a:lnTo>
                      <a:pt x="25206" y="56753"/>
                    </a:lnTo>
                    <a:lnTo>
                      <a:pt x="25118" y="55364"/>
                    </a:lnTo>
                    <a:cubicBezTo>
                      <a:pt x="19383" y="55102"/>
                      <a:pt x="17645" y="54146"/>
                      <a:pt x="17558" y="51538"/>
                    </a:cubicBezTo>
                    <a:cubicBezTo>
                      <a:pt x="17558" y="50756"/>
                      <a:pt x="17645" y="49713"/>
                      <a:pt x="18165" y="47629"/>
                    </a:cubicBezTo>
                    <a:lnTo>
                      <a:pt x="23642" y="28420"/>
                    </a:lnTo>
                    <a:cubicBezTo>
                      <a:pt x="27118" y="28595"/>
                      <a:pt x="29202" y="28678"/>
                      <a:pt x="31290" y="28678"/>
                    </a:cubicBezTo>
                    <a:cubicBezTo>
                      <a:pt x="34941" y="28678"/>
                      <a:pt x="35635" y="28766"/>
                      <a:pt x="36505" y="29115"/>
                    </a:cubicBezTo>
                    <a:cubicBezTo>
                      <a:pt x="37894" y="29722"/>
                      <a:pt x="38675" y="30940"/>
                      <a:pt x="38763" y="32679"/>
                    </a:cubicBezTo>
                    <a:cubicBezTo>
                      <a:pt x="38763" y="34068"/>
                      <a:pt x="38675" y="35024"/>
                      <a:pt x="38588" y="37719"/>
                    </a:cubicBezTo>
                    <a:lnTo>
                      <a:pt x="40243" y="38155"/>
                    </a:lnTo>
                    <a:lnTo>
                      <a:pt x="47109" y="17728"/>
                    </a:lnTo>
                    <a:lnTo>
                      <a:pt x="45891" y="17296"/>
                    </a:lnTo>
                    <a:cubicBezTo>
                      <a:pt x="41719" y="25118"/>
                      <a:pt x="41370" y="25206"/>
                      <a:pt x="24598" y="25376"/>
                    </a:cubicBezTo>
                    <a:lnTo>
                      <a:pt x="30333" y="5128"/>
                    </a:lnTo>
                    <a:cubicBezTo>
                      <a:pt x="30766" y="3389"/>
                      <a:pt x="32159" y="2865"/>
                      <a:pt x="36068" y="2865"/>
                    </a:cubicBezTo>
                    <a:cubicBezTo>
                      <a:pt x="52324" y="2865"/>
                      <a:pt x="55626" y="3997"/>
                      <a:pt x="55801" y="9473"/>
                    </a:cubicBezTo>
                    <a:cubicBezTo>
                      <a:pt x="55884" y="10081"/>
                      <a:pt x="55884" y="10430"/>
                      <a:pt x="55801" y="11470"/>
                    </a:cubicBezTo>
                    <a:cubicBezTo>
                      <a:pt x="55713" y="12081"/>
                      <a:pt x="55801" y="12426"/>
                      <a:pt x="55713" y="13125"/>
                    </a:cubicBezTo>
                    <a:lnTo>
                      <a:pt x="57884" y="1329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projection_eq_outline_1"/>
              <p:cNvSpPr/>
              <p:nvPr/>
            </p:nvSpPr>
            <p:spPr>
              <a:xfrm>
                <a:off x="2983902" y="684490"/>
                <a:ext cx="21121" cy="23554"/>
              </a:xfrm>
              <a:custGeom>
                <a:avLst/>
                <a:gdLst/>
                <a:ahLst/>
                <a:cxnLst/>
                <a:rect l="0" t="0" r="r" b="b"/>
                <a:pathLst>
                  <a:path w="21122" h="23555">
                    <a:moveTo>
                      <a:pt x="21122" y="7060"/>
                    </a:moveTo>
                    <a:cubicBezTo>
                      <a:pt x="21122" y="6024"/>
                      <a:pt x="20268" y="4929"/>
                      <a:pt x="19173" y="4929"/>
                    </a:cubicBezTo>
                    <a:cubicBezTo>
                      <a:pt x="17772" y="4929"/>
                      <a:pt x="12783" y="9918"/>
                      <a:pt x="11017" y="10954"/>
                    </a:cubicBezTo>
                    <a:cubicBezTo>
                      <a:pt x="11017" y="7545"/>
                      <a:pt x="12720" y="4135"/>
                      <a:pt x="12720" y="2068"/>
                    </a:cubicBezTo>
                    <a:cubicBezTo>
                      <a:pt x="12720" y="790"/>
                      <a:pt x="11867" y="0"/>
                      <a:pt x="10589" y="0"/>
                    </a:cubicBezTo>
                    <a:cubicBezTo>
                      <a:pt x="9374" y="0"/>
                      <a:pt x="8644" y="849"/>
                      <a:pt x="8644" y="2068"/>
                    </a:cubicBezTo>
                    <a:cubicBezTo>
                      <a:pt x="8644" y="4441"/>
                      <a:pt x="10104" y="7668"/>
                      <a:pt x="10104" y="10954"/>
                    </a:cubicBezTo>
                    <a:cubicBezTo>
                      <a:pt x="8156" y="9799"/>
                      <a:pt x="3409" y="4687"/>
                      <a:pt x="2131" y="4687"/>
                    </a:cubicBezTo>
                    <a:cubicBezTo>
                      <a:pt x="1036" y="4687"/>
                      <a:pt x="60" y="5719"/>
                      <a:pt x="60" y="6814"/>
                    </a:cubicBezTo>
                    <a:cubicBezTo>
                      <a:pt x="60" y="8945"/>
                      <a:pt x="7243" y="10406"/>
                      <a:pt x="9616" y="11747"/>
                    </a:cubicBezTo>
                    <a:cubicBezTo>
                      <a:pt x="7060" y="13208"/>
                      <a:pt x="2314" y="13938"/>
                      <a:pt x="1095" y="14728"/>
                    </a:cubicBezTo>
                    <a:cubicBezTo>
                      <a:pt x="488" y="15153"/>
                      <a:pt x="0" y="15700"/>
                      <a:pt x="0" y="16494"/>
                    </a:cubicBezTo>
                    <a:cubicBezTo>
                      <a:pt x="0" y="17589"/>
                      <a:pt x="853" y="18562"/>
                      <a:pt x="1949" y="18562"/>
                    </a:cubicBezTo>
                    <a:cubicBezTo>
                      <a:pt x="3346" y="18562"/>
                      <a:pt x="8279" y="13633"/>
                      <a:pt x="10104" y="12597"/>
                    </a:cubicBezTo>
                    <a:cubicBezTo>
                      <a:pt x="10104" y="15946"/>
                      <a:pt x="8398" y="19356"/>
                      <a:pt x="8398" y="21483"/>
                    </a:cubicBezTo>
                    <a:cubicBezTo>
                      <a:pt x="8398" y="22701"/>
                      <a:pt x="9311" y="23555"/>
                      <a:pt x="10529" y="23555"/>
                    </a:cubicBezTo>
                    <a:cubicBezTo>
                      <a:pt x="11747" y="23555"/>
                      <a:pt x="12478" y="22642"/>
                      <a:pt x="12478" y="21483"/>
                    </a:cubicBezTo>
                    <a:cubicBezTo>
                      <a:pt x="12478" y="18990"/>
                      <a:pt x="11077" y="15823"/>
                      <a:pt x="11077" y="12597"/>
                    </a:cubicBezTo>
                    <a:cubicBezTo>
                      <a:pt x="12966" y="13692"/>
                      <a:pt x="17772" y="18808"/>
                      <a:pt x="18991" y="18808"/>
                    </a:cubicBezTo>
                    <a:cubicBezTo>
                      <a:pt x="20086" y="18808"/>
                      <a:pt x="21058" y="17772"/>
                      <a:pt x="21058" y="16677"/>
                    </a:cubicBezTo>
                    <a:cubicBezTo>
                      <a:pt x="21058" y="15883"/>
                      <a:pt x="20510" y="15335"/>
                      <a:pt x="19903" y="14970"/>
                    </a:cubicBezTo>
                    <a:cubicBezTo>
                      <a:pt x="18320" y="13938"/>
                      <a:pt x="14121" y="13268"/>
                      <a:pt x="11501" y="11747"/>
                    </a:cubicBezTo>
                    <a:cubicBezTo>
                      <a:pt x="14363" y="10041"/>
                      <a:pt x="18260" y="9799"/>
                      <a:pt x="20026" y="8763"/>
                    </a:cubicBezTo>
                    <a:cubicBezTo>
                      <a:pt x="20693" y="8398"/>
                      <a:pt x="21122" y="7850"/>
                      <a:pt x="21122" y="706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projection_eq_outline_2"/>
              <p:cNvSpPr/>
              <p:nvPr/>
            </p:nvSpPr>
            <p:spPr>
              <a:xfrm>
                <a:off x="3044649" y="709878"/>
                <a:ext cx="44497" cy="22510"/>
              </a:xfrm>
              <a:custGeom>
                <a:avLst/>
                <a:gdLst/>
                <a:ahLst/>
                <a:cxnLst/>
                <a:rect l="0" t="0" r="r" b="b"/>
                <a:pathLst>
                  <a:path w="44498" h="22511">
                    <a:moveTo>
                      <a:pt x="44498" y="4866"/>
                    </a:moveTo>
                    <a:lnTo>
                      <a:pt x="44498" y="0"/>
                    </a:lnTo>
                    <a:lnTo>
                      <a:pt x="0" y="0"/>
                    </a:lnTo>
                    <a:lnTo>
                      <a:pt x="0" y="4866"/>
                    </a:lnTo>
                    <a:lnTo>
                      <a:pt x="44498" y="4866"/>
                    </a:lnTo>
                    <a:close/>
                    <a:moveTo>
                      <a:pt x="44498" y="22511"/>
                    </a:moveTo>
                    <a:lnTo>
                      <a:pt x="44498" y="17641"/>
                    </a:lnTo>
                    <a:lnTo>
                      <a:pt x="0" y="17641"/>
                    </a:lnTo>
                    <a:lnTo>
                      <a:pt x="0" y="22511"/>
                    </a:lnTo>
                    <a:lnTo>
                      <a:pt x="44498" y="2251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projection_eq_outline_3"/>
              <p:cNvSpPr/>
              <p:nvPr/>
            </p:nvSpPr>
            <p:spPr>
              <a:xfrm>
                <a:off x="3121982" y="705095"/>
                <a:ext cx="49974" cy="56320"/>
              </a:xfrm>
              <a:custGeom>
                <a:avLst/>
                <a:gdLst/>
                <a:ahLst/>
                <a:cxnLst/>
                <a:rect l="0" t="0" r="r" b="b"/>
                <a:pathLst>
                  <a:path w="49974" h="56321">
                    <a:moveTo>
                      <a:pt x="49974" y="175"/>
                    </a:moveTo>
                    <a:lnTo>
                      <a:pt x="43196" y="1393"/>
                    </a:lnTo>
                    <a:cubicBezTo>
                      <a:pt x="38937" y="10779"/>
                      <a:pt x="33893" y="19991"/>
                      <a:pt x="27376" y="28250"/>
                    </a:cubicBezTo>
                    <a:cubicBezTo>
                      <a:pt x="27464" y="26682"/>
                      <a:pt x="27551" y="24773"/>
                      <a:pt x="27551" y="22685"/>
                    </a:cubicBezTo>
                    <a:cubicBezTo>
                      <a:pt x="27551" y="13212"/>
                      <a:pt x="25987" y="0"/>
                      <a:pt x="14688" y="0"/>
                    </a:cubicBezTo>
                    <a:cubicBezTo>
                      <a:pt x="8255" y="0"/>
                      <a:pt x="0" y="7822"/>
                      <a:pt x="0" y="12950"/>
                    </a:cubicBezTo>
                    <a:cubicBezTo>
                      <a:pt x="0" y="13212"/>
                      <a:pt x="171" y="13561"/>
                      <a:pt x="520" y="13561"/>
                    </a:cubicBezTo>
                    <a:cubicBezTo>
                      <a:pt x="2607" y="13561"/>
                      <a:pt x="2346" y="6171"/>
                      <a:pt x="11470" y="6171"/>
                    </a:cubicBezTo>
                    <a:cubicBezTo>
                      <a:pt x="21118" y="6171"/>
                      <a:pt x="21554" y="23904"/>
                      <a:pt x="21554" y="30246"/>
                    </a:cubicBezTo>
                    <a:cubicBezTo>
                      <a:pt x="21554" y="32508"/>
                      <a:pt x="21467" y="34504"/>
                      <a:pt x="21467" y="36679"/>
                    </a:cubicBezTo>
                    <a:cubicBezTo>
                      <a:pt x="18336" y="40501"/>
                      <a:pt x="10775" y="49280"/>
                      <a:pt x="10775" y="54062"/>
                    </a:cubicBezTo>
                    <a:cubicBezTo>
                      <a:pt x="10775" y="55626"/>
                      <a:pt x="11557" y="56321"/>
                      <a:pt x="13295" y="56321"/>
                    </a:cubicBezTo>
                    <a:cubicBezTo>
                      <a:pt x="21205" y="56321"/>
                      <a:pt x="22681" y="41545"/>
                      <a:pt x="25206" y="36592"/>
                    </a:cubicBezTo>
                    <a:cubicBezTo>
                      <a:pt x="26769" y="33552"/>
                      <a:pt x="30853" y="29206"/>
                      <a:pt x="33024" y="26337"/>
                    </a:cubicBezTo>
                    <a:cubicBezTo>
                      <a:pt x="39370" y="18165"/>
                      <a:pt x="46236" y="9561"/>
                      <a:pt x="49974" y="17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projection_eq_outline_4"/>
              <p:cNvSpPr/>
              <p:nvPr/>
            </p:nvSpPr>
            <p:spPr>
              <a:xfrm>
                <a:off x="3178031" y="684065"/>
                <a:ext cx="138876" cy="60229"/>
              </a:xfrm>
              <a:custGeom>
                <a:avLst/>
                <a:gdLst/>
                <a:ahLst/>
                <a:cxnLst/>
                <a:rect l="0" t="0" r="r" b="b"/>
                <a:pathLst>
                  <a:path w="138876" h="60230">
                    <a:moveTo>
                      <a:pt x="21380" y="42501"/>
                    </a:moveTo>
                    <a:lnTo>
                      <a:pt x="21380" y="37024"/>
                    </a:lnTo>
                    <a:lnTo>
                      <a:pt x="0" y="37024"/>
                    </a:lnTo>
                    <a:lnTo>
                      <a:pt x="0" y="42501"/>
                    </a:lnTo>
                    <a:lnTo>
                      <a:pt x="21380" y="42501"/>
                    </a:lnTo>
                    <a:close/>
                    <a:moveTo>
                      <a:pt x="73003" y="14252"/>
                    </a:moveTo>
                    <a:lnTo>
                      <a:pt x="72741" y="1826"/>
                    </a:lnTo>
                    <a:lnTo>
                      <a:pt x="26593" y="1826"/>
                    </a:lnTo>
                    <a:lnTo>
                      <a:pt x="26593" y="3477"/>
                    </a:lnTo>
                    <a:cubicBezTo>
                      <a:pt x="33022" y="3996"/>
                      <a:pt x="34153" y="5215"/>
                      <a:pt x="34153" y="11299"/>
                    </a:cubicBezTo>
                    <a:lnTo>
                      <a:pt x="34153" y="48931"/>
                    </a:lnTo>
                    <a:cubicBezTo>
                      <a:pt x="34153" y="56146"/>
                      <a:pt x="33197" y="57273"/>
                      <a:pt x="26593" y="57710"/>
                    </a:cubicBezTo>
                    <a:lnTo>
                      <a:pt x="26593" y="59361"/>
                    </a:lnTo>
                    <a:lnTo>
                      <a:pt x="50929" y="59361"/>
                    </a:lnTo>
                    <a:lnTo>
                      <a:pt x="50929" y="57710"/>
                    </a:lnTo>
                    <a:cubicBezTo>
                      <a:pt x="44234" y="57360"/>
                      <a:pt x="43019" y="56146"/>
                      <a:pt x="43019" y="49887"/>
                    </a:cubicBezTo>
                    <a:lnTo>
                      <a:pt x="43019" y="30940"/>
                    </a:lnTo>
                    <a:lnTo>
                      <a:pt x="55620" y="30940"/>
                    </a:lnTo>
                    <a:cubicBezTo>
                      <a:pt x="62661" y="30940"/>
                      <a:pt x="64137" y="32242"/>
                      <a:pt x="65181" y="39283"/>
                    </a:cubicBezTo>
                    <a:lnTo>
                      <a:pt x="67181" y="39283"/>
                    </a:lnTo>
                    <a:lnTo>
                      <a:pt x="67181" y="19121"/>
                    </a:lnTo>
                    <a:lnTo>
                      <a:pt x="65181" y="19121"/>
                    </a:lnTo>
                    <a:cubicBezTo>
                      <a:pt x="64137" y="26075"/>
                      <a:pt x="62573" y="27376"/>
                      <a:pt x="55620" y="27376"/>
                    </a:cubicBezTo>
                    <a:lnTo>
                      <a:pt x="43019" y="27376"/>
                    </a:lnTo>
                    <a:lnTo>
                      <a:pt x="43019" y="8080"/>
                    </a:lnTo>
                    <a:cubicBezTo>
                      <a:pt x="43019" y="5647"/>
                      <a:pt x="43452" y="5128"/>
                      <a:pt x="45801" y="5128"/>
                    </a:cubicBezTo>
                    <a:lnTo>
                      <a:pt x="57620" y="5128"/>
                    </a:lnTo>
                    <a:cubicBezTo>
                      <a:pt x="67443" y="5128"/>
                      <a:pt x="69352" y="6429"/>
                      <a:pt x="70832" y="14252"/>
                    </a:cubicBezTo>
                    <a:lnTo>
                      <a:pt x="73003" y="14252"/>
                    </a:lnTo>
                    <a:close/>
                    <a:moveTo>
                      <a:pt x="96202" y="59361"/>
                    </a:moveTo>
                    <a:lnTo>
                      <a:pt x="96202" y="58059"/>
                    </a:lnTo>
                    <a:cubicBezTo>
                      <a:pt x="90642" y="57710"/>
                      <a:pt x="89686" y="56840"/>
                      <a:pt x="89686" y="52058"/>
                    </a:cubicBezTo>
                    <a:lnTo>
                      <a:pt x="89686" y="175"/>
                    </a:lnTo>
                    <a:lnTo>
                      <a:pt x="89337" y="0"/>
                    </a:lnTo>
                    <a:cubicBezTo>
                      <a:pt x="84816" y="1476"/>
                      <a:pt x="81514" y="2345"/>
                      <a:pt x="75517" y="3822"/>
                    </a:cubicBezTo>
                    <a:lnTo>
                      <a:pt x="75517" y="5215"/>
                    </a:lnTo>
                    <a:lnTo>
                      <a:pt x="76037" y="5215"/>
                    </a:lnTo>
                    <a:cubicBezTo>
                      <a:pt x="76994" y="5128"/>
                      <a:pt x="78038" y="5040"/>
                      <a:pt x="78732" y="5040"/>
                    </a:cubicBezTo>
                    <a:cubicBezTo>
                      <a:pt x="81514" y="5040"/>
                      <a:pt x="82383" y="6255"/>
                      <a:pt x="82383" y="10342"/>
                    </a:cubicBezTo>
                    <a:lnTo>
                      <a:pt x="82383" y="51800"/>
                    </a:lnTo>
                    <a:cubicBezTo>
                      <a:pt x="82383" y="56491"/>
                      <a:pt x="81169" y="57622"/>
                      <a:pt x="75692" y="58059"/>
                    </a:cubicBezTo>
                    <a:lnTo>
                      <a:pt x="75692" y="59361"/>
                    </a:lnTo>
                    <a:lnTo>
                      <a:pt x="96202" y="59361"/>
                    </a:lnTo>
                    <a:close/>
                    <a:moveTo>
                      <a:pt x="138876" y="39025"/>
                    </a:moveTo>
                    <a:cubicBezTo>
                      <a:pt x="138876" y="27638"/>
                      <a:pt x="130879" y="19379"/>
                      <a:pt x="119754" y="19379"/>
                    </a:cubicBezTo>
                    <a:cubicBezTo>
                      <a:pt x="108455" y="19379"/>
                      <a:pt x="100545" y="27726"/>
                      <a:pt x="100545" y="39719"/>
                    </a:cubicBezTo>
                    <a:cubicBezTo>
                      <a:pt x="100545" y="51451"/>
                      <a:pt x="108630" y="60230"/>
                      <a:pt x="119579" y="60230"/>
                    </a:cubicBezTo>
                    <a:cubicBezTo>
                      <a:pt x="130530" y="60230"/>
                      <a:pt x="138876" y="51018"/>
                      <a:pt x="138876" y="39025"/>
                    </a:cubicBezTo>
                    <a:close/>
                    <a:moveTo>
                      <a:pt x="131053" y="42065"/>
                    </a:moveTo>
                    <a:cubicBezTo>
                      <a:pt x="131053" y="51887"/>
                      <a:pt x="127140" y="57797"/>
                      <a:pt x="120623" y="57797"/>
                    </a:cubicBezTo>
                    <a:cubicBezTo>
                      <a:pt x="117234" y="57797"/>
                      <a:pt x="114015" y="55709"/>
                      <a:pt x="112194" y="52233"/>
                    </a:cubicBezTo>
                    <a:cubicBezTo>
                      <a:pt x="109757" y="47712"/>
                      <a:pt x="108368" y="41632"/>
                      <a:pt x="108368" y="35461"/>
                    </a:cubicBezTo>
                    <a:cubicBezTo>
                      <a:pt x="108368" y="27202"/>
                      <a:pt x="112452" y="21812"/>
                      <a:pt x="118623" y="21812"/>
                    </a:cubicBezTo>
                    <a:cubicBezTo>
                      <a:pt x="125926" y="21812"/>
                      <a:pt x="131053" y="30158"/>
                      <a:pt x="131053" y="4206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projection_eq_outline_5"/>
              <p:cNvSpPr/>
              <p:nvPr/>
            </p:nvSpPr>
            <p:spPr>
              <a:xfrm>
                <a:off x="3318136" y="704314"/>
                <a:ext cx="58491" cy="40330"/>
              </a:xfrm>
              <a:custGeom>
                <a:avLst/>
                <a:gdLst/>
                <a:ahLst/>
                <a:cxnLst/>
                <a:rect l="0" t="0" r="r" b="b"/>
                <a:pathLst>
                  <a:path w="58491" h="40330">
                    <a:moveTo>
                      <a:pt x="58491" y="1306"/>
                    </a:moveTo>
                    <a:lnTo>
                      <a:pt x="58491" y="0"/>
                    </a:lnTo>
                    <a:lnTo>
                      <a:pt x="47803" y="0"/>
                    </a:lnTo>
                    <a:lnTo>
                      <a:pt x="47803" y="1306"/>
                    </a:lnTo>
                    <a:cubicBezTo>
                      <a:pt x="50756" y="1913"/>
                      <a:pt x="51625" y="2520"/>
                      <a:pt x="51625" y="4000"/>
                    </a:cubicBezTo>
                    <a:cubicBezTo>
                      <a:pt x="51625" y="5302"/>
                      <a:pt x="51105" y="7390"/>
                      <a:pt x="50148" y="9735"/>
                    </a:cubicBezTo>
                    <a:lnTo>
                      <a:pt x="42327" y="29031"/>
                    </a:lnTo>
                    <a:lnTo>
                      <a:pt x="35024" y="9561"/>
                    </a:lnTo>
                    <a:cubicBezTo>
                      <a:pt x="33547" y="5564"/>
                      <a:pt x="33547" y="5564"/>
                      <a:pt x="33547" y="4433"/>
                    </a:cubicBezTo>
                    <a:cubicBezTo>
                      <a:pt x="33547" y="2520"/>
                      <a:pt x="34503" y="1913"/>
                      <a:pt x="38588" y="1306"/>
                    </a:cubicBezTo>
                    <a:lnTo>
                      <a:pt x="38588" y="0"/>
                    </a:lnTo>
                    <a:lnTo>
                      <a:pt x="20946" y="0"/>
                    </a:lnTo>
                    <a:lnTo>
                      <a:pt x="20946" y="1306"/>
                    </a:lnTo>
                    <a:cubicBezTo>
                      <a:pt x="24162" y="1651"/>
                      <a:pt x="25204" y="2607"/>
                      <a:pt x="26943" y="7302"/>
                    </a:cubicBezTo>
                    <a:lnTo>
                      <a:pt x="28682" y="12168"/>
                    </a:lnTo>
                    <a:lnTo>
                      <a:pt x="20772" y="29464"/>
                    </a:lnTo>
                    <a:lnTo>
                      <a:pt x="12168" y="6779"/>
                    </a:lnTo>
                    <a:cubicBezTo>
                      <a:pt x="11819" y="5909"/>
                      <a:pt x="11643" y="5040"/>
                      <a:pt x="11643" y="4171"/>
                    </a:cubicBezTo>
                    <a:cubicBezTo>
                      <a:pt x="11643" y="2349"/>
                      <a:pt x="12687" y="1651"/>
                      <a:pt x="15644" y="1306"/>
                    </a:cubicBezTo>
                    <a:lnTo>
                      <a:pt x="15644" y="0"/>
                    </a:lnTo>
                    <a:lnTo>
                      <a:pt x="0" y="0"/>
                    </a:lnTo>
                    <a:lnTo>
                      <a:pt x="0" y="1306"/>
                    </a:lnTo>
                    <a:cubicBezTo>
                      <a:pt x="2000" y="1480"/>
                      <a:pt x="2694" y="2349"/>
                      <a:pt x="4608" y="6779"/>
                    </a:cubicBezTo>
                    <a:lnTo>
                      <a:pt x="16339" y="36505"/>
                    </a:lnTo>
                    <a:cubicBezTo>
                      <a:pt x="17382" y="39112"/>
                      <a:pt x="18077" y="40330"/>
                      <a:pt x="18597" y="40330"/>
                    </a:cubicBezTo>
                    <a:cubicBezTo>
                      <a:pt x="19033" y="40330"/>
                      <a:pt x="19728" y="39199"/>
                      <a:pt x="20772" y="36941"/>
                    </a:cubicBezTo>
                    <a:lnTo>
                      <a:pt x="30507" y="16081"/>
                    </a:lnTo>
                    <a:lnTo>
                      <a:pt x="38412" y="36592"/>
                    </a:lnTo>
                    <a:cubicBezTo>
                      <a:pt x="39632" y="39807"/>
                      <a:pt x="39981" y="40330"/>
                      <a:pt x="40500" y="40330"/>
                    </a:cubicBezTo>
                    <a:cubicBezTo>
                      <a:pt x="41107" y="40330"/>
                      <a:pt x="41544" y="39545"/>
                      <a:pt x="42934" y="36072"/>
                    </a:cubicBezTo>
                    <a:lnTo>
                      <a:pt x="54928" y="5997"/>
                    </a:lnTo>
                    <a:cubicBezTo>
                      <a:pt x="56491" y="2349"/>
                      <a:pt x="56752" y="1913"/>
                      <a:pt x="58491" y="130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projection_eq_outline_6"/>
              <p:cNvSpPr/>
              <p:nvPr/>
            </p:nvSpPr>
            <p:spPr>
              <a:xfrm>
                <a:off x="3380234" y="684065"/>
                <a:ext cx="300943" cy="60578"/>
              </a:xfrm>
              <a:custGeom>
                <a:avLst/>
                <a:gdLst/>
                <a:ahLst/>
                <a:cxnLst/>
                <a:rect l="0" t="0" r="r" b="b"/>
                <a:pathLst>
                  <a:path w="300943" h="60579">
                    <a:moveTo>
                      <a:pt x="21379" y="42501"/>
                    </a:moveTo>
                    <a:lnTo>
                      <a:pt x="21379" y="37024"/>
                    </a:lnTo>
                    <a:lnTo>
                      <a:pt x="0" y="37024"/>
                    </a:lnTo>
                    <a:lnTo>
                      <a:pt x="0" y="42501"/>
                    </a:lnTo>
                    <a:lnTo>
                      <a:pt x="21379" y="42501"/>
                    </a:lnTo>
                    <a:close/>
                    <a:moveTo>
                      <a:pt x="68224" y="44759"/>
                    </a:moveTo>
                    <a:cubicBezTo>
                      <a:pt x="68224" y="37544"/>
                      <a:pt x="63442" y="31984"/>
                      <a:pt x="51968" y="25725"/>
                    </a:cubicBezTo>
                    <a:cubicBezTo>
                      <a:pt x="42845" y="20772"/>
                      <a:pt x="39193" y="16946"/>
                      <a:pt x="39193" y="12168"/>
                    </a:cubicBezTo>
                    <a:cubicBezTo>
                      <a:pt x="39193" y="7386"/>
                      <a:pt x="42845" y="4171"/>
                      <a:pt x="48233" y="4171"/>
                    </a:cubicBezTo>
                    <a:cubicBezTo>
                      <a:pt x="52142" y="4171"/>
                      <a:pt x="55794" y="5822"/>
                      <a:pt x="58834" y="8949"/>
                    </a:cubicBezTo>
                    <a:cubicBezTo>
                      <a:pt x="61529" y="11732"/>
                      <a:pt x="62747" y="13994"/>
                      <a:pt x="64136" y="19121"/>
                    </a:cubicBezTo>
                    <a:lnTo>
                      <a:pt x="66312" y="19121"/>
                    </a:lnTo>
                    <a:lnTo>
                      <a:pt x="64398" y="607"/>
                    </a:lnTo>
                    <a:lnTo>
                      <a:pt x="62573" y="607"/>
                    </a:lnTo>
                    <a:cubicBezTo>
                      <a:pt x="62227" y="2520"/>
                      <a:pt x="61271" y="3564"/>
                      <a:pt x="59790" y="3564"/>
                    </a:cubicBezTo>
                    <a:cubicBezTo>
                      <a:pt x="58922" y="3564"/>
                      <a:pt x="57532" y="3215"/>
                      <a:pt x="55969" y="2520"/>
                    </a:cubicBezTo>
                    <a:cubicBezTo>
                      <a:pt x="52755" y="1302"/>
                      <a:pt x="49623" y="607"/>
                      <a:pt x="46582" y="607"/>
                    </a:cubicBezTo>
                    <a:cubicBezTo>
                      <a:pt x="43194" y="607"/>
                      <a:pt x="39543" y="1996"/>
                      <a:pt x="36760" y="4258"/>
                    </a:cubicBezTo>
                    <a:cubicBezTo>
                      <a:pt x="33371" y="7040"/>
                      <a:pt x="31720" y="10775"/>
                      <a:pt x="31720" y="15558"/>
                    </a:cubicBezTo>
                    <a:cubicBezTo>
                      <a:pt x="31720" y="22423"/>
                      <a:pt x="35542" y="27289"/>
                      <a:pt x="45277" y="32417"/>
                    </a:cubicBezTo>
                    <a:cubicBezTo>
                      <a:pt x="51535" y="35806"/>
                      <a:pt x="56057" y="39283"/>
                      <a:pt x="58227" y="42585"/>
                    </a:cubicBezTo>
                    <a:cubicBezTo>
                      <a:pt x="59009" y="43803"/>
                      <a:pt x="59445" y="45541"/>
                      <a:pt x="59445" y="47712"/>
                    </a:cubicBezTo>
                    <a:cubicBezTo>
                      <a:pt x="59445" y="53451"/>
                      <a:pt x="55100" y="57448"/>
                      <a:pt x="48754" y="57448"/>
                    </a:cubicBezTo>
                    <a:cubicBezTo>
                      <a:pt x="40931" y="57448"/>
                      <a:pt x="35542" y="52669"/>
                      <a:pt x="31196" y="42065"/>
                    </a:cubicBezTo>
                    <a:lnTo>
                      <a:pt x="29200" y="42065"/>
                    </a:lnTo>
                    <a:lnTo>
                      <a:pt x="31807" y="60492"/>
                    </a:lnTo>
                    <a:lnTo>
                      <a:pt x="33720" y="60492"/>
                    </a:lnTo>
                    <a:cubicBezTo>
                      <a:pt x="33804" y="58841"/>
                      <a:pt x="34848" y="57622"/>
                      <a:pt x="36153" y="57622"/>
                    </a:cubicBezTo>
                    <a:cubicBezTo>
                      <a:pt x="37109" y="57622"/>
                      <a:pt x="38585" y="57971"/>
                      <a:pt x="40236" y="58579"/>
                    </a:cubicBezTo>
                    <a:cubicBezTo>
                      <a:pt x="43538" y="59880"/>
                      <a:pt x="47015" y="60579"/>
                      <a:pt x="50491" y="60579"/>
                    </a:cubicBezTo>
                    <a:cubicBezTo>
                      <a:pt x="60573" y="60579"/>
                      <a:pt x="68224" y="53713"/>
                      <a:pt x="68224" y="44759"/>
                    </a:cubicBezTo>
                    <a:close/>
                    <a:moveTo>
                      <a:pt x="95857" y="59361"/>
                    </a:moveTo>
                    <a:lnTo>
                      <a:pt x="95857" y="58059"/>
                    </a:lnTo>
                    <a:cubicBezTo>
                      <a:pt x="90118" y="57622"/>
                      <a:pt x="89423" y="56753"/>
                      <a:pt x="89423" y="50494"/>
                    </a:cubicBezTo>
                    <a:lnTo>
                      <a:pt x="89423" y="19641"/>
                    </a:lnTo>
                    <a:lnTo>
                      <a:pt x="89074" y="19379"/>
                    </a:lnTo>
                    <a:lnTo>
                      <a:pt x="75604" y="24162"/>
                    </a:lnTo>
                    <a:lnTo>
                      <a:pt x="75604" y="25464"/>
                    </a:lnTo>
                    <a:lnTo>
                      <a:pt x="76299" y="25376"/>
                    </a:lnTo>
                    <a:cubicBezTo>
                      <a:pt x="77343" y="25205"/>
                      <a:pt x="78473" y="25118"/>
                      <a:pt x="79256" y="25118"/>
                    </a:cubicBezTo>
                    <a:cubicBezTo>
                      <a:pt x="81340" y="25118"/>
                      <a:pt x="82121" y="26507"/>
                      <a:pt x="82121" y="30333"/>
                    </a:cubicBezTo>
                    <a:lnTo>
                      <a:pt x="82121" y="50494"/>
                    </a:lnTo>
                    <a:cubicBezTo>
                      <a:pt x="82121" y="56753"/>
                      <a:pt x="81252" y="57710"/>
                      <a:pt x="75255" y="58059"/>
                    </a:cubicBezTo>
                    <a:lnTo>
                      <a:pt x="75255" y="59361"/>
                    </a:lnTo>
                    <a:lnTo>
                      <a:pt x="95857" y="59361"/>
                    </a:lnTo>
                    <a:close/>
                    <a:moveTo>
                      <a:pt x="90206" y="4433"/>
                    </a:moveTo>
                    <a:cubicBezTo>
                      <a:pt x="90206" y="1996"/>
                      <a:pt x="88293" y="0"/>
                      <a:pt x="85772" y="0"/>
                    </a:cubicBezTo>
                    <a:cubicBezTo>
                      <a:pt x="83340" y="0"/>
                      <a:pt x="81340" y="1996"/>
                      <a:pt x="81340" y="4433"/>
                    </a:cubicBezTo>
                    <a:cubicBezTo>
                      <a:pt x="81340" y="6953"/>
                      <a:pt x="83340" y="8862"/>
                      <a:pt x="85772" y="8862"/>
                    </a:cubicBezTo>
                    <a:cubicBezTo>
                      <a:pt x="88293" y="8862"/>
                      <a:pt x="90206" y="6953"/>
                      <a:pt x="90206" y="4433"/>
                    </a:cubicBezTo>
                    <a:close/>
                    <a:moveTo>
                      <a:pt x="140176" y="59361"/>
                    </a:moveTo>
                    <a:lnTo>
                      <a:pt x="140176" y="58059"/>
                    </a:lnTo>
                    <a:cubicBezTo>
                      <a:pt x="135918" y="57622"/>
                      <a:pt x="134874" y="56578"/>
                      <a:pt x="134874" y="52320"/>
                    </a:cubicBezTo>
                    <a:lnTo>
                      <a:pt x="134874" y="32417"/>
                    </a:lnTo>
                    <a:cubicBezTo>
                      <a:pt x="134874" y="24249"/>
                      <a:pt x="131053" y="19379"/>
                      <a:pt x="124619" y="19379"/>
                    </a:cubicBezTo>
                    <a:cubicBezTo>
                      <a:pt x="120623" y="19379"/>
                      <a:pt x="117928" y="20860"/>
                      <a:pt x="112019" y="26420"/>
                    </a:cubicBezTo>
                    <a:lnTo>
                      <a:pt x="112019" y="19554"/>
                    </a:lnTo>
                    <a:lnTo>
                      <a:pt x="111411" y="19379"/>
                    </a:lnTo>
                    <a:cubicBezTo>
                      <a:pt x="107149" y="20943"/>
                      <a:pt x="104196" y="21899"/>
                      <a:pt x="99414" y="23293"/>
                    </a:cubicBezTo>
                    <a:lnTo>
                      <a:pt x="99414" y="24769"/>
                    </a:lnTo>
                    <a:cubicBezTo>
                      <a:pt x="99938" y="24507"/>
                      <a:pt x="100806" y="24420"/>
                      <a:pt x="101764" y="24420"/>
                    </a:cubicBezTo>
                    <a:cubicBezTo>
                      <a:pt x="104196" y="24420"/>
                      <a:pt x="104978" y="25725"/>
                      <a:pt x="104978" y="29984"/>
                    </a:cubicBezTo>
                    <a:lnTo>
                      <a:pt x="104978" y="51538"/>
                    </a:lnTo>
                    <a:cubicBezTo>
                      <a:pt x="104978" y="56491"/>
                      <a:pt x="104022" y="57710"/>
                      <a:pt x="99588" y="58059"/>
                    </a:cubicBezTo>
                    <a:lnTo>
                      <a:pt x="99588" y="59361"/>
                    </a:lnTo>
                    <a:lnTo>
                      <a:pt x="118015" y="59361"/>
                    </a:lnTo>
                    <a:lnTo>
                      <a:pt x="118015" y="58059"/>
                    </a:lnTo>
                    <a:cubicBezTo>
                      <a:pt x="113582" y="57710"/>
                      <a:pt x="112281" y="56666"/>
                      <a:pt x="112281" y="53538"/>
                    </a:cubicBezTo>
                    <a:lnTo>
                      <a:pt x="112281" y="29115"/>
                    </a:lnTo>
                    <a:cubicBezTo>
                      <a:pt x="116451" y="25205"/>
                      <a:pt x="118360" y="24162"/>
                      <a:pt x="121230" y="24162"/>
                    </a:cubicBezTo>
                    <a:cubicBezTo>
                      <a:pt x="125489" y="24162"/>
                      <a:pt x="127577" y="26856"/>
                      <a:pt x="127577" y="32591"/>
                    </a:cubicBezTo>
                    <a:lnTo>
                      <a:pt x="127577" y="50756"/>
                    </a:lnTo>
                    <a:cubicBezTo>
                      <a:pt x="127577" y="56233"/>
                      <a:pt x="126445" y="57710"/>
                      <a:pt x="122099" y="58059"/>
                    </a:cubicBezTo>
                    <a:lnTo>
                      <a:pt x="122099" y="59361"/>
                    </a:lnTo>
                    <a:lnTo>
                      <a:pt x="140176" y="59361"/>
                    </a:lnTo>
                    <a:close/>
                    <a:moveTo>
                      <a:pt x="185365" y="59361"/>
                    </a:moveTo>
                    <a:lnTo>
                      <a:pt x="185365" y="58059"/>
                    </a:lnTo>
                    <a:cubicBezTo>
                      <a:pt x="181544" y="57797"/>
                      <a:pt x="178849" y="56146"/>
                      <a:pt x="175198" y="51713"/>
                    </a:cubicBezTo>
                    <a:lnTo>
                      <a:pt x="161898" y="34850"/>
                    </a:lnTo>
                    <a:lnTo>
                      <a:pt x="164419" y="32504"/>
                    </a:lnTo>
                    <a:cubicBezTo>
                      <a:pt x="170590" y="26769"/>
                      <a:pt x="175980" y="22769"/>
                      <a:pt x="178500" y="22074"/>
                    </a:cubicBezTo>
                    <a:cubicBezTo>
                      <a:pt x="179805" y="21729"/>
                      <a:pt x="181021" y="21554"/>
                      <a:pt x="182500" y="21554"/>
                    </a:cubicBezTo>
                    <a:lnTo>
                      <a:pt x="183195" y="21554"/>
                    </a:lnTo>
                    <a:lnTo>
                      <a:pt x="183195" y="20248"/>
                    </a:lnTo>
                    <a:lnTo>
                      <a:pt x="165463" y="20248"/>
                    </a:lnTo>
                    <a:lnTo>
                      <a:pt x="165463" y="21467"/>
                    </a:lnTo>
                    <a:cubicBezTo>
                      <a:pt x="168852" y="21554"/>
                      <a:pt x="169808" y="21899"/>
                      <a:pt x="169808" y="23118"/>
                    </a:cubicBezTo>
                    <a:cubicBezTo>
                      <a:pt x="169808" y="23812"/>
                      <a:pt x="169027" y="25031"/>
                      <a:pt x="167813" y="26075"/>
                    </a:cubicBezTo>
                    <a:lnTo>
                      <a:pt x="155901" y="36675"/>
                    </a:lnTo>
                    <a:lnTo>
                      <a:pt x="155901" y="175"/>
                    </a:lnTo>
                    <a:lnTo>
                      <a:pt x="155557" y="0"/>
                    </a:lnTo>
                    <a:lnTo>
                      <a:pt x="144690" y="3127"/>
                    </a:lnTo>
                    <a:lnTo>
                      <a:pt x="142083" y="3822"/>
                    </a:lnTo>
                    <a:lnTo>
                      <a:pt x="142083" y="5215"/>
                    </a:lnTo>
                    <a:cubicBezTo>
                      <a:pt x="143214" y="5128"/>
                      <a:pt x="143995" y="5040"/>
                      <a:pt x="144865" y="5040"/>
                    </a:cubicBezTo>
                    <a:cubicBezTo>
                      <a:pt x="147734" y="5040"/>
                      <a:pt x="148604" y="6171"/>
                      <a:pt x="148604" y="10342"/>
                    </a:cubicBezTo>
                    <a:lnTo>
                      <a:pt x="148604" y="52233"/>
                    </a:lnTo>
                    <a:cubicBezTo>
                      <a:pt x="148604" y="56753"/>
                      <a:pt x="148341" y="57015"/>
                      <a:pt x="142083" y="58059"/>
                    </a:cubicBezTo>
                    <a:lnTo>
                      <a:pt x="142083" y="59361"/>
                    </a:lnTo>
                    <a:lnTo>
                      <a:pt x="162423" y="59361"/>
                    </a:lnTo>
                    <a:lnTo>
                      <a:pt x="162423" y="58059"/>
                    </a:lnTo>
                    <a:lnTo>
                      <a:pt x="160684" y="57971"/>
                    </a:lnTo>
                    <a:cubicBezTo>
                      <a:pt x="157208" y="57797"/>
                      <a:pt x="155901" y="56578"/>
                      <a:pt x="155901" y="53538"/>
                    </a:cubicBezTo>
                    <a:lnTo>
                      <a:pt x="155901" y="37544"/>
                    </a:lnTo>
                    <a:lnTo>
                      <a:pt x="168071" y="53796"/>
                    </a:lnTo>
                    <a:lnTo>
                      <a:pt x="168332" y="54146"/>
                    </a:lnTo>
                    <a:cubicBezTo>
                      <a:pt x="168506" y="54408"/>
                      <a:pt x="168681" y="54666"/>
                      <a:pt x="168939" y="54927"/>
                    </a:cubicBezTo>
                    <a:cubicBezTo>
                      <a:pt x="169634" y="55797"/>
                      <a:pt x="169896" y="56320"/>
                      <a:pt x="169896" y="56753"/>
                    </a:cubicBezTo>
                    <a:cubicBezTo>
                      <a:pt x="169896" y="57535"/>
                      <a:pt x="169114" y="58059"/>
                      <a:pt x="168071" y="58059"/>
                    </a:cubicBezTo>
                    <a:lnTo>
                      <a:pt x="166420" y="58059"/>
                    </a:lnTo>
                    <a:lnTo>
                      <a:pt x="166420" y="59361"/>
                    </a:lnTo>
                    <a:lnTo>
                      <a:pt x="185365" y="59361"/>
                    </a:lnTo>
                    <a:close/>
                    <a:moveTo>
                      <a:pt x="227253" y="59361"/>
                    </a:moveTo>
                    <a:lnTo>
                      <a:pt x="227253" y="58059"/>
                    </a:lnTo>
                    <a:cubicBezTo>
                      <a:pt x="222559" y="57190"/>
                      <a:pt x="222038" y="56491"/>
                      <a:pt x="222038" y="50494"/>
                    </a:cubicBezTo>
                    <a:lnTo>
                      <a:pt x="222038" y="33199"/>
                    </a:lnTo>
                    <a:cubicBezTo>
                      <a:pt x="222038" y="24074"/>
                      <a:pt x="218387" y="19379"/>
                      <a:pt x="211346" y="19379"/>
                    </a:cubicBezTo>
                    <a:cubicBezTo>
                      <a:pt x="206219" y="19379"/>
                      <a:pt x="202571" y="21467"/>
                      <a:pt x="198571" y="26682"/>
                    </a:cubicBezTo>
                    <a:lnTo>
                      <a:pt x="198571" y="258"/>
                    </a:lnTo>
                    <a:lnTo>
                      <a:pt x="198138" y="0"/>
                    </a:lnTo>
                    <a:cubicBezTo>
                      <a:pt x="195181" y="1044"/>
                      <a:pt x="193011" y="1738"/>
                      <a:pt x="188142" y="3127"/>
                    </a:cubicBezTo>
                    <a:lnTo>
                      <a:pt x="185796" y="3822"/>
                    </a:lnTo>
                    <a:lnTo>
                      <a:pt x="185796" y="5215"/>
                    </a:lnTo>
                    <a:cubicBezTo>
                      <a:pt x="186145" y="5128"/>
                      <a:pt x="186403" y="5128"/>
                      <a:pt x="186840" y="5128"/>
                    </a:cubicBezTo>
                    <a:cubicBezTo>
                      <a:pt x="190574" y="5128"/>
                      <a:pt x="191272" y="5822"/>
                      <a:pt x="191272" y="9561"/>
                    </a:cubicBezTo>
                    <a:lnTo>
                      <a:pt x="191272" y="50494"/>
                    </a:lnTo>
                    <a:cubicBezTo>
                      <a:pt x="191272" y="56578"/>
                      <a:pt x="190749" y="57360"/>
                      <a:pt x="185708" y="58059"/>
                    </a:cubicBezTo>
                    <a:lnTo>
                      <a:pt x="185708" y="59361"/>
                    </a:lnTo>
                    <a:lnTo>
                      <a:pt x="204480" y="59361"/>
                    </a:lnTo>
                    <a:lnTo>
                      <a:pt x="204480" y="58059"/>
                    </a:lnTo>
                    <a:cubicBezTo>
                      <a:pt x="199440" y="57535"/>
                      <a:pt x="198571" y="56491"/>
                      <a:pt x="198571" y="50494"/>
                    </a:cubicBezTo>
                    <a:lnTo>
                      <a:pt x="198571" y="29551"/>
                    </a:lnTo>
                    <a:cubicBezTo>
                      <a:pt x="202222" y="25551"/>
                      <a:pt x="204829" y="24074"/>
                      <a:pt x="208219" y="24074"/>
                    </a:cubicBezTo>
                    <a:cubicBezTo>
                      <a:pt x="212565" y="24074"/>
                      <a:pt x="214735" y="27202"/>
                      <a:pt x="214735" y="33286"/>
                    </a:cubicBezTo>
                    <a:lnTo>
                      <a:pt x="214735" y="50494"/>
                    </a:lnTo>
                    <a:cubicBezTo>
                      <a:pt x="214735" y="56404"/>
                      <a:pt x="213867" y="57535"/>
                      <a:pt x="208826" y="58059"/>
                    </a:cubicBezTo>
                    <a:lnTo>
                      <a:pt x="208826" y="59361"/>
                    </a:lnTo>
                    <a:lnTo>
                      <a:pt x="227253" y="59361"/>
                    </a:lnTo>
                    <a:close/>
                    <a:moveTo>
                      <a:pt x="269227" y="39025"/>
                    </a:moveTo>
                    <a:cubicBezTo>
                      <a:pt x="269227" y="27638"/>
                      <a:pt x="261230" y="19379"/>
                      <a:pt x="250106" y="19379"/>
                    </a:cubicBezTo>
                    <a:cubicBezTo>
                      <a:pt x="238807" y="19379"/>
                      <a:pt x="230897" y="27726"/>
                      <a:pt x="230897" y="39719"/>
                    </a:cubicBezTo>
                    <a:cubicBezTo>
                      <a:pt x="230897" y="51451"/>
                      <a:pt x="238982" y="60230"/>
                      <a:pt x="249932" y="60230"/>
                    </a:cubicBezTo>
                    <a:cubicBezTo>
                      <a:pt x="260881" y="60230"/>
                      <a:pt x="269227" y="51018"/>
                      <a:pt x="269227" y="39025"/>
                    </a:cubicBezTo>
                    <a:close/>
                    <a:moveTo>
                      <a:pt x="261405" y="42065"/>
                    </a:moveTo>
                    <a:cubicBezTo>
                      <a:pt x="261405" y="51887"/>
                      <a:pt x="257492" y="57797"/>
                      <a:pt x="250975" y="57797"/>
                    </a:cubicBezTo>
                    <a:cubicBezTo>
                      <a:pt x="247586" y="57797"/>
                      <a:pt x="244367" y="55709"/>
                      <a:pt x="242546" y="52233"/>
                    </a:cubicBezTo>
                    <a:cubicBezTo>
                      <a:pt x="240109" y="47712"/>
                      <a:pt x="238719" y="41632"/>
                      <a:pt x="238719" y="35461"/>
                    </a:cubicBezTo>
                    <a:cubicBezTo>
                      <a:pt x="238719" y="27202"/>
                      <a:pt x="242804" y="21812"/>
                      <a:pt x="248975" y="21812"/>
                    </a:cubicBezTo>
                    <a:cubicBezTo>
                      <a:pt x="256277" y="21812"/>
                      <a:pt x="261405" y="30158"/>
                      <a:pt x="261405" y="42065"/>
                    </a:cubicBezTo>
                    <a:close/>
                    <a:moveTo>
                      <a:pt x="300943" y="23987"/>
                    </a:moveTo>
                    <a:cubicBezTo>
                      <a:pt x="300943" y="21118"/>
                      <a:pt x="299117" y="19379"/>
                      <a:pt x="296164" y="19379"/>
                    </a:cubicBezTo>
                    <a:cubicBezTo>
                      <a:pt x="292513" y="19379"/>
                      <a:pt x="289993" y="21380"/>
                      <a:pt x="285735" y="27551"/>
                    </a:cubicBezTo>
                    <a:lnTo>
                      <a:pt x="285735" y="19554"/>
                    </a:lnTo>
                    <a:lnTo>
                      <a:pt x="285298" y="19379"/>
                    </a:lnTo>
                    <a:cubicBezTo>
                      <a:pt x="280694" y="21292"/>
                      <a:pt x="277564" y="22423"/>
                      <a:pt x="272435" y="24074"/>
                    </a:cubicBezTo>
                    <a:lnTo>
                      <a:pt x="272435" y="25464"/>
                    </a:lnTo>
                    <a:cubicBezTo>
                      <a:pt x="273653" y="25205"/>
                      <a:pt x="274436" y="25118"/>
                      <a:pt x="275480" y="25118"/>
                    </a:cubicBezTo>
                    <a:cubicBezTo>
                      <a:pt x="277650" y="25118"/>
                      <a:pt x="278432" y="26507"/>
                      <a:pt x="278432" y="30333"/>
                    </a:cubicBezTo>
                    <a:lnTo>
                      <a:pt x="278432" y="52058"/>
                    </a:lnTo>
                    <a:cubicBezTo>
                      <a:pt x="278432" y="56404"/>
                      <a:pt x="277825" y="57015"/>
                      <a:pt x="272261" y="58059"/>
                    </a:cubicBezTo>
                    <a:lnTo>
                      <a:pt x="272261" y="59361"/>
                    </a:lnTo>
                    <a:lnTo>
                      <a:pt x="293121" y="59361"/>
                    </a:lnTo>
                    <a:lnTo>
                      <a:pt x="293121" y="58059"/>
                    </a:lnTo>
                    <a:cubicBezTo>
                      <a:pt x="287210" y="57797"/>
                      <a:pt x="285735" y="56491"/>
                      <a:pt x="285735" y="51538"/>
                    </a:cubicBezTo>
                    <a:lnTo>
                      <a:pt x="285735" y="31984"/>
                    </a:lnTo>
                    <a:cubicBezTo>
                      <a:pt x="285735" y="29202"/>
                      <a:pt x="289474" y="24856"/>
                      <a:pt x="291819" y="24856"/>
                    </a:cubicBezTo>
                    <a:cubicBezTo>
                      <a:pt x="292339" y="24856"/>
                      <a:pt x="293121" y="25289"/>
                      <a:pt x="294077" y="26158"/>
                    </a:cubicBezTo>
                    <a:cubicBezTo>
                      <a:pt x="295471" y="27376"/>
                      <a:pt x="296427" y="27896"/>
                      <a:pt x="297553" y="27896"/>
                    </a:cubicBezTo>
                    <a:cubicBezTo>
                      <a:pt x="299641" y="27896"/>
                      <a:pt x="300943" y="26420"/>
                      <a:pt x="300943" y="2398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projection_eq_outline_7"/>
              <p:cNvSpPr/>
              <p:nvPr/>
            </p:nvSpPr>
            <p:spPr>
              <a:xfrm>
                <a:off x="3683827" y="703444"/>
                <a:ext cx="40763" cy="39981"/>
              </a:xfrm>
              <a:custGeom>
                <a:avLst/>
                <a:gdLst/>
                <a:ahLst/>
                <a:cxnLst/>
                <a:rect l="0" t="0" r="r" b="b"/>
                <a:pathLst>
                  <a:path w="40763" h="39981">
                    <a:moveTo>
                      <a:pt x="40763" y="39981"/>
                    </a:moveTo>
                    <a:lnTo>
                      <a:pt x="40763" y="38679"/>
                    </a:lnTo>
                    <a:cubicBezTo>
                      <a:pt x="36505" y="38243"/>
                      <a:pt x="35461" y="37199"/>
                      <a:pt x="35461" y="32941"/>
                    </a:cubicBezTo>
                    <a:lnTo>
                      <a:pt x="35461" y="13037"/>
                    </a:lnTo>
                    <a:cubicBezTo>
                      <a:pt x="35461" y="4870"/>
                      <a:pt x="31640" y="0"/>
                      <a:pt x="25206" y="0"/>
                    </a:cubicBezTo>
                    <a:cubicBezTo>
                      <a:pt x="21209" y="0"/>
                      <a:pt x="18515" y="1480"/>
                      <a:pt x="12605" y="7041"/>
                    </a:cubicBezTo>
                    <a:lnTo>
                      <a:pt x="12605" y="175"/>
                    </a:lnTo>
                    <a:lnTo>
                      <a:pt x="11998" y="0"/>
                    </a:lnTo>
                    <a:cubicBezTo>
                      <a:pt x="7736" y="1564"/>
                      <a:pt x="4783" y="2520"/>
                      <a:pt x="0" y="3913"/>
                    </a:cubicBezTo>
                    <a:lnTo>
                      <a:pt x="0" y="5390"/>
                    </a:lnTo>
                    <a:cubicBezTo>
                      <a:pt x="525" y="5128"/>
                      <a:pt x="1393" y="5040"/>
                      <a:pt x="2349" y="5040"/>
                    </a:cubicBezTo>
                    <a:cubicBezTo>
                      <a:pt x="4783" y="5040"/>
                      <a:pt x="5565" y="6346"/>
                      <a:pt x="5565" y="10605"/>
                    </a:cubicBezTo>
                    <a:lnTo>
                      <a:pt x="5565" y="32159"/>
                    </a:lnTo>
                    <a:cubicBezTo>
                      <a:pt x="5565" y="37112"/>
                      <a:pt x="4609" y="38330"/>
                      <a:pt x="175" y="38679"/>
                    </a:cubicBezTo>
                    <a:lnTo>
                      <a:pt x="175" y="39981"/>
                    </a:lnTo>
                    <a:lnTo>
                      <a:pt x="18602" y="39981"/>
                    </a:lnTo>
                    <a:lnTo>
                      <a:pt x="18602" y="38679"/>
                    </a:lnTo>
                    <a:cubicBezTo>
                      <a:pt x="14169" y="38330"/>
                      <a:pt x="12868" y="37286"/>
                      <a:pt x="12868" y="34159"/>
                    </a:cubicBezTo>
                    <a:lnTo>
                      <a:pt x="12868" y="9735"/>
                    </a:lnTo>
                    <a:cubicBezTo>
                      <a:pt x="17038" y="5826"/>
                      <a:pt x="18947" y="4782"/>
                      <a:pt x="21817" y="4782"/>
                    </a:cubicBezTo>
                    <a:cubicBezTo>
                      <a:pt x="26076" y="4782"/>
                      <a:pt x="28162" y="7477"/>
                      <a:pt x="28162" y="13212"/>
                    </a:cubicBezTo>
                    <a:lnTo>
                      <a:pt x="28162" y="31377"/>
                    </a:lnTo>
                    <a:cubicBezTo>
                      <a:pt x="28162" y="36854"/>
                      <a:pt x="27032" y="38330"/>
                      <a:pt x="22686" y="38679"/>
                    </a:cubicBezTo>
                    <a:lnTo>
                      <a:pt x="22686" y="39981"/>
                    </a:lnTo>
                    <a:lnTo>
                      <a:pt x="40763" y="3998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projection_eq_outline_8"/>
              <p:cNvSpPr/>
              <p:nvPr/>
            </p:nvSpPr>
            <p:spPr>
              <a:xfrm>
                <a:off x="3737511" y="681108"/>
                <a:ext cx="22248" cy="79875"/>
              </a:xfrm>
              <a:custGeom>
                <a:avLst/>
                <a:gdLst/>
                <a:ahLst/>
                <a:cxnLst/>
                <a:rect l="0" t="0" r="r" b="b"/>
                <a:pathLst>
                  <a:path w="22249" h="79875">
                    <a:moveTo>
                      <a:pt x="21467" y="0"/>
                    </a:moveTo>
                    <a:cubicBezTo>
                      <a:pt x="8866" y="8172"/>
                      <a:pt x="0" y="22249"/>
                      <a:pt x="0" y="39981"/>
                    </a:cubicBezTo>
                    <a:cubicBezTo>
                      <a:pt x="0" y="56146"/>
                      <a:pt x="9215" y="72485"/>
                      <a:pt x="21209" y="79875"/>
                    </a:cubicBezTo>
                    <a:lnTo>
                      <a:pt x="22249" y="78482"/>
                    </a:lnTo>
                    <a:cubicBezTo>
                      <a:pt x="10779" y="69445"/>
                      <a:pt x="7477" y="58928"/>
                      <a:pt x="7477" y="39719"/>
                    </a:cubicBezTo>
                    <a:cubicBezTo>
                      <a:pt x="7477" y="20423"/>
                      <a:pt x="11037" y="10430"/>
                      <a:pt x="22249" y="1393"/>
                    </a:cubicBez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projection_eq_outline_9"/>
              <p:cNvSpPr/>
              <p:nvPr/>
            </p:nvSpPr>
            <p:spPr>
              <a:xfrm>
                <a:off x="3768273" y="686672"/>
                <a:ext cx="69198" cy="56753"/>
              </a:xfrm>
              <a:custGeom>
                <a:avLst/>
                <a:gdLst/>
                <a:ahLst/>
                <a:cxnLst/>
                <a:rect l="0" t="0" r="r" b="b"/>
                <a:pathLst>
                  <a:path w="69199" h="56753">
                    <a:moveTo>
                      <a:pt x="69183" y="23380"/>
                    </a:moveTo>
                    <a:cubicBezTo>
                      <a:pt x="68663" y="9124"/>
                      <a:pt x="57364" y="0"/>
                      <a:pt x="40068" y="0"/>
                    </a:cubicBezTo>
                    <a:lnTo>
                      <a:pt x="13037" y="0"/>
                    </a:lnTo>
                    <a:lnTo>
                      <a:pt x="13037" y="1389"/>
                    </a:lnTo>
                    <a:cubicBezTo>
                      <a:pt x="19296" y="1909"/>
                      <a:pt x="20772" y="2607"/>
                      <a:pt x="20860" y="4953"/>
                    </a:cubicBezTo>
                    <a:cubicBezTo>
                      <a:pt x="20860" y="6255"/>
                      <a:pt x="20510" y="8342"/>
                      <a:pt x="19991" y="10517"/>
                    </a:cubicBezTo>
                    <a:lnTo>
                      <a:pt x="7910" y="48931"/>
                    </a:lnTo>
                    <a:cubicBezTo>
                      <a:pt x="6346" y="53971"/>
                      <a:pt x="5564" y="54495"/>
                      <a:pt x="0" y="55364"/>
                    </a:cubicBezTo>
                    <a:lnTo>
                      <a:pt x="87" y="56753"/>
                    </a:lnTo>
                    <a:lnTo>
                      <a:pt x="25293" y="56753"/>
                    </a:lnTo>
                    <a:cubicBezTo>
                      <a:pt x="36592" y="56753"/>
                      <a:pt x="46934" y="54146"/>
                      <a:pt x="54233" y="49538"/>
                    </a:cubicBezTo>
                    <a:cubicBezTo>
                      <a:pt x="63968" y="43454"/>
                      <a:pt x="69532" y="33635"/>
                      <a:pt x="69183" y="23380"/>
                    </a:cubicBezTo>
                    <a:close/>
                    <a:moveTo>
                      <a:pt x="57797" y="21292"/>
                    </a:moveTo>
                    <a:cubicBezTo>
                      <a:pt x="58146" y="30766"/>
                      <a:pt x="54495" y="40414"/>
                      <a:pt x="47978" y="46323"/>
                    </a:cubicBezTo>
                    <a:cubicBezTo>
                      <a:pt x="42327" y="51538"/>
                      <a:pt x="34417" y="54146"/>
                      <a:pt x="24249" y="54146"/>
                    </a:cubicBezTo>
                    <a:cubicBezTo>
                      <a:pt x="19729" y="54146"/>
                      <a:pt x="17816" y="53189"/>
                      <a:pt x="17732" y="50931"/>
                    </a:cubicBezTo>
                    <a:cubicBezTo>
                      <a:pt x="17645" y="49800"/>
                      <a:pt x="18252" y="48062"/>
                      <a:pt x="19641" y="42672"/>
                    </a:cubicBezTo>
                    <a:lnTo>
                      <a:pt x="31464" y="5128"/>
                    </a:lnTo>
                    <a:cubicBezTo>
                      <a:pt x="31897" y="3215"/>
                      <a:pt x="33203" y="2607"/>
                      <a:pt x="37024" y="2607"/>
                    </a:cubicBezTo>
                    <a:cubicBezTo>
                      <a:pt x="42327" y="2607"/>
                      <a:pt x="47022" y="3735"/>
                      <a:pt x="50062" y="5648"/>
                    </a:cubicBezTo>
                    <a:cubicBezTo>
                      <a:pt x="54931" y="8691"/>
                      <a:pt x="57539" y="14339"/>
                      <a:pt x="57797" y="2129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projection_eq_outline_10"/>
              <p:cNvSpPr/>
              <p:nvPr/>
            </p:nvSpPr>
            <p:spPr>
              <a:xfrm>
                <a:off x="3851581" y="734559"/>
                <a:ext cx="13819" cy="21383"/>
              </a:xfrm>
              <a:custGeom>
                <a:avLst/>
                <a:gdLst/>
                <a:ahLst/>
                <a:cxnLst/>
                <a:rect l="0" t="0" r="r" b="b"/>
                <a:pathLst>
                  <a:path w="13819" h="21384">
                    <a:moveTo>
                      <a:pt x="13819" y="8346"/>
                    </a:moveTo>
                    <a:cubicBezTo>
                      <a:pt x="13819" y="1131"/>
                      <a:pt x="8172" y="0"/>
                      <a:pt x="5822" y="0"/>
                    </a:cubicBezTo>
                    <a:cubicBezTo>
                      <a:pt x="3302" y="0"/>
                      <a:pt x="0" y="1564"/>
                      <a:pt x="0" y="5302"/>
                    </a:cubicBezTo>
                    <a:cubicBezTo>
                      <a:pt x="0" y="8779"/>
                      <a:pt x="3389" y="9648"/>
                      <a:pt x="5909" y="9648"/>
                    </a:cubicBezTo>
                    <a:cubicBezTo>
                      <a:pt x="6517" y="9648"/>
                      <a:pt x="7040" y="9561"/>
                      <a:pt x="7303" y="9473"/>
                    </a:cubicBezTo>
                    <a:cubicBezTo>
                      <a:pt x="7648" y="9386"/>
                      <a:pt x="8084" y="9299"/>
                      <a:pt x="8255" y="9299"/>
                    </a:cubicBezTo>
                    <a:cubicBezTo>
                      <a:pt x="8866" y="9299"/>
                      <a:pt x="9561" y="9735"/>
                      <a:pt x="9561" y="10517"/>
                    </a:cubicBezTo>
                    <a:cubicBezTo>
                      <a:pt x="9561" y="12168"/>
                      <a:pt x="7997" y="15907"/>
                      <a:pt x="1651" y="19558"/>
                    </a:cubicBezTo>
                    <a:lnTo>
                      <a:pt x="2520" y="21384"/>
                    </a:lnTo>
                    <a:cubicBezTo>
                      <a:pt x="5564" y="20514"/>
                      <a:pt x="13819" y="14514"/>
                      <a:pt x="13819" y="83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projection_eq_outline_11"/>
              <p:cNvSpPr/>
              <p:nvPr/>
            </p:nvSpPr>
            <p:spPr>
              <a:xfrm>
                <a:off x="3919754" y="667156"/>
                <a:ext cx="27031" cy="14513"/>
              </a:xfrm>
              <a:custGeom>
                <a:avLst/>
                <a:gdLst/>
                <a:ahLst/>
                <a:cxnLst/>
                <a:rect l="0" t="0" r="r" b="b"/>
                <a:pathLst>
                  <a:path w="27031" h="14514">
                    <a:moveTo>
                      <a:pt x="27031" y="14514"/>
                    </a:moveTo>
                    <a:lnTo>
                      <a:pt x="16165" y="0"/>
                    </a:lnTo>
                    <a:lnTo>
                      <a:pt x="10775" y="0"/>
                    </a:lnTo>
                    <a:lnTo>
                      <a:pt x="0" y="14514"/>
                    </a:lnTo>
                    <a:lnTo>
                      <a:pt x="2953" y="14514"/>
                    </a:lnTo>
                    <a:lnTo>
                      <a:pt x="13470" y="5560"/>
                    </a:lnTo>
                    <a:lnTo>
                      <a:pt x="24074" y="14514"/>
                    </a:lnTo>
                    <a:lnTo>
                      <a:pt x="27031" y="1451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projection_eq_outline_12"/>
              <p:cNvSpPr/>
              <p:nvPr/>
            </p:nvSpPr>
            <p:spPr>
              <a:xfrm>
                <a:off x="3891424" y="686672"/>
                <a:ext cx="60579" cy="56753"/>
              </a:xfrm>
              <a:custGeom>
                <a:avLst/>
                <a:gdLst/>
                <a:ahLst/>
                <a:cxnLst/>
                <a:rect l="0" t="0" r="r" b="b"/>
                <a:pathLst>
                  <a:path w="60579" h="56753">
                    <a:moveTo>
                      <a:pt x="57884" y="13295"/>
                    </a:moveTo>
                    <a:lnTo>
                      <a:pt x="60579" y="0"/>
                    </a:lnTo>
                    <a:lnTo>
                      <a:pt x="11819" y="0"/>
                    </a:lnTo>
                    <a:lnTo>
                      <a:pt x="11819" y="1389"/>
                    </a:lnTo>
                    <a:cubicBezTo>
                      <a:pt x="18427" y="1909"/>
                      <a:pt x="19641" y="2433"/>
                      <a:pt x="19729" y="4866"/>
                    </a:cubicBezTo>
                    <a:cubicBezTo>
                      <a:pt x="19729" y="6255"/>
                      <a:pt x="19296" y="8342"/>
                      <a:pt x="18772" y="10517"/>
                    </a:cubicBezTo>
                    <a:lnTo>
                      <a:pt x="7910" y="48931"/>
                    </a:lnTo>
                    <a:cubicBezTo>
                      <a:pt x="6346" y="54146"/>
                      <a:pt x="5652" y="54666"/>
                      <a:pt x="0" y="55364"/>
                    </a:cubicBezTo>
                    <a:lnTo>
                      <a:pt x="87" y="56753"/>
                    </a:lnTo>
                    <a:lnTo>
                      <a:pt x="25205" y="56753"/>
                    </a:lnTo>
                    <a:lnTo>
                      <a:pt x="25118" y="55364"/>
                    </a:lnTo>
                    <a:cubicBezTo>
                      <a:pt x="19383" y="55102"/>
                      <a:pt x="17645" y="54146"/>
                      <a:pt x="17558" y="51538"/>
                    </a:cubicBezTo>
                    <a:cubicBezTo>
                      <a:pt x="17558" y="50756"/>
                      <a:pt x="17645" y="49713"/>
                      <a:pt x="18165" y="47629"/>
                    </a:cubicBezTo>
                    <a:lnTo>
                      <a:pt x="23642" y="28420"/>
                    </a:lnTo>
                    <a:cubicBezTo>
                      <a:pt x="27118" y="28595"/>
                      <a:pt x="29202" y="28678"/>
                      <a:pt x="31290" y="28678"/>
                    </a:cubicBezTo>
                    <a:cubicBezTo>
                      <a:pt x="34941" y="28678"/>
                      <a:pt x="35635" y="28766"/>
                      <a:pt x="36505" y="29115"/>
                    </a:cubicBezTo>
                    <a:cubicBezTo>
                      <a:pt x="37894" y="29722"/>
                      <a:pt x="38675" y="30940"/>
                      <a:pt x="38763" y="32679"/>
                    </a:cubicBezTo>
                    <a:cubicBezTo>
                      <a:pt x="38763" y="34068"/>
                      <a:pt x="38675" y="35024"/>
                      <a:pt x="38588" y="37719"/>
                    </a:cubicBezTo>
                    <a:lnTo>
                      <a:pt x="40243" y="38155"/>
                    </a:lnTo>
                    <a:lnTo>
                      <a:pt x="47109" y="17728"/>
                    </a:lnTo>
                    <a:lnTo>
                      <a:pt x="45891" y="17296"/>
                    </a:lnTo>
                    <a:cubicBezTo>
                      <a:pt x="41720" y="25118"/>
                      <a:pt x="41370" y="25206"/>
                      <a:pt x="24598" y="25376"/>
                    </a:cubicBezTo>
                    <a:lnTo>
                      <a:pt x="30333" y="5128"/>
                    </a:lnTo>
                    <a:cubicBezTo>
                      <a:pt x="30766" y="3389"/>
                      <a:pt x="32159" y="2865"/>
                      <a:pt x="36068" y="2865"/>
                    </a:cubicBezTo>
                    <a:cubicBezTo>
                      <a:pt x="52324" y="2865"/>
                      <a:pt x="55626" y="3997"/>
                      <a:pt x="55801" y="9473"/>
                    </a:cubicBezTo>
                    <a:cubicBezTo>
                      <a:pt x="55884" y="10081"/>
                      <a:pt x="55884" y="10430"/>
                      <a:pt x="55801" y="11470"/>
                    </a:cubicBezTo>
                    <a:cubicBezTo>
                      <a:pt x="55713" y="12081"/>
                      <a:pt x="55801" y="12426"/>
                      <a:pt x="55713" y="13125"/>
                    </a:cubicBezTo>
                    <a:lnTo>
                      <a:pt x="57884" y="1329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projection_eq_outline_13"/>
              <p:cNvSpPr/>
              <p:nvPr/>
            </p:nvSpPr>
            <p:spPr>
              <a:xfrm>
                <a:off x="3963283" y="734559"/>
                <a:ext cx="13819" cy="21383"/>
              </a:xfrm>
              <a:custGeom>
                <a:avLst/>
                <a:gdLst/>
                <a:ahLst/>
                <a:cxnLst/>
                <a:rect l="0" t="0" r="r" b="b"/>
                <a:pathLst>
                  <a:path w="13819" h="21384">
                    <a:moveTo>
                      <a:pt x="13819" y="8346"/>
                    </a:moveTo>
                    <a:cubicBezTo>
                      <a:pt x="13819" y="1131"/>
                      <a:pt x="8172" y="0"/>
                      <a:pt x="5822" y="0"/>
                    </a:cubicBezTo>
                    <a:cubicBezTo>
                      <a:pt x="3302" y="0"/>
                      <a:pt x="0" y="1564"/>
                      <a:pt x="0" y="5302"/>
                    </a:cubicBezTo>
                    <a:cubicBezTo>
                      <a:pt x="0" y="8779"/>
                      <a:pt x="3389" y="9648"/>
                      <a:pt x="5909" y="9648"/>
                    </a:cubicBezTo>
                    <a:cubicBezTo>
                      <a:pt x="6517" y="9648"/>
                      <a:pt x="7040" y="9561"/>
                      <a:pt x="7303" y="9473"/>
                    </a:cubicBezTo>
                    <a:cubicBezTo>
                      <a:pt x="7648" y="9386"/>
                      <a:pt x="8084" y="9299"/>
                      <a:pt x="8255" y="9299"/>
                    </a:cubicBezTo>
                    <a:cubicBezTo>
                      <a:pt x="8866" y="9299"/>
                      <a:pt x="9561" y="9735"/>
                      <a:pt x="9561" y="10517"/>
                    </a:cubicBezTo>
                    <a:cubicBezTo>
                      <a:pt x="9561" y="12168"/>
                      <a:pt x="7997" y="15907"/>
                      <a:pt x="1651" y="19558"/>
                    </a:cubicBezTo>
                    <a:lnTo>
                      <a:pt x="2520" y="21384"/>
                    </a:lnTo>
                    <a:cubicBezTo>
                      <a:pt x="5564" y="20514"/>
                      <a:pt x="13819" y="14514"/>
                      <a:pt x="13819" y="83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projection_eq_outline_14"/>
              <p:cNvSpPr/>
              <p:nvPr/>
            </p:nvSpPr>
            <p:spPr>
              <a:xfrm>
                <a:off x="4003160" y="685454"/>
                <a:ext cx="47191" cy="59709"/>
              </a:xfrm>
              <a:custGeom>
                <a:avLst/>
                <a:gdLst/>
                <a:ahLst/>
                <a:cxnLst/>
                <a:rect l="0" t="0" r="r" b="b"/>
                <a:pathLst>
                  <a:path w="47192" h="59710">
                    <a:moveTo>
                      <a:pt x="41025" y="42327"/>
                    </a:moveTo>
                    <a:cubicBezTo>
                      <a:pt x="40851" y="36679"/>
                      <a:pt x="38501" y="33373"/>
                      <a:pt x="29115" y="25380"/>
                    </a:cubicBezTo>
                    <a:cubicBezTo>
                      <a:pt x="19728" y="17471"/>
                      <a:pt x="18859" y="16252"/>
                      <a:pt x="18685" y="11994"/>
                    </a:cubicBezTo>
                    <a:cubicBezTo>
                      <a:pt x="18514" y="6521"/>
                      <a:pt x="22598" y="3127"/>
                      <a:pt x="29376" y="3127"/>
                    </a:cubicBezTo>
                    <a:cubicBezTo>
                      <a:pt x="33115" y="3127"/>
                      <a:pt x="36156" y="4171"/>
                      <a:pt x="38417" y="6259"/>
                    </a:cubicBezTo>
                    <a:cubicBezTo>
                      <a:pt x="40851" y="8430"/>
                      <a:pt x="41632" y="11386"/>
                      <a:pt x="41977" y="17209"/>
                    </a:cubicBezTo>
                    <a:lnTo>
                      <a:pt x="43803" y="17471"/>
                    </a:lnTo>
                    <a:lnTo>
                      <a:pt x="47192" y="0"/>
                    </a:lnTo>
                    <a:lnTo>
                      <a:pt x="44934" y="0"/>
                    </a:lnTo>
                    <a:cubicBezTo>
                      <a:pt x="43628" y="2000"/>
                      <a:pt x="42760" y="2433"/>
                      <a:pt x="40501" y="2433"/>
                    </a:cubicBezTo>
                    <a:cubicBezTo>
                      <a:pt x="39200" y="2433"/>
                      <a:pt x="38068" y="2000"/>
                      <a:pt x="35894" y="1306"/>
                    </a:cubicBezTo>
                    <a:cubicBezTo>
                      <a:pt x="33635" y="520"/>
                      <a:pt x="30333" y="87"/>
                      <a:pt x="27202" y="87"/>
                    </a:cubicBezTo>
                    <a:cubicBezTo>
                      <a:pt x="16689" y="87"/>
                      <a:pt x="9561" y="6084"/>
                      <a:pt x="9823" y="14601"/>
                    </a:cubicBezTo>
                    <a:cubicBezTo>
                      <a:pt x="9993" y="19296"/>
                      <a:pt x="11561" y="21816"/>
                      <a:pt x="17815" y="27377"/>
                    </a:cubicBezTo>
                    <a:cubicBezTo>
                      <a:pt x="19121" y="28508"/>
                      <a:pt x="20598" y="29726"/>
                      <a:pt x="21904" y="31028"/>
                    </a:cubicBezTo>
                    <a:lnTo>
                      <a:pt x="25988" y="34679"/>
                    </a:lnTo>
                    <a:cubicBezTo>
                      <a:pt x="30766" y="38937"/>
                      <a:pt x="32071" y="41196"/>
                      <a:pt x="32246" y="44934"/>
                    </a:cubicBezTo>
                    <a:cubicBezTo>
                      <a:pt x="32417" y="51538"/>
                      <a:pt x="27118" y="56495"/>
                      <a:pt x="19728" y="56495"/>
                    </a:cubicBezTo>
                    <a:cubicBezTo>
                      <a:pt x="11386" y="56495"/>
                      <a:pt x="4953" y="50324"/>
                      <a:pt x="4695" y="41807"/>
                    </a:cubicBezTo>
                    <a:cubicBezTo>
                      <a:pt x="4608" y="41196"/>
                      <a:pt x="4608" y="40850"/>
                      <a:pt x="4778" y="40068"/>
                    </a:cubicBezTo>
                    <a:lnTo>
                      <a:pt x="2695" y="39894"/>
                    </a:lnTo>
                    <a:lnTo>
                      <a:pt x="0" y="59448"/>
                    </a:lnTo>
                    <a:lnTo>
                      <a:pt x="1826" y="59448"/>
                    </a:lnTo>
                    <a:cubicBezTo>
                      <a:pt x="2520" y="57277"/>
                      <a:pt x="3389" y="56408"/>
                      <a:pt x="5477" y="56408"/>
                    </a:cubicBezTo>
                    <a:cubicBezTo>
                      <a:pt x="6604" y="56408"/>
                      <a:pt x="8084" y="56753"/>
                      <a:pt x="10779" y="57539"/>
                    </a:cubicBezTo>
                    <a:cubicBezTo>
                      <a:pt x="15383" y="59015"/>
                      <a:pt x="18252" y="59710"/>
                      <a:pt x="21379" y="59710"/>
                    </a:cubicBezTo>
                    <a:cubicBezTo>
                      <a:pt x="32941" y="59710"/>
                      <a:pt x="41370" y="52237"/>
                      <a:pt x="41025" y="423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projection_eq_outline_15"/>
              <p:cNvSpPr/>
              <p:nvPr/>
            </p:nvSpPr>
            <p:spPr>
              <a:xfrm>
                <a:off x="4062254" y="734559"/>
                <a:ext cx="13820" cy="21383"/>
              </a:xfrm>
              <a:custGeom>
                <a:avLst/>
                <a:gdLst/>
                <a:ahLst/>
                <a:cxnLst/>
                <a:rect l="0" t="0" r="r" b="b"/>
                <a:pathLst>
                  <a:path w="13820" h="21384">
                    <a:moveTo>
                      <a:pt x="13820" y="8346"/>
                    </a:moveTo>
                    <a:cubicBezTo>
                      <a:pt x="13820" y="1131"/>
                      <a:pt x="8172" y="0"/>
                      <a:pt x="5823" y="0"/>
                    </a:cubicBezTo>
                    <a:cubicBezTo>
                      <a:pt x="3302" y="0"/>
                      <a:pt x="0" y="1564"/>
                      <a:pt x="0" y="5302"/>
                    </a:cubicBezTo>
                    <a:cubicBezTo>
                      <a:pt x="0" y="8779"/>
                      <a:pt x="3390" y="9648"/>
                      <a:pt x="5909" y="9648"/>
                    </a:cubicBezTo>
                    <a:cubicBezTo>
                      <a:pt x="6518" y="9648"/>
                      <a:pt x="7041" y="9561"/>
                      <a:pt x="7302" y="9473"/>
                    </a:cubicBezTo>
                    <a:cubicBezTo>
                      <a:pt x="7648" y="9386"/>
                      <a:pt x="8085" y="9299"/>
                      <a:pt x="8255" y="9299"/>
                    </a:cubicBezTo>
                    <a:cubicBezTo>
                      <a:pt x="8867" y="9299"/>
                      <a:pt x="9561" y="9735"/>
                      <a:pt x="9561" y="10517"/>
                    </a:cubicBezTo>
                    <a:cubicBezTo>
                      <a:pt x="9561" y="12168"/>
                      <a:pt x="7997" y="15907"/>
                      <a:pt x="1651" y="19558"/>
                    </a:cubicBezTo>
                    <a:lnTo>
                      <a:pt x="2521" y="21384"/>
                    </a:lnTo>
                    <a:cubicBezTo>
                      <a:pt x="5565" y="20514"/>
                      <a:pt x="13820" y="14514"/>
                      <a:pt x="13820" y="834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" name="projection_eq_outline_16"/>
              <p:cNvSpPr/>
              <p:nvPr/>
            </p:nvSpPr>
            <p:spPr>
              <a:xfrm>
                <a:off x="4108909" y="705095"/>
                <a:ext cx="45628" cy="39286"/>
              </a:xfrm>
              <a:custGeom>
                <a:avLst/>
                <a:gdLst/>
                <a:ahLst/>
                <a:cxnLst/>
                <a:rect l="0" t="0" r="r" b="b"/>
                <a:pathLst>
                  <a:path w="45629" h="39287">
                    <a:moveTo>
                      <a:pt x="45629" y="7128"/>
                    </a:moveTo>
                    <a:cubicBezTo>
                      <a:pt x="45629" y="1393"/>
                      <a:pt x="33115" y="0"/>
                      <a:pt x="28075" y="0"/>
                    </a:cubicBezTo>
                    <a:cubicBezTo>
                      <a:pt x="20597" y="0"/>
                      <a:pt x="8953" y="2782"/>
                      <a:pt x="8953" y="10867"/>
                    </a:cubicBezTo>
                    <a:cubicBezTo>
                      <a:pt x="8953" y="14863"/>
                      <a:pt x="13124" y="17383"/>
                      <a:pt x="17902" y="17994"/>
                    </a:cubicBezTo>
                    <a:lnTo>
                      <a:pt x="17902" y="18340"/>
                    </a:lnTo>
                    <a:cubicBezTo>
                      <a:pt x="10342" y="19122"/>
                      <a:pt x="0" y="22860"/>
                      <a:pt x="0" y="29726"/>
                    </a:cubicBezTo>
                    <a:cubicBezTo>
                      <a:pt x="0" y="37723"/>
                      <a:pt x="10605" y="39287"/>
                      <a:pt x="18165" y="39287"/>
                    </a:cubicBezTo>
                    <a:cubicBezTo>
                      <a:pt x="25725" y="39287"/>
                      <a:pt x="34246" y="37286"/>
                      <a:pt x="39111" y="32072"/>
                    </a:cubicBezTo>
                    <a:cubicBezTo>
                      <a:pt x="40069" y="30944"/>
                      <a:pt x="41199" y="29639"/>
                      <a:pt x="41199" y="28162"/>
                    </a:cubicBezTo>
                    <a:cubicBezTo>
                      <a:pt x="41199" y="27119"/>
                      <a:pt x="40155" y="25987"/>
                      <a:pt x="38937" y="25987"/>
                    </a:cubicBezTo>
                    <a:cubicBezTo>
                      <a:pt x="34158" y="25987"/>
                      <a:pt x="33202" y="36941"/>
                      <a:pt x="19990" y="36941"/>
                    </a:cubicBezTo>
                    <a:cubicBezTo>
                      <a:pt x="14863" y="36941"/>
                      <a:pt x="10954" y="35290"/>
                      <a:pt x="10954" y="30421"/>
                    </a:cubicBezTo>
                    <a:cubicBezTo>
                      <a:pt x="10954" y="25729"/>
                      <a:pt x="14342" y="20427"/>
                      <a:pt x="20511" y="20427"/>
                    </a:cubicBezTo>
                    <a:cubicBezTo>
                      <a:pt x="23379" y="20427"/>
                      <a:pt x="25987" y="21384"/>
                      <a:pt x="28856" y="21384"/>
                    </a:cubicBezTo>
                    <a:cubicBezTo>
                      <a:pt x="31201" y="21384"/>
                      <a:pt x="33115" y="20773"/>
                      <a:pt x="33115" y="18514"/>
                    </a:cubicBezTo>
                    <a:cubicBezTo>
                      <a:pt x="33115" y="16514"/>
                      <a:pt x="31722" y="16256"/>
                      <a:pt x="29813" y="16256"/>
                    </a:cubicBezTo>
                    <a:cubicBezTo>
                      <a:pt x="27638" y="16256"/>
                      <a:pt x="25725" y="16514"/>
                      <a:pt x="23641" y="16514"/>
                    </a:cubicBezTo>
                    <a:cubicBezTo>
                      <a:pt x="20165" y="16514"/>
                      <a:pt x="18688" y="15212"/>
                      <a:pt x="18688" y="12081"/>
                    </a:cubicBezTo>
                    <a:cubicBezTo>
                      <a:pt x="18688" y="7215"/>
                      <a:pt x="22946" y="2349"/>
                      <a:pt x="28594" y="2349"/>
                    </a:cubicBezTo>
                    <a:cubicBezTo>
                      <a:pt x="36937" y="2349"/>
                      <a:pt x="36068" y="10517"/>
                      <a:pt x="41632" y="10517"/>
                    </a:cubicBezTo>
                    <a:cubicBezTo>
                      <a:pt x="43890" y="10517"/>
                      <a:pt x="45629" y="9303"/>
                      <a:pt x="45629" y="712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" name="projection_eq_outline_17"/>
              <p:cNvSpPr/>
              <p:nvPr/>
            </p:nvSpPr>
            <p:spPr>
              <a:xfrm>
                <a:off x="4165551" y="681108"/>
                <a:ext cx="22248" cy="79875"/>
              </a:xfrm>
              <a:custGeom>
                <a:avLst/>
                <a:gdLst/>
                <a:ahLst/>
                <a:cxnLst/>
                <a:rect l="0" t="0" r="r" b="b"/>
                <a:pathLst>
                  <a:path w="22249" h="79875">
                    <a:moveTo>
                      <a:pt x="782" y="0"/>
                    </a:moveTo>
                    <a:lnTo>
                      <a:pt x="0" y="1393"/>
                    </a:lnTo>
                    <a:cubicBezTo>
                      <a:pt x="11212" y="10430"/>
                      <a:pt x="14776" y="20423"/>
                      <a:pt x="14776" y="39719"/>
                    </a:cubicBezTo>
                    <a:cubicBezTo>
                      <a:pt x="14776" y="58928"/>
                      <a:pt x="11474" y="69445"/>
                      <a:pt x="0" y="78482"/>
                    </a:cubicBezTo>
                    <a:lnTo>
                      <a:pt x="1044" y="79875"/>
                    </a:lnTo>
                    <a:cubicBezTo>
                      <a:pt x="13037" y="72485"/>
                      <a:pt x="22249" y="56146"/>
                      <a:pt x="22249" y="39981"/>
                    </a:cubicBezTo>
                    <a:cubicBezTo>
                      <a:pt x="22249" y="22249"/>
                      <a:pt x="13387" y="8172"/>
                      <a:pt x="782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32" name="kernel"/>
            <p:cNvGrpSpPr/>
            <p:nvPr/>
          </p:nvGrpSpPr>
          <p:grpSpPr>
            <a:xfrm>
              <a:off x="2830428" y="1261182"/>
              <a:ext cx="334212" cy="93058"/>
              <a:chOff x="2845406" y="1273881"/>
              <a:chExt cx="458332" cy="93058"/>
            </a:xfrm>
          </p:grpSpPr>
          <p:sp>
            <p:nvSpPr>
              <p:cNvPr id="333" name="kernel_outline_0"/>
              <p:cNvSpPr/>
              <p:nvPr/>
            </p:nvSpPr>
            <p:spPr>
              <a:xfrm>
                <a:off x="2845406" y="1295939"/>
                <a:ext cx="65031" cy="48922"/>
              </a:xfrm>
              <a:custGeom>
                <a:avLst/>
                <a:gdLst/>
                <a:ahLst/>
                <a:cxnLst/>
                <a:rect l="0" t="0" r="r" b="b"/>
                <a:pathLst>
                  <a:path w="65032" h="48923">
                    <a:moveTo>
                      <a:pt x="58587" y="48923"/>
                    </a:moveTo>
                    <a:lnTo>
                      <a:pt x="58511" y="47724"/>
                    </a:lnTo>
                    <a:cubicBezTo>
                      <a:pt x="52519" y="47276"/>
                      <a:pt x="51919" y="47050"/>
                      <a:pt x="48998" y="43529"/>
                    </a:cubicBezTo>
                    <a:lnTo>
                      <a:pt x="31091" y="20828"/>
                    </a:lnTo>
                    <a:lnTo>
                      <a:pt x="58214" y="3897"/>
                    </a:lnTo>
                    <a:cubicBezTo>
                      <a:pt x="60908" y="2322"/>
                      <a:pt x="62857" y="1500"/>
                      <a:pt x="65032" y="1199"/>
                    </a:cubicBezTo>
                    <a:lnTo>
                      <a:pt x="64957" y="0"/>
                    </a:lnTo>
                    <a:lnTo>
                      <a:pt x="45101" y="0"/>
                    </a:lnTo>
                    <a:lnTo>
                      <a:pt x="45176" y="1199"/>
                    </a:lnTo>
                    <a:lnTo>
                      <a:pt x="47950" y="1425"/>
                    </a:lnTo>
                    <a:cubicBezTo>
                      <a:pt x="50348" y="1576"/>
                      <a:pt x="51395" y="2024"/>
                      <a:pt x="51395" y="2921"/>
                    </a:cubicBezTo>
                    <a:cubicBezTo>
                      <a:pt x="51395" y="4723"/>
                      <a:pt x="46224" y="8692"/>
                      <a:pt x="37909" y="13335"/>
                    </a:cubicBezTo>
                    <a:lnTo>
                      <a:pt x="23527" y="21276"/>
                    </a:lnTo>
                    <a:lnTo>
                      <a:pt x="27571" y="6743"/>
                    </a:lnTo>
                    <a:cubicBezTo>
                      <a:pt x="28694" y="2996"/>
                      <a:pt x="31393" y="1500"/>
                      <a:pt x="37084" y="1199"/>
                    </a:cubicBezTo>
                    <a:lnTo>
                      <a:pt x="37013" y="0"/>
                    </a:lnTo>
                    <a:lnTo>
                      <a:pt x="9739" y="0"/>
                    </a:lnTo>
                    <a:lnTo>
                      <a:pt x="9815" y="1199"/>
                    </a:lnTo>
                    <a:cubicBezTo>
                      <a:pt x="16034" y="1651"/>
                      <a:pt x="17459" y="2250"/>
                      <a:pt x="17605" y="4421"/>
                    </a:cubicBezTo>
                    <a:cubicBezTo>
                      <a:pt x="17681" y="4647"/>
                      <a:pt x="17681" y="4945"/>
                      <a:pt x="17681" y="5171"/>
                    </a:cubicBezTo>
                    <a:cubicBezTo>
                      <a:pt x="17681" y="6219"/>
                      <a:pt x="17534" y="7493"/>
                      <a:pt x="16931" y="9065"/>
                    </a:cubicBezTo>
                    <a:lnTo>
                      <a:pt x="7866" y="42180"/>
                    </a:lnTo>
                    <a:cubicBezTo>
                      <a:pt x="6521" y="46676"/>
                      <a:pt x="5695" y="47050"/>
                      <a:pt x="0" y="47724"/>
                    </a:cubicBezTo>
                    <a:lnTo>
                      <a:pt x="75" y="48923"/>
                    </a:lnTo>
                    <a:lnTo>
                      <a:pt x="24872" y="48923"/>
                    </a:lnTo>
                    <a:lnTo>
                      <a:pt x="24801" y="47724"/>
                    </a:lnTo>
                    <a:cubicBezTo>
                      <a:pt x="18582" y="47200"/>
                      <a:pt x="17756" y="46752"/>
                      <a:pt x="17605" y="44426"/>
                    </a:cubicBezTo>
                    <a:cubicBezTo>
                      <a:pt x="17605" y="44279"/>
                      <a:pt x="17605" y="44053"/>
                      <a:pt x="17605" y="43902"/>
                    </a:cubicBezTo>
                    <a:cubicBezTo>
                      <a:pt x="17605" y="43303"/>
                      <a:pt x="17681" y="42704"/>
                      <a:pt x="17982" y="41505"/>
                    </a:cubicBezTo>
                    <a:lnTo>
                      <a:pt x="18506" y="39934"/>
                    </a:lnTo>
                    <a:lnTo>
                      <a:pt x="23150" y="22852"/>
                    </a:lnTo>
                    <a:lnTo>
                      <a:pt x="36036" y="38433"/>
                    </a:lnTo>
                    <a:cubicBezTo>
                      <a:pt x="38660" y="41505"/>
                      <a:pt x="40307" y="44129"/>
                      <a:pt x="40307" y="45625"/>
                    </a:cubicBezTo>
                    <a:cubicBezTo>
                      <a:pt x="40307" y="46676"/>
                      <a:pt x="38810" y="47276"/>
                      <a:pt x="35588" y="47498"/>
                    </a:cubicBezTo>
                    <a:lnTo>
                      <a:pt x="32516" y="47724"/>
                    </a:lnTo>
                    <a:lnTo>
                      <a:pt x="32591" y="48923"/>
                    </a:lnTo>
                    <a:lnTo>
                      <a:pt x="58587" y="4892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kernel_outline_1"/>
              <p:cNvSpPr/>
              <p:nvPr/>
            </p:nvSpPr>
            <p:spPr>
              <a:xfrm>
                <a:off x="2910977" y="1322430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3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6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3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kernel_outline_2"/>
              <p:cNvSpPr/>
              <p:nvPr/>
            </p:nvSpPr>
            <p:spPr>
              <a:xfrm>
                <a:off x="2928545" y="1322430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10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3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2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10"/>
                      <a:pt x="5445" y="44510"/>
                    </a:cubicBezTo>
                    <a:cubicBezTo>
                      <a:pt x="11208" y="44510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3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kernel_outline_3"/>
              <p:cNvSpPr/>
              <p:nvPr/>
            </p:nvSpPr>
            <p:spPr>
              <a:xfrm>
                <a:off x="2989695" y="1315942"/>
                <a:ext cx="38357" cy="19407"/>
              </a:xfrm>
              <a:custGeom>
                <a:avLst/>
                <a:gdLst/>
                <a:ahLst/>
                <a:cxnLst/>
                <a:rect l="0" t="0" r="r" b="b"/>
                <a:pathLst>
                  <a:path w="38358" h="19407">
                    <a:moveTo>
                      <a:pt x="38358" y="4199"/>
                    </a:moveTo>
                    <a:lnTo>
                      <a:pt x="38358" y="0"/>
                    </a:lnTo>
                    <a:lnTo>
                      <a:pt x="0" y="0"/>
                    </a:lnTo>
                    <a:lnTo>
                      <a:pt x="0" y="4199"/>
                    </a:lnTo>
                    <a:lnTo>
                      <a:pt x="38358" y="4199"/>
                    </a:lnTo>
                    <a:close/>
                    <a:moveTo>
                      <a:pt x="38358" y="19407"/>
                    </a:moveTo>
                    <a:lnTo>
                      <a:pt x="38358" y="15208"/>
                    </a:lnTo>
                    <a:lnTo>
                      <a:pt x="0" y="15208"/>
                    </a:lnTo>
                    <a:lnTo>
                      <a:pt x="0" y="19407"/>
                    </a:lnTo>
                    <a:lnTo>
                      <a:pt x="38358" y="1940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kernel_outline_4"/>
              <p:cNvSpPr/>
              <p:nvPr/>
            </p:nvSpPr>
            <p:spPr>
              <a:xfrm>
                <a:off x="3056575" y="1311822"/>
                <a:ext cx="36786" cy="33865"/>
              </a:xfrm>
              <a:custGeom>
                <a:avLst/>
                <a:gdLst/>
                <a:ahLst/>
                <a:cxnLst/>
                <a:rect l="0" t="0" r="r" b="b"/>
                <a:pathLst>
                  <a:path w="36786" h="33865">
                    <a:moveTo>
                      <a:pt x="34012" y="25773"/>
                    </a:moveTo>
                    <a:lnTo>
                      <a:pt x="32667" y="24872"/>
                    </a:lnTo>
                    <a:cubicBezTo>
                      <a:pt x="25999" y="29293"/>
                      <a:pt x="22927" y="30492"/>
                      <a:pt x="18657" y="30492"/>
                    </a:cubicBezTo>
                    <a:cubicBezTo>
                      <a:pt x="13188" y="30492"/>
                      <a:pt x="9215" y="27797"/>
                      <a:pt x="8918" y="23674"/>
                    </a:cubicBezTo>
                    <a:cubicBezTo>
                      <a:pt x="8918" y="23451"/>
                      <a:pt x="8918" y="23225"/>
                      <a:pt x="8918" y="22999"/>
                    </a:cubicBezTo>
                    <a:cubicBezTo>
                      <a:pt x="8918" y="22102"/>
                      <a:pt x="9065" y="21054"/>
                      <a:pt x="9664" y="19105"/>
                    </a:cubicBezTo>
                    <a:lnTo>
                      <a:pt x="12438" y="18804"/>
                    </a:lnTo>
                    <a:cubicBezTo>
                      <a:pt x="26896" y="17232"/>
                      <a:pt x="36786" y="11763"/>
                      <a:pt x="36786" y="5544"/>
                    </a:cubicBezTo>
                    <a:cubicBezTo>
                      <a:pt x="36786" y="5393"/>
                      <a:pt x="36786" y="5247"/>
                      <a:pt x="36786" y="5096"/>
                    </a:cubicBezTo>
                    <a:cubicBezTo>
                      <a:pt x="36560" y="1949"/>
                      <a:pt x="33488" y="0"/>
                      <a:pt x="28468" y="0"/>
                    </a:cubicBezTo>
                    <a:cubicBezTo>
                      <a:pt x="14387" y="0"/>
                      <a:pt x="0" y="11688"/>
                      <a:pt x="0" y="22701"/>
                    </a:cubicBezTo>
                    <a:cubicBezTo>
                      <a:pt x="0" y="22999"/>
                      <a:pt x="0" y="23300"/>
                      <a:pt x="0" y="23598"/>
                    </a:cubicBezTo>
                    <a:cubicBezTo>
                      <a:pt x="448" y="29670"/>
                      <a:pt x="6219" y="33865"/>
                      <a:pt x="13934" y="33865"/>
                    </a:cubicBezTo>
                    <a:cubicBezTo>
                      <a:pt x="21054" y="33865"/>
                      <a:pt x="28543" y="30869"/>
                      <a:pt x="34012" y="25773"/>
                    </a:cubicBezTo>
                    <a:close/>
                    <a:moveTo>
                      <a:pt x="26523" y="1722"/>
                    </a:moveTo>
                    <a:cubicBezTo>
                      <a:pt x="28694" y="1722"/>
                      <a:pt x="30043" y="2921"/>
                      <a:pt x="30043" y="4945"/>
                    </a:cubicBezTo>
                    <a:cubicBezTo>
                      <a:pt x="30043" y="7191"/>
                      <a:pt x="28396" y="9739"/>
                      <a:pt x="25698" y="11914"/>
                    </a:cubicBezTo>
                    <a:cubicBezTo>
                      <a:pt x="22253" y="14533"/>
                      <a:pt x="18582" y="15883"/>
                      <a:pt x="10188" y="17458"/>
                    </a:cubicBezTo>
                    <a:lnTo>
                      <a:pt x="11688" y="14161"/>
                    </a:lnTo>
                    <a:cubicBezTo>
                      <a:pt x="14609" y="7493"/>
                      <a:pt x="21427" y="1722"/>
                      <a:pt x="26523" y="17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kernel_outline_5"/>
              <p:cNvSpPr/>
              <p:nvPr/>
            </p:nvSpPr>
            <p:spPr>
              <a:xfrm>
                <a:off x="3105188" y="1295979"/>
                <a:ext cx="26812" cy="2928"/>
              </a:xfrm>
              <a:custGeom>
                <a:avLst/>
                <a:gdLst/>
                <a:ahLst/>
                <a:cxnLst/>
                <a:rect l="0" t="0" r="r" b="b"/>
                <a:pathLst>
                  <a:path w="26813" h="2929">
                    <a:moveTo>
                      <a:pt x="26813" y="2929"/>
                    </a:moveTo>
                    <a:lnTo>
                      <a:pt x="26813" y="0"/>
                    </a:lnTo>
                    <a:lnTo>
                      <a:pt x="0" y="0"/>
                    </a:lnTo>
                    <a:lnTo>
                      <a:pt x="0" y="2929"/>
                    </a:lnTo>
                    <a:lnTo>
                      <a:pt x="26813" y="29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kernel_outline_6"/>
              <p:cNvSpPr/>
              <p:nvPr/>
            </p:nvSpPr>
            <p:spPr>
              <a:xfrm>
                <a:off x="3138241" y="1276707"/>
                <a:ext cx="47236" cy="34194"/>
              </a:xfrm>
              <a:custGeom>
                <a:avLst/>
                <a:gdLst/>
                <a:ahLst/>
                <a:cxnLst/>
                <a:rect l="0" t="0" r="r" b="b"/>
                <a:pathLst>
                  <a:path w="47236" h="34195">
                    <a:moveTo>
                      <a:pt x="47184" y="14085"/>
                    </a:moveTo>
                    <a:cubicBezTo>
                      <a:pt x="46605" y="5497"/>
                      <a:pt x="38544" y="0"/>
                      <a:pt x="26603" y="0"/>
                    </a:cubicBezTo>
                    <a:lnTo>
                      <a:pt x="7910" y="0"/>
                    </a:lnTo>
                    <a:lnTo>
                      <a:pt x="7961" y="837"/>
                    </a:lnTo>
                    <a:cubicBezTo>
                      <a:pt x="12414" y="1151"/>
                      <a:pt x="13406" y="1520"/>
                      <a:pt x="13406" y="3195"/>
                    </a:cubicBezTo>
                    <a:cubicBezTo>
                      <a:pt x="13406" y="3981"/>
                      <a:pt x="13196" y="5132"/>
                      <a:pt x="12934" y="6338"/>
                    </a:cubicBezTo>
                    <a:lnTo>
                      <a:pt x="5342" y="29484"/>
                    </a:lnTo>
                    <a:cubicBezTo>
                      <a:pt x="4401" y="32520"/>
                      <a:pt x="3770" y="32834"/>
                      <a:pt x="0" y="33357"/>
                    </a:cubicBezTo>
                    <a:lnTo>
                      <a:pt x="56" y="34195"/>
                    </a:lnTo>
                    <a:lnTo>
                      <a:pt x="17546" y="34195"/>
                    </a:lnTo>
                    <a:cubicBezTo>
                      <a:pt x="25348" y="34195"/>
                      <a:pt x="32365" y="32623"/>
                      <a:pt x="37338" y="29849"/>
                    </a:cubicBezTo>
                    <a:cubicBezTo>
                      <a:pt x="43621" y="26392"/>
                      <a:pt x="47236" y="20896"/>
                      <a:pt x="47236" y="15081"/>
                    </a:cubicBezTo>
                    <a:cubicBezTo>
                      <a:pt x="47236" y="14768"/>
                      <a:pt x="47236" y="14403"/>
                      <a:pt x="47184" y="14085"/>
                    </a:cubicBezTo>
                    <a:close/>
                    <a:moveTo>
                      <a:pt x="39172" y="12831"/>
                    </a:moveTo>
                    <a:cubicBezTo>
                      <a:pt x="39223" y="13248"/>
                      <a:pt x="39223" y="13668"/>
                      <a:pt x="39223" y="14085"/>
                    </a:cubicBezTo>
                    <a:cubicBezTo>
                      <a:pt x="39223" y="19376"/>
                      <a:pt x="36973" y="24610"/>
                      <a:pt x="32941" y="27912"/>
                    </a:cubicBezTo>
                    <a:cubicBezTo>
                      <a:pt x="29119" y="31052"/>
                      <a:pt x="23725" y="32623"/>
                      <a:pt x="16704" y="32623"/>
                    </a:cubicBezTo>
                    <a:cubicBezTo>
                      <a:pt x="13514" y="32623"/>
                      <a:pt x="12152" y="32048"/>
                      <a:pt x="12152" y="30583"/>
                    </a:cubicBezTo>
                    <a:cubicBezTo>
                      <a:pt x="12152" y="29849"/>
                      <a:pt x="12517" y="28750"/>
                      <a:pt x="13355" y="25714"/>
                    </a:cubicBezTo>
                    <a:lnTo>
                      <a:pt x="20737" y="3092"/>
                    </a:lnTo>
                    <a:cubicBezTo>
                      <a:pt x="20999" y="1937"/>
                      <a:pt x="21892" y="1572"/>
                      <a:pt x="24507" y="1572"/>
                    </a:cubicBezTo>
                    <a:cubicBezTo>
                      <a:pt x="28174" y="1572"/>
                      <a:pt x="31472" y="2250"/>
                      <a:pt x="33619" y="3405"/>
                    </a:cubicBezTo>
                    <a:cubicBezTo>
                      <a:pt x="37024" y="5235"/>
                      <a:pt x="38910" y="8640"/>
                      <a:pt x="39172" y="1283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kernel_outline_7"/>
              <p:cNvSpPr/>
              <p:nvPr/>
            </p:nvSpPr>
            <p:spPr>
              <a:xfrm>
                <a:off x="3191088" y="1291925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2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5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2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kernel_outline_8"/>
              <p:cNvSpPr/>
              <p:nvPr/>
            </p:nvSpPr>
            <p:spPr>
              <a:xfrm>
                <a:off x="3208657" y="1291925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09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2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1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09"/>
                      <a:pt x="5445" y="44509"/>
                    </a:cubicBezTo>
                    <a:cubicBezTo>
                      <a:pt x="11208" y="44509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2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kernel_outline_9"/>
              <p:cNvSpPr/>
              <p:nvPr/>
            </p:nvSpPr>
            <p:spPr>
              <a:xfrm>
                <a:off x="3247594" y="1273881"/>
                <a:ext cx="17593" cy="47128"/>
              </a:xfrm>
              <a:custGeom>
                <a:avLst/>
                <a:gdLst/>
                <a:ahLst/>
                <a:cxnLst/>
                <a:rect l="0" t="0" r="r" b="b"/>
                <a:pathLst>
                  <a:path w="17593" h="47129">
                    <a:moveTo>
                      <a:pt x="0" y="47129"/>
                    </a:moveTo>
                    <a:lnTo>
                      <a:pt x="2723" y="47129"/>
                    </a:lnTo>
                    <a:lnTo>
                      <a:pt x="17593" y="0"/>
                    </a:lnTo>
                    <a:lnTo>
                      <a:pt x="14871" y="0"/>
                    </a:lnTo>
                    <a:lnTo>
                      <a:pt x="0" y="471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kernel_outline_10"/>
              <p:cNvSpPr/>
              <p:nvPr/>
            </p:nvSpPr>
            <p:spPr>
              <a:xfrm>
                <a:off x="3274358" y="1287808"/>
                <a:ext cx="29380" cy="23669"/>
              </a:xfrm>
              <a:custGeom>
                <a:avLst/>
                <a:gdLst/>
                <a:ahLst/>
                <a:cxnLst/>
                <a:rect l="0" t="0" r="r" b="b"/>
                <a:pathLst>
                  <a:path w="29381" h="23670">
                    <a:moveTo>
                      <a:pt x="29381" y="4294"/>
                    </a:moveTo>
                    <a:cubicBezTo>
                      <a:pt x="29325" y="837"/>
                      <a:pt x="21209" y="0"/>
                      <a:pt x="17963" y="0"/>
                    </a:cubicBezTo>
                    <a:cubicBezTo>
                      <a:pt x="13145" y="0"/>
                      <a:pt x="5604" y="1675"/>
                      <a:pt x="5656" y="6548"/>
                    </a:cubicBezTo>
                    <a:cubicBezTo>
                      <a:pt x="5711" y="8957"/>
                      <a:pt x="8485" y="10473"/>
                      <a:pt x="11573" y="10843"/>
                    </a:cubicBezTo>
                    <a:lnTo>
                      <a:pt x="11573" y="11049"/>
                    </a:lnTo>
                    <a:cubicBezTo>
                      <a:pt x="6652" y="11521"/>
                      <a:pt x="-51" y="13771"/>
                      <a:pt x="0" y="17911"/>
                    </a:cubicBezTo>
                    <a:cubicBezTo>
                      <a:pt x="56" y="22729"/>
                      <a:pt x="6965" y="23670"/>
                      <a:pt x="11835" y="23670"/>
                    </a:cubicBezTo>
                    <a:cubicBezTo>
                      <a:pt x="16709" y="23670"/>
                      <a:pt x="22257" y="22467"/>
                      <a:pt x="25349" y="19324"/>
                    </a:cubicBezTo>
                    <a:cubicBezTo>
                      <a:pt x="25976" y="18641"/>
                      <a:pt x="26710" y="17859"/>
                      <a:pt x="26710" y="16966"/>
                    </a:cubicBezTo>
                    <a:cubicBezTo>
                      <a:pt x="26654" y="16339"/>
                      <a:pt x="25976" y="15657"/>
                      <a:pt x="25190" y="15657"/>
                    </a:cubicBezTo>
                    <a:cubicBezTo>
                      <a:pt x="22102" y="15657"/>
                      <a:pt x="21578" y="22257"/>
                      <a:pt x="13042" y="22257"/>
                    </a:cubicBezTo>
                    <a:cubicBezTo>
                      <a:pt x="9744" y="22257"/>
                      <a:pt x="7176" y="21261"/>
                      <a:pt x="7124" y="18328"/>
                    </a:cubicBezTo>
                    <a:cubicBezTo>
                      <a:pt x="7073" y="15502"/>
                      <a:pt x="9220" y="12307"/>
                      <a:pt x="13196" y="12307"/>
                    </a:cubicBezTo>
                    <a:cubicBezTo>
                      <a:pt x="15030" y="12307"/>
                      <a:pt x="16812" y="12882"/>
                      <a:pt x="18645" y="12882"/>
                    </a:cubicBezTo>
                    <a:cubicBezTo>
                      <a:pt x="20162" y="12882"/>
                      <a:pt x="21420" y="12517"/>
                      <a:pt x="21368" y="11156"/>
                    </a:cubicBezTo>
                    <a:cubicBezTo>
                      <a:pt x="21368" y="9950"/>
                      <a:pt x="20479" y="9795"/>
                      <a:pt x="19221" y="9795"/>
                    </a:cubicBezTo>
                    <a:cubicBezTo>
                      <a:pt x="17808" y="9795"/>
                      <a:pt x="16602" y="9950"/>
                      <a:pt x="15240" y="9950"/>
                    </a:cubicBezTo>
                    <a:cubicBezTo>
                      <a:pt x="12990" y="9950"/>
                      <a:pt x="12045" y="9164"/>
                      <a:pt x="11994" y="7279"/>
                    </a:cubicBezTo>
                    <a:cubicBezTo>
                      <a:pt x="11994" y="4346"/>
                      <a:pt x="14665" y="1417"/>
                      <a:pt x="18332" y="1417"/>
                    </a:cubicBezTo>
                    <a:cubicBezTo>
                      <a:pt x="23725" y="1417"/>
                      <a:pt x="23202" y="6338"/>
                      <a:pt x="26813" y="6338"/>
                    </a:cubicBezTo>
                    <a:cubicBezTo>
                      <a:pt x="28278" y="6338"/>
                      <a:pt x="29381" y="5604"/>
                      <a:pt x="29381" y="4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44" name="cert"/>
            <p:cNvGrpSpPr/>
            <p:nvPr/>
          </p:nvGrpSpPr>
          <p:grpSpPr>
            <a:xfrm>
              <a:off x="3050052" y="2336989"/>
              <a:ext cx="665261" cy="64401"/>
              <a:chOff x="3064872" y="2350107"/>
              <a:chExt cx="665261" cy="64401"/>
            </a:xfrm>
          </p:grpSpPr>
          <p:sp>
            <p:nvSpPr>
              <p:cNvPr id="345" name="cert_outline_0"/>
              <p:cNvSpPr/>
              <p:nvPr/>
            </p:nvSpPr>
            <p:spPr>
              <a:xfrm>
                <a:off x="3064872" y="2369487"/>
                <a:ext cx="104114" cy="40850"/>
              </a:xfrm>
              <a:custGeom>
                <a:avLst/>
                <a:gdLst/>
                <a:ahLst/>
                <a:cxnLst/>
                <a:rect l="0" t="0" r="r" b="b"/>
                <a:pathLst>
                  <a:path w="104114" h="40850">
                    <a:moveTo>
                      <a:pt x="33639" y="27206"/>
                    </a:moveTo>
                    <a:lnTo>
                      <a:pt x="32421" y="26424"/>
                    </a:lnTo>
                    <a:cubicBezTo>
                      <a:pt x="28250" y="32508"/>
                      <a:pt x="25118" y="34592"/>
                      <a:pt x="20165" y="34592"/>
                    </a:cubicBezTo>
                    <a:cubicBezTo>
                      <a:pt x="12168" y="34592"/>
                      <a:pt x="6695" y="27638"/>
                      <a:pt x="6695" y="17645"/>
                    </a:cubicBezTo>
                    <a:cubicBezTo>
                      <a:pt x="6695" y="8604"/>
                      <a:pt x="11474" y="2520"/>
                      <a:pt x="18514" y="2520"/>
                    </a:cubicBezTo>
                    <a:cubicBezTo>
                      <a:pt x="21642" y="2520"/>
                      <a:pt x="22773" y="3477"/>
                      <a:pt x="23642" y="6695"/>
                    </a:cubicBezTo>
                    <a:lnTo>
                      <a:pt x="24166" y="8604"/>
                    </a:lnTo>
                    <a:cubicBezTo>
                      <a:pt x="24860" y="11124"/>
                      <a:pt x="26424" y="12605"/>
                      <a:pt x="28337" y="12605"/>
                    </a:cubicBezTo>
                    <a:cubicBezTo>
                      <a:pt x="30595" y="12605"/>
                      <a:pt x="32421" y="10954"/>
                      <a:pt x="32421" y="8954"/>
                    </a:cubicBezTo>
                    <a:cubicBezTo>
                      <a:pt x="32421" y="4088"/>
                      <a:pt x="26337" y="0"/>
                      <a:pt x="19034" y="0"/>
                    </a:cubicBezTo>
                    <a:cubicBezTo>
                      <a:pt x="14950" y="0"/>
                      <a:pt x="10779" y="1564"/>
                      <a:pt x="7302" y="4433"/>
                    </a:cubicBezTo>
                    <a:cubicBezTo>
                      <a:pt x="2607" y="8346"/>
                      <a:pt x="0" y="14343"/>
                      <a:pt x="0" y="21554"/>
                    </a:cubicBezTo>
                    <a:cubicBezTo>
                      <a:pt x="0" y="32766"/>
                      <a:pt x="6870" y="40850"/>
                      <a:pt x="16514" y="40850"/>
                    </a:cubicBezTo>
                    <a:cubicBezTo>
                      <a:pt x="20253" y="40850"/>
                      <a:pt x="23555" y="39632"/>
                      <a:pt x="26511" y="37199"/>
                    </a:cubicBezTo>
                    <a:cubicBezTo>
                      <a:pt x="29119" y="35115"/>
                      <a:pt x="30857" y="32595"/>
                      <a:pt x="33639" y="27206"/>
                    </a:cubicBezTo>
                    <a:close/>
                    <a:moveTo>
                      <a:pt x="73264" y="26337"/>
                    </a:moveTo>
                    <a:lnTo>
                      <a:pt x="71875" y="25725"/>
                    </a:lnTo>
                    <a:cubicBezTo>
                      <a:pt x="67704" y="32333"/>
                      <a:pt x="63965" y="34854"/>
                      <a:pt x="58405" y="34854"/>
                    </a:cubicBezTo>
                    <a:cubicBezTo>
                      <a:pt x="53623" y="34854"/>
                      <a:pt x="49971" y="32595"/>
                      <a:pt x="47451" y="27900"/>
                    </a:cubicBezTo>
                    <a:cubicBezTo>
                      <a:pt x="45713" y="24511"/>
                      <a:pt x="45018" y="21467"/>
                      <a:pt x="44844" y="15907"/>
                    </a:cubicBezTo>
                    <a:lnTo>
                      <a:pt x="71613" y="15907"/>
                    </a:lnTo>
                    <a:cubicBezTo>
                      <a:pt x="70919" y="10255"/>
                      <a:pt x="70049" y="7735"/>
                      <a:pt x="67879" y="4957"/>
                    </a:cubicBezTo>
                    <a:cubicBezTo>
                      <a:pt x="65271" y="1826"/>
                      <a:pt x="61271" y="0"/>
                      <a:pt x="56750" y="0"/>
                    </a:cubicBezTo>
                    <a:cubicBezTo>
                      <a:pt x="45975" y="0"/>
                      <a:pt x="38585" y="8691"/>
                      <a:pt x="38585" y="21384"/>
                    </a:cubicBezTo>
                    <a:cubicBezTo>
                      <a:pt x="38585" y="33377"/>
                      <a:pt x="44844" y="40850"/>
                      <a:pt x="54841" y="40850"/>
                    </a:cubicBezTo>
                    <a:cubicBezTo>
                      <a:pt x="63184" y="40850"/>
                      <a:pt x="69617" y="35723"/>
                      <a:pt x="73264" y="26337"/>
                    </a:cubicBezTo>
                    <a:close/>
                    <a:moveTo>
                      <a:pt x="62751" y="13125"/>
                    </a:moveTo>
                    <a:lnTo>
                      <a:pt x="45018" y="13125"/>
                    </a:lnTo>
                    <a:cubicBezTo>
                      <a:pt x="45975" y="6259"/>
                      <a:pt x="48932" y="3131"/>
                      <a:pt x="54230" y="3131"/>
                    </a:cubicBezTo>
                    <a:cubicBezTo>
                      <a:pt x="59532" y="3131"/>
                      <a:pt x="61620" y="5564"/>
                      <a:pt x="62751" y="13125"/>
                    </a:cubicBezTo>
                    <a:close/>
                    <a:moveTo>
                      <a:pt x="104114" y="4608"/>
                    </a:moveTo>
                    <a:cubicBezTo>
                      <a:pt x="104114" y="1738"/>
                      <a:pt x="102289" y="0"/>
                      <a:pt x="99336" y="0"/>
                    </a:cubicBezTo>
                    <a:cubicBezTo>
                      <a:pt x="95685" y="0"/>
                      <a:pt x="93164" y="2000"/>
                      <a:pt x="88906" y="8172"/>
                    </a:cubicBezTo>
                    <a:lnTo>
                      <a:pt x="88906" y="175"/>
                    </a:lnTo>
                    <a:lnTo>
                      <a:pt x="88469" y="0"/>
                    </a:lnTo>
                    <a:cubicBezTo>
                      <a:pt x="83866" y="1913"/>
                      <a:pt x="80734" y="3044"/>
                      <a:pt x="75607" y="4695"/>
                    </a:cubicBezTo>
                    <a:lnTo>
                      <a:pt x="75607" y="6084"/>
                    </a:lnTo>
                    <a:cubicBezTo>
                      <a:pt x="76825" y="5826"/>
                      <a:pt x="77607" y="5739"/>
                      <a:pt x="78651" y="5739"/>
                    </a:cubicBezTo>
                    <a:cubicBezTo>
                      <a:pt x="80822" y="5739"/>
                      <a:pt x="81603" y="7128"/>
                      <a:pt x="81603" y="10954"/>
                    </a:cubicBezTo>
                    <a:lnTo>
                      <a:pt x="81603" y="32679"/>
                    </a:lnTo>
                    <a:cubicBezTo>
                      <a:pt x="81603" y="37024"/>
                      <a:pt x="80996" y="37636"/>
                      <a:pt x="75432" y="38679"/>
                    </a:cubicBezTo>
                    <a:lnTo>
                      <a:pt x="75432" y="39981"/>
                    </a:lnTo>
                    <a:lnTo>
                      <a:pt x="96292" y="39981"/>
                    </a:lnTo>
                    <a:lnTo>
                      <a:pt x="96292" y="38679"/>
                    </a:lnTo>
                    <a:cubicBezTo>
                      <a:pt x="90382" y="38417"/>
                      <a:pt x="88906" y="37112"/>
                      <a:pt x="88906" y="32159"/>
                    </a:cubicBezTo>
                    <a:lnTo>
                      <a:pt x="88906" y="12605"/>
                    </a:lnTo>
                    <a:cubicBezTo>
                      <a:pt x="88906" y="9823"/>
                      <a:pt x="92644" y="5477"/>
                      <a:pt x="94990" y="5477"/>
                    </a:cubicBezTo>
                    <a:cubicBezTo>
                      <a:pt x="95510" y="5477"/>
                      <a:pt x="96292" y="5909"/>
                      <a:pt x="97248" y="6779"/>
                    </a:cubicBezTo>
                    <a:cubicBezTo>
                      <a:pt x="98641" y="7997"/>
                      <a:pt x="99598" y="8517"/>
                      <a:pt x="100725" y="8517"/>
                    </a:cubicBezTo>
                    <a:cubicBezTo>
                      <a:pt x="102812" y="8517"/>
                      <a:pt x="104114" y="7040"/>
                      <a:pt x="104114" y="4608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" name="cert_outline_1"/>
              <p:cNvSpPr/>
              <p:nvPr/>
            </p:nvSpPr>
            <p:spPr>
              <a:xfrm>
                <a:off x="3172020" y="2350107"/>
                <a:ext cx="252107" cy="60317"/>
              </a:xfrm>
              <a:custGeom>
                <a:avLst/>
                <a:gdLst/>
                <a:ahLst/>
                <a:cxnLst/>
                <a:rect l="0" t="0" r="r" b="b"/>
                <a:pathLst>
                  <a:path w="252108" h="60317">
                    <a:moveTo>
                      <a:pt x="23118" y="53626"/>
                    </a:moveTo>
                    <a:lnTo>
                      <a:pt x="21987" y="52669"/>
                    </a:lnTo>
                    <a:cubicBezTo>
                      <a:pt x="20073" y="54928"/>
                      <a:pt x="18685" y="55709"/>
                      <a:pt x="16772" y="55709"/>
                    </a:cubicBezTo>
                    <a:cubicBezTo>
                      <a:pt x="13557" y="55709"/>
                      <a:pt x="12255" y="53451"/>
                      <a:pt x="12255" y="47887"/>
                    </a:cubicBezTo>
                    <a:lnTo>
                      <a:pt x="12255" y="23031"/>
                    </a:lnTo>
                    <a:lnTo>
                      <a:pt x="21031" y="23031"/>
                    </a:lnTo>
                    <a:lnTo>
                      <a:pt x="21031" y="20249"/>
                    </a:lnTo>
                    <a:lnTo>
                      <a:pt x="12255" y="20249"/>
                    </a:lnTo>
                    <a:lnTo>
                      <a:pt x="12255" y="10168"/>
                    </a:lnTo>
                    <a:cubicBezTo>
                      <a:pt x="12255" y="9299"/>
                      <a:pt x="12081" y="9037"/>
                      <a:pt x="11644" y="9037"/>
                    </a:cubicBezTo>
                    <a:cubicBezTo>
                      <a:pt x="11124" y="9906"/>
                      <a:pt x="10517" y="10688"/>
                      <a:pt x="9906" y="11470"/>
                    </a:cubicBezTo>
                    <a:cubicBezTo>
                      <a:pt x="6691" y="16252"/>
                      <a:pt x="3735" y="19467"/>
                      <a:pt x="1476" y="20772"/>
                    </a:cubicBezTo>
                    <a:cubicBezTo>
                      <a:pt x="520" y="21380"/>
                      <a:pt x="0" y="21900"/>
                      <a:pt x="0" y="22424"/>
                    </a:cubicBezTo>
                    <a:cubicBezTo>
                      <a:pt x="0" y="22681"/>
                      <a:pt x="87" y="22856"/>
                      <a:pt x="345" y="23031"/>
                    </a:cubicBezTo>
                    <a:lnTo>
                      <a:pt x="4953" y="23031"/>
                    </a:lnTo>
                    <a:lnTo>
                      <a:pt x="4953" y="49193"/>
                    </a:lnTo>
                    <a:cubicBezTo>
                      <a:pt x="4953" y="56491"/>
                      <a:pt x="7561" y="60230"/>
                      <a:pt x="12601" y="60230"/>
                    </a:cubicBezTo>
                    <a:cubicBezTo>
                      <a:pt x="16947" y="60230"/>
                      <a:pt x="20249" y="58142"/>
                      <a:pt x="23118" y="53626"/>
                    </a:cubicBezTo>
                    <a:close/>
                    <a:moveTo>
                      <a:pt x="45019" y="59361"/>
                    </a:moveTo>
                    <a:lnTo>
                      <a:pt x="45019" y="58059"/>
                    </a:lnTo>
                    <a:cubicBezTo>
                      <a:pt x="39280" y="57622"/>
                      <a:pt x="38585" y="56753"/>
                      <a:pt x="38585" y="50494"/>
                    </a:cubicBezTo>
                    <a:lnTo>
                      <a:pt x="38585" y="19641"/>
                    </a:lnTo>
                    <a:lnTo>
                      <a:pt x="38236" y="19379"/>
                    </a:lnTo>
                    <a:lnTo>
                      <a:pt x="24766" y="24162"/>
                    </a:lnTo>
                    <a:lnTo>
                      <a:pt x="24766" y="25464"/>
                    </a:lnTo>
                    <a:lnTo>
                      <a:pt x="25461" y="25376"/>
                    </a:lnTo>
                    <a:cubicBezTo>
                      <a:pt x="26505" y="25206"/>
                      <a:pt x="27635" y="25118"/>
                      <a:pt x="28417" y="25118"/>
                    </a:cubicBezTo>
                    <a:cubicBezTo>
                      <a:pt x="30501" y="25118"/>
                      <a:pt x="31283" y="26507"/>
                      <a:pt x="31283" y="30333"/>
                    </a:cubicBezTo>
                    <a:lnTo>
                      <a:pt x="31283" y="50494"/>
                    </a:lnTo>
                    <a:cubicBezTo>
                      <a:pt x="31283" y="56753"/>
                      <a:pt x="30414" y="57710"/>
                      <a:pt x="24417" y="58059"/>
                    </a:cubicBezTo>
                    <a:lnTo>
                      <a:pt x="24417" y="59361"/>
                    </a:lnTo>
                    <a:lnTo>
                      <a:pt x="45019" y="59361"/>
                    </a:lnTo>
                    <a:close/>
                    <a:moveTo>
                      <a:pt x="39367" y="4433"/>
                    </a:moveTo>
                    <a:cubicBezTo>
                      <a:pt x="39367" y="1996"/>
                      <a:pt x="37455" y="0"/>
                      <a:pt x="34934" y="0"/>
                    </a:cubicBezTo>
                    <a:cubicBezTo>
                      <a:pt x="32502" y="0"/>
                      <a:pt x="30501" y="1996"/>
                      <a:pt x="30501" y="4433"/>
                    </a:cubicBezTo>
                    <a:cubicBezTo>
                      <a:pt x="30501" y="6953"/>
                      <a:pt x="32502" y="8862"/>
                      <a:pt x="34934" y="8862"/>
                    </a:cubicBezTo>
                    <a:cubicBezTo>
                      <a:pt x="37455" y="8862"/>
                      <a:pt x="39367" y="6953"/>
                      <a:pt x="39367" y="4433"/>
                    </a:cubicBezTo>
                    <a:close/>
                    <a:moveTo>
                      <a:pt x="92470" y="59361"/>
                    </a:moveTo>
                    <a:lnTo>
                      <a:pt x="92470" y="58059"/>
                    </a:lnTo>
                    <a:cubicBezTo>
                      <a:pt x="87601" y="57622"/>
                      <a:pt x="86644" y="56491"/>
                      <a:pt x="86644" y="50931"/>
                    </a:cubicBezTo>
                    <a:lnTo>
                      <a:pt x="86644" y="28158"/>
                    </a:lnTo>
                    <a:lnTo>
                      <a:pt x="86818" y="19641"/>
                    </a:lnTo>
                    <a:lnTo>
                      <a:pt x="86473" y="19379"/>
                    </a:lnTo>
                    <a:cubicBezTo>
                      <a:pt x="82648" y="19991"/>
                      <a:pt x="80127" y="20249"/>
                      <a:pt x="76651" y="20249"/>
                    </a:cubicBezTo>
                    <a:lnTo>
                      <a:pt x="63006" y="20249"/>
                    </a:lnTo>
                    <a:lnTo>
                      <a:pt x="63006" y="16514"/>
                    </a:lnTo>
                    <a:lnTo>
                      <a:pt x="63006" y="15990"/>
                    </a:lnTo>
                    <a:cubicBezTo>
                      <a:pt x="62832" y="12081"/>
                      <a:pt x="63351" y="8779"/>
                      <a:pt x="64483" y="6691"/>
                    </a:cubicBezTo>
                    <a:cubicBezTo>
                      <a:pt x="65959" y="3997"/>
                      <a:pt x="69090" y="2171"/>
                      <a:pt x="72217" y="2171"/>
                    </a:cubicBezTo>
                    <a:cubicBezTo>
                      <a:pt x="74650" y="2171"/>
                      <a:pt x="76301" y="3302"/>
                      <a:pt x="78389" y="6255"/>
                    </a:cubicBezTo>
                    <a:cubicBezTo>
                      <a:pt x="80040" y="8691"/>
                      <a:pt x="81171" y="9473"/>
                      <a:pt x="82648" y="9473"/>
                    </a:cubicBezTo>
                    <a:cubicBezTo>
                      <a:pt x="84473" y="9473"/>
                      <a:pt x="85774" y="8080"/>
                      <a:pt x="85774" y="6084"/>
                    </a:cubicBezTo>
                    <a:cubicBezTo>
                      <a:pt x="85774" y="2346"/>
                      <a:pt x="81428" y="0"/>
                      <a:pt x="74738" y="0"/>
                    </a:cubicBezTo>
                    <a:cubicBezTo>
                      <a:pt x="68134" y="0"/>
                      <a:pt x="63093" y="2171"/>
                      <a:pt x="59962" y="6517"/>
                    </a:cubicBezTo>
                    <a:cubicBezTo>
                      <a:pt x="57354" y="10168"/>
                      <a:pt x="56398" y="13295"/>
                      <a:pt x="55879" y="20249"/>
                    </a:cubicBezTo>
                    <a:lnTo>
                      <a:pt x="49882" y="20249"/>
                    </a:lnTo>
                    <a:lnTo>
                      <a:pt x="49882" y="23118"/>
                    </a:lnTo>
                    <a:lnTo>
                      <a:pt x="55791" y="23118"/>
                    </a:lnTo>
                    <a:lnTo>
                      <a:pt x="55791" y="51189"/>
                    </a:lnTo>
                    <a:cubicBezTo>
                      <a:pt x="55791" y="56753"/>
                      <a:pt x="54835" y="57884"/>
                      <a:pt x="49968" y="58059"/>
                    </a:cubicBezTo>
                    <a:lnTo>
                      <a:pt x="49968" y="59361"/>
                    </a:lnTo>
                    <a:lnTo>
                      <a:pt x="69090" y="59361"/>
                    </a:lnTo>
                    <a:lnTo>
                      <a:pt x="69090" y="58059"/>
                    </a:lnTo>
                    <a:cubicBezTo>
                      <a:pt x="64220" y="57710"/>
                      <a:pt x="63093" y="56491"/>
                      <a:pt x="63093" y="51713"/>
                    </a:cubicBezTo>
                    <a:lnTo>
                      <a:pt x="63093" y="23118"/>
                    </a:lnTo>
                    <a:lnTo>
                      <a:pt x="70566" y="23118"/>
                    </a:lnTo>
                    <a:cubicBezTo>
                      <a:pt x="78909" y="23118"/>
                      <a:pt x="79346" y="23380"/>
                      <a:pt x="79346" y="27984"/>
                    </a:cubicBezTo>
                    <a:lnTo>
                      <a:pt x="79346" y="50931"/>
                    </a:lnTo>
                    <a:cubicBezTo>
                      <a:pt x="79346" y="56840"/>
                      <a:pt x="78734" y="57622"/>
                      <a:pt x="73349" y="58059"/>
                    </a:cubicBezTo>
                    <a:lnTo>
                      <a:pt x="73349" y="59361"/>
                    </a:lnTo>
                    <a:lnTo>
                      <a:pt x="92470" y="59361"/>
                    </a:lnTo>
                    <a:close/>
                    <a:moveTo>
                      <a:pt x="131314" y="46585"/>
                    </a:moveTo>
                    <a:lnTo>
                      <a:pt x="130096" y="45803"/>
                    </a:lnTo>
                    <a:cubicBezTo>
                      <a:pt x="125924" y="51887"/>
                      <a:pt x="122794" y="53971"/>
                      <a:pt x="117841" y="53971"/>
                    </a:cubicBezTo>
                    <a:cubicBezTo>
                      <a:pt x="109843" y="53971"/>
                      <a:pt x="104370" y="47018"/>
                      <a:pt x="104370" y="37024"/>
                    </a:cubicBezTo>
                    <a:cubicBezTo>
                      <a:pt x="104370" y="27984"/>
                      <a:pt x="109149" y="21900"/>
                      <a:pt x="116190" y="21900"/>
                    </a:cubicBezTo>
                    <a:cubicBezTo>
                      <a:pt x="119316" y="21900"/>
                      <a:pt x="120448" y="22856"/>
                      <a:pt x="121317" y="26075"/>
                    </a:cubicBezTo>
                    <a:lnTo>
                      <a:pt x="121841" y="27984"/>
                    </a:lnTo>
                    <a:cubicBezTo>
                      <a:pt x="122536" y="30504"/>
                      <a:pt x="124099" y="31984"/>
                      <a:pt x="126012" y="31984"/>
                    </a:cubicBezTo>
                    <a:cubicBezTo>
                      <a:pt x="128270" y="31984"/>
                      <a:pt x="130096" y="30333"/>
                      <a:pt x="130096" y="28333"/>
                    </a:cubicBezTo>
                    <a:cubicBezTo>
                      <a:pt x="130096" y="23467"/>
                      <a:pt x="124012" y="19379"/>
                      <a:pt x="116709" y="19379"/>
                    </a:cubicBezTo>
                    <a:cubicBezTo>
                      <a:pt x="112625" y="19379"/>
                      <a:pt x="108454" y="20943"/>
                      <a:pt x="104978" y="23812"/>
                    </a:cubicBezTo>
                    <a:cubicBezTo>
                      <a:pt x="100283" y="27726"/>
                      <a:pt x="97676" y="33722"/>
                      <a:pt x="97676" y="40934"/>
                    </a:cubicBezTo>
                    <a:cubicBezTo>
                      <a:pt x="97676" y="52145"/>
                      <a:pt x="104545" y="60230"/>
                      <a:pt x="114189" y="60230"/>
                    </a:cubicBezTo>
                    <a:cubicBezTo>
                      <a:pt x="117927" y="60230"/>
                      <a:pt x="121229" y="59011"/>
                      <a:pt x="124187" y="56578"/>
                    </a:cubicBezTo>
                    <a:cubicBezTo>
                      <a:pt x="126794" y="54495"/>
                      <a:pt x="128531" y="51975"/>
                      <a:pt x="131314" y="46585"/>
                    </a:cubicBezTo>
                    <a:close/>
                    <a:moveTo>
                      <a:pt x="172507" y="55884"/>
                    </a:moveTo>
                    <a:lnTo>
                      <a:pt x="172507" y="53626"/>
                    </a:lnTo>
                    <a:cubicBezTo>
                      <a:pt x="171027" y="54840"/>
                      <a:pt x="169983" y="55277"/>
                      <a:pt x="168681" y="55277"/>
                    </a:cubicBezTo>
                    <a:cubicBezTo>
                      <a:pt x="166681" y="55277"/>
                      <a:pt x="166074" y="54058"/>
                      <a:pt x="166074" y="50236"/>
                    </a:cubicBezTo>
                    <a:lnTo>
                      <a:pt x="166074" y="33286"/>
                    </a:lnTo>
                    <a:cubicBezTo>
                      <a:pt x="166074" y="28853"/>
                      <a:pt x="165637" y="26420"/>
                      <a:pt x="164423" y="24420"/>
                    </a:cubicBezTo>
                    <a:cubicBezTo>
                      <a:pt x="162597" y="21118"/>
                      <a:pt x="158858" y="19379"/>
                      <a:pt x="153556" y="19379"/>
                    </a:cubicBezTo>
                    <a:cubicBezTo>
                      <a:pt x="149127" y="19379"/>
                      <a:pt x="144951" y="20598"/>
                      <a:pt x="142519" y="22598"/>
                    </a:cubicBezTo>
                    <a:cubicBezTo>
                      <a:pt x="140348" y="24420"/>
                      <a:pt x="138954" y="26944"/>
                      <a:pt x="138954" y="29115"/>
                    </a:cubicBezTo>
                    <a:cubicBezTo>
                      <a:pt x="138954" y="31115"/>
                      <a:pt x="140605" y="32853"/>
                      <a:pt x="142693" y="32853"/>
                    </a:cubicBezTo>
                    <a:cubicBezTo>
                      <a:pt x="144781" y="32853"/>
                      <a:pt x="146606" y="31115"/>
                      <a:pt x="146606" y="29202"/>
                    </a:cubicBezTo>
                    <a:cubicBezTo>
                      <a:pt x="146606" y="28853"/>
                      <a:pt x="146520" y="28420"/>
                      <a:pt x="146432" y="27813"/>
                    </a:cubicBezTo>
                    <a:cubicBezTo>
                      <a:pt x="146257" y="27027"/>
                      <a:pt x="146171" y="26333"/>
                      <a:pt x="146171" y="25726"/>
                    </a:cubicBezTo>
                    <a:cubicBezTo>
                      <a:pt x="146171" y="23380"/>
                      <a:pt x="148952" y="21467"/>
                      <a:pt x="152429" y="21467"/>
                    </a:cubicBezTo>
                    <a:cubicBezTo>
                      <a:pt x="156687" y="21467"/>
                      <a:pt x="159033" y="23987"/>
                      <a:pt x="159033" y="28682"/>
                    </a:cubicBezTo>
                    <a:lnTo>
                      <a:pt x="159033" y="33980"/>
                    </a:lnTo>
                    <a:cubicBezTo>
                      <a:pt x="145650" y="39370"/>
                      <a:pt x="144170" y="40065"/>
                      <a:pt x="140435" y="43371"/>
                    </a:cubicBezTo>
                    <a:cubicBezTo>
                      <a:pt x="138523" y="45105"/>
                      <a:pt x="137303" y="48062"/>
                      <a:pt x="137303" y="50931"/>
                    </a:cubicBezTo>
                    <a:cubicBezTo>
                      <a:pt x="137303" y="56404"/>
                      <a:pt x="141042" y="60230"/>
                      <a:pt x="146432" y="60230"/>
                    </a:cubicBezTo>
                    <a:cubicBezTo>
                      <a:pt x="150254" y="60230"/>
                      <a:pt x="153818" y="58404"/>
                      <a:pt x="159121" y="53884"/>
                    </a:cubicBezTo>
                    <a:cubicBezTo>
                      <a:pt x="159556" y="58491"/>
                      <a:pt x="161121" y="60230"/>
                      <a:pt x="164685" y="60230"/>
                    </a:cubicBezTo>
                    <a:cubicBezTo>
                      <a:pt x="167637" y="60230"/>
                      <a:pt x="169462" y="59186"/>
                      <a:pt x="172507" y="55884"/>
                    </a:cubicBezTo>
                    <a:close/>
                    <a:moveTo>
                      <a:pt x="159033" y="48669"/>
                    </a:moveTo>
                    <a:cubicBezTo>
                      <a:pt x="159033" y="51364"/>
                      <a:pt x="158600" y="52145"/>
                      <a:pt x="156775" y="53276"/>
                    </a:cubicBezTo>
                    <a:cubicBezTo>
                      <a:pt x="154687" y="54495"/>
                      <a:pt x="152254" y="55189"/>
                      <a:pt x="150429" y="55189"/>
                    </a:cubicBezTo>
                    <a:cubicBezTo>
                      <a:pt x="147388" y="55189"/>
                      <a:pt x="144951" y="52233"/>
                      <a:pt x="144951" y="48498"/>
                    </a:cubicBezTo>
                    <a:lnTo>
                      <a:pt x="144951" y="48149"/>
                    </a:lnTo>
                    <a:cubicBezTo>
                      <a:pt x="144951" y="43021"/>
                      <a:pt x="148516" y="39894"/>
                      <a:pt x="159033" y="36068"/>
                    </a:cubicBezTo>
                    <a:lnTo>
                      <a:pt x="159033" y="48669"/>
                    </a:lnTo>
                    <a:close/>
                    <a:moveTo>
                      <a:pt x="196924" y="53626"/>
                    </a:moveTo>
                    <a:lnTo>
                      <a:pt x="195792" y="52669"/>
                    </a:lnTo>
                    <a:cubicBezTo>
                      <a:pt x="193879" y="54928"/>
                      <a:pt x="192490" y="55709"/>
                      <a:pt x="190577" y="55709"/>
                    </a:cubicBezTo>
                    <a:cubicBezTo>
                      <a:pt x="187363" y="55709"/>
                      <a:pt x="186061" y="53451"/>
                      <a:pt x="186061" y="47887"/>
                    </a:cubicBezTo>
                    <a:lnTo>
                      <a:pt x="186061" y="23031"/>
                    </a:lnTo>
                    <a:lnTo>
                      <a:pt x="194836" y="23031"/>
                    </a:lnTo>
                    <a:lnTo>
                      <a:pt x="194836" y="20249"/>
                    </a:lnTo>
                    <a:lnTo>
                      <a:pt x="186061" y="20249"/>
                    </a:lnTo>
                    <a:lnTo>
                      <a:pt x="186061" y="10168"/>
                    </a:lnTo>
                    <a:cubicBezTo>
                      <a:pt x="186061" y="9299"/>
                      <a:pt x="185886" y="9037"/>
                      <a:pt x="185450" y="9037"/>
                    </a:cubicBezTo>
                    <a:cubicBezTo>
                      <a:pt x="184930" y="9906"/>
                      <a:pt x="184323" y="10688"/>
                      <a:pt x="183712" y="11470"/>
                    </a:cubicBezTo>
                    <a:cubicBezTo>
                      <a:pt x="180497" y="16252"/>
                      <a:pt x="177540" y="19467"/>
                      <a:pt x="175281" y="20772"/>
                    </a:cubicBezTo>
                    <a:cubicBezTo>
                      <a:pt x="174325" y="21380"/>
                      <a:pt x="173806" y="21900"/>
                      <a:pt x="173806" y="22424"/>
                    </a:cubicBezTo>
                    <a:cubicBezTo>
                      <a:pt x="173806" y="22681"/>
                      <a:pt x="173893" y="22856"/>
                      <a:pt x="174151" y="23031"/>
                    </a:cubicBezTo>
                    <a:lnTo>
                      <a:pt x="178759" y="23031"/>
                    </a:lnTo>
                    <a:lnTo>
                      <a:pt x="178759" y="49193"/>
                    </a:lnTo>
                    <a:cubicBezTo>
                      <a:pt x="178759" y="56491"/>
                      <a:pt x="181366" y="60230"/>
                      <a:pt x="186407" y="60230"/>
                    </a:cubicBezTo>
                    <a:cubicBezTo>
                      <a:pt x="190753" y="60230"/>
                      <a:pt x="194055" y="58142"/>
                      <a:pt x="196924" y="53626"/>
                    </a:cubicBezTo>
                    <a:close/>
                    <a:moveTo>
                      <a:pt x="233682" y="45716"/>
                    </a:moveTo>
                    <a:lnTo>
                      <a:pt x="232294" y="45105"/>
                    </a:lnTo>
                    <a:cubicBezTo>
                      <a:pt x="228122" y="51713"/>
                      <a:pt x="224385" y="54233"/>
                      <a:pt x="218823" y="54233"/>
                    </a:cubicBezTo>
                    <a:cubicBezTo>
                      <a:pt x="214042" y="54233"/>
                      <a:pt x="210391" y="51975"/>
                      <a:pt x="207870" y="47280"/>
                    </a:cubicBezTo>
                    <a:cubicBezTo>
                      <a:pt x="206132" y="43890"/>
                      <a:pt x="205438" y="40846"/>
                      <a:pt x="205262" y="35286"/>
                    </a:cubicBezTo>
                    <a:lnTo>
                      <a:pt x="232031" y="35286"/>
                    </a:lnTo>
                    <a:cubicBezTo>
                      <a:pt x="231338" y="29635"/>
                      <a:pt x="230468" y="27115"/>
                      <a:pt x="228298" y="24336"/>
                    </a:cubicBezTo>
                    <a:cubicBezTo>
                      <a:pt x="225690" y="21205"/>
                      <a:pt x="221690" y="19379"/>
                      <a:pt x="217169" y="19379"/>
                    </a:cubicBezTo>
                    <a:cubicBezTo>
                      <a:pt x="206394" y="19379"/>
                      <a:pt x="199004" y="28071"/>
                      <a:pt x="199004" y="40763"/>
                    </a:cubicBezTo>
                    <a:cubicBezTo>
                      <a:pt x="199004" y="52757"/>
                      <a:pt x="205262" y="60230"/>
                      <a:pt x="215260" y="60230"/>
                    </a:cubicBezTo>
                    <a:cubicBezTo>
                      <a:pt x="223602" y="60230"/>
                      <a:pt x="230036" y="55102"/>
                      <a:pt x="233682" y="45716"/>
                    </a:cubicBezTo>
                    <a:close/>
                    <a:moveTo>
                      <a:pt x="223169" y="32504"/>
                    </a:moveTo>
                    <a:lnTo>
                      <a:pt x="205438" y="32504"/>
                    </a:lnTo>
                    <a:cubicBezTo>
                      <a:pt x="206394" y="25638"/>
                      <a:pt x="209350" y="22511"/>
                      <a:pt x="214649" y="22511"/>
                    </a:cubicBezTo>
                    <a:cubicBezTo>
                      <a:pt x="219951" y="22511"/>
                      <a:pt x="222039" y="24944"/>
                      <a:pt x="223169" y="32504"/>
                    </a:cubicBezTo>
                    <a:close/>
                    <a:moveTo>
                      <a:pt x="252108" y="24420"/>
                    </a:moveTo>
                    <a:cubicBezTo>
                      <a:pt x="252108" y="21729"/>
                      <a:pt x="249844" y="19467"/>
                      <a:pt x="247237" y="19467"/>
                    </a:cubicBezTo>
                    <a:cubicBezTo>
                      <a:pt x="244630" y="19467"/>
                      <a:pt x="242459" y="21729"/>
                      <a:pt x="242459" y="24420"/>
                    </a:cubicBezTo>
                    <a:cubicBezTo>
                      <a:pt x="242459" y="26944"/>
                      <a:pt x="244630" y="29115"/>
                      <a:pt x="247149" y="29115"/>
                    </a:cubicBezTo>
                    <a:cubicBezTo>
                      <a:pt x="249844" y="29115"/>
                      <a:pt x="252108" y="26944"/>
                      <a:pt x="252108" y="24420"/>
                    </a:cubicBezTo>
                    <a:close/>
                    <a:moveTo>
                      <a:pt x="252108" y="55622"/>
                    </a:moveTo>
                    <a:cubicBezTo>
                      <a:pt x="252108" y="52927"/>
                      <a:pt x="249844" y="50669"/>
                      <a:pt x="247237" y="50669"/>
                    </a:cubicBezTo>
                    <a:cubicBezTo>
                      <a:pt x="244630" y="50669"/>
                      <a:pt x="242459" y="52927"/>
                      <a:pt x="242459" y="55622"/>
                    </a:cubicBezTo>
                    <a:cubicBezTo>
                      <a:pt x="242459" y="58142"/>
                      <a:pt x="244630" y="60317"/>
                      <a:pt x="247149" y="60317"/>
                    </a:cubicBezTo>
                    <a:cubicBezTo>
                      <a:pt x="249844" y="60317"/>
                      <a:pt x="252108" y="58142"/>
                      <a:pt x="252108" y="55622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" name="cert_outline_2"/>
              <p:cNvSpPr/>
              <p:nvPr/>
            </p:nvSpPr>
            <p:spPr>
              <a:xfrm>
                <a:off x="3466022" y="2352715"/>
                <a:ext cx="60578" cy="56753"/>
              </a:xfrm>
              <a:custGeom>
                <a:avLst/>
                <a:gdLst/>
                <a:ahLst/>
                <a:cxnLst/>
                <a:rect l="0" t="0" r="r" b="b"/>
                <a:pathLst>
                  <a:path w="60579" h="56753">
                    <a:moveTo>
                      <a:pt x="57884" y="13295"/>
                    </a:moveTo>
                    <a:lnTo>
                      <a:pt x="60579" y="0"/>
                    </a:lnTo>
                    <a:lnTo>
                      <a:pt x="11819" y="0"/>
                    </a:lnTo>
                    <a:lnTo>
                      <a:pt x="11819" y="1389"/>
                    </a:lnTo>
                    <a:cubicBezTo>
                      <a:pt x="18427" y="1909"/>
                      <a:pt x="19641" y="2433"/>
                      <a:pt x="19729" y="4866"/>
                    </a:cubicBezTo>
                    <a:cubicBezTo>
                      <a:pt x="19729" y="6255"/>
                      <a:pt x="19296" y="8342"/>
                      <a:pt x="18772" y="10517"/>
                    </a:cubicBezTo>
                    <a:lnTo>
                      <a:pt x="7910" y="48931"/>
                    </a:lnTo>
                    <a:cubicBezTo>
                      <a:pt x="6346" y="54146"/>
                      <a:pt x="5652" y="54666"/>
                      <a:pt x="0" y="55364"/>
                    </a:cubicBezTo>
                    <a:lnTo>
                      <a:pt x="87" y="56753"/>
                    </a:lnTo>
                    <a:lnTo>
                      <a:pt x="25206" y="56753"/>
                    </a:lnTo>
                    <a:lnTo>
                      <a:pt x="25118" y="55364"/>
                    </a:lnTo>
                    <a:cubicBezTo>
                      <a:pt x="19383" y="55102"/>
                      <a:pt x="17645" y="54146"/>
                      <a:pt x="17558" y="51538"/>
                    </a:cubicBezTo>
                    <a:cubicBezTo>
                      <a:pt x="17558" y="50756"/>
                      <a:pt x="17645" y="49713"/>
                      <a:pt x="18165" y="47629"/>
                    </a:cubicBezTo>
                    <a:lnTo>
                      <a:pt x="23642" y="28420"/>
                    </a:lnTo>
                    <a:cubicBezTo>
                      <a:pt x="27118" y="28595"/>
                      <a:pt x="29202" y="28678"/>
                      <a:pt x="31290" y="28678"/>
                    </a:cubicBezTo>
                    <a:cubicBezTo>
                      <a:pt x="34941" y="28678"/>
                      <a:pt x="35635" y="28766"/>
                      <a:pt x="36505" y="29115"/>
                    </a:cubicBezTo>
                    <a:cubicBezTo>
                      <a:pt x="37894" y="29722"/>
                      <a:pt x="38675" y="30940"/>
                      <a:pt x="38763" y="32679"/>
                    </a:cubicBezTo>
                    <a:cubicBezTo>
                      <a:pt x="38763" y="34068"/>
                      <a:pt x="38675" y="35024"/>
                      <a:pt x="38588" y="37719"/>
                    </a:cubicBezTo>
                    <a:lnTo>
                      <a:pt x="40243" y="38156"/>
                    </a:lnTo>
                    <a:lnTo>
                      <a:pt x="47109" y="17728"/>
                    </a:lnTo>
                    <a:lnTo>
                      <a:pt x="45891" y="17296"/>
                    </a:lnTo>
                    <a:cubicBezTo>
                      <a:pt x="41719" y="25118"/>
                      <a:pt x="41370" y="25206"/>
                      <a:pt x="24598" y="25376"/>
                    </a:cubicBezTo>
                    <a:lnTo>
                      <a:pt x="30333" y="5128"/>
                    </a:lnTo>
                    <a:cubicBezTo>
                      <a:pt x="30766" y="3389"/>
                      <a:pt x="32159" y="2866"/>
                      <a:pt x="36068" y="2866"/>
                    </a:cubicBezTo>
                    <a:cubicBezTo>
                      <a:pt x="52324" y="2866"/>
                      <a:pt x="55626" y="3997"/>
                      <a:pt x="55801" y="9473"/>
                    </a:cubicBezTo>
                    <a:cubicBezTo>
                      <a:pt x="55884" y="10081"/>
                      <a:pt x="55884" y="10430"/>
                      <a:pt x="55801" y="11470"/>
                    </a:cubicBezTo>
                    <a:cubicBezTo>
                      <a:pt x="55713" y="12081"/>
                      <a:pt x="55801" y="12426"/>
                      <a:pt x="55713" y="13125"/>
                    </a:cubicBezTo>
                    <a:lnTo>
                      <a:pt x="57884" y="13295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" name="cert_outline_3"/>
              <p:cNvSpPr/>
              <p:nvPr/>
            </p:nvSpPr>
            <p:spPr>
              <a:xfrm>
                <a:off x="3534711" y="2350546"/>
                <a:ext cx="21121" cy="23554"/>
              </a:xfrm>
              <a:custGeom>
                <a:avLst/>
                <a:gdLst/>
                <a:ahLst/>
                <a:cxnLst/>
                <a:rect l="0" t="0" r="r" b="b"/>
                <a:pathLst>
                  <a:path w="21122" h="23555">
                    <a:moveTo>
                      <a:pt x="21122" y="7060"/>
                    </a:moveTo>
                    <a:cubicBezTo>
                      <a:pt x="21122" y="6025"/>
                      <a:pt x="20268" y="4929"/>
                      <a:pt x="19173" y="4929"/>
                    </a:cubicBezTo>
                    <a:cubicBezTo>
                      <a:pt x="17772" y="4929"/>
                      <a:pt x="12783" y="9918"/>
                      <a:pt x="11017" y="10954"/>
                    </a:cubicBezTo>
                    <a:cubicBezTo>
                      <a:pt x="11017" y="7545"/>
                      <a:pt x="12720" y="4136"/>
                      <a:pt x="12720" y="2068"/>
                    </a:cubicBezTo>
                    <a:cubicBezTo>
                      <a:pt x="12720" y="790"/>
                      <a:pt x="11867" y="0"/>
                      <a:pt x="10589" y="0"/>
                    </a:cubicBezTo>
                    <a:cubicBezTo>
                      <a:pt x="9374" y="0"/>
                      <a:pt x="8644" y="849"/>
                      <a:pt x="8644" y="2068"/>
                    </a:cubicBezTo>
                    <a:cubicBezTo>
                      <a:pt x="8644" y="4441"/>
                      <a:pt x="10104" y="7668"/>
                      <a:pt x="10104" y="10954"/>
                    </a:cubicBezTo>
                    <a:cubicBezTo>
                      <a:pt x="8156" y="9799"/>
                      <a:pt x="3409" y="4687"/>
                      <a:pt x="2131" y="4687"/>
                    </a:cubicBezTo>
                    <a:cubicBezTo>
                      <a:pt x="1036" y="4687"/>
                      <a:pt x="60" y="5719"/>
                      <a:pt x="60" y="6814"/>
                    </a:cubicBezTo>
                    <a:cubicBezTo>
                      <a:pt x="60" y="8946"/>
                      <a:pt x="7243" y="10406"/>
                      <a:pt x="9616" y="11747"/>
                    </a:cubicBezTo>
                    <a:cubicBezTo>
                      <a:pt x="7060" y="13208"/>
                      <a:pt x="2314" y="13938"/>
                      <a:pt x="1095" y="14728"/>
                    </a:cubicBezTo>
                    <a:cubicBezTo>
                      <a:pt x="488" y="15153"/>
                      <a:pt x="0" y="15700"/>
                      <a:pt x="0" y="16494"/>
                    </a:cubicBezTo>
                    <a:cubicBezTo>
                      <a:pt x="0" y="17590"/>
                      <a:pt x="853" y="18562"/>
                      <a:pt x="1949" y="18562"/>
                    </a:cubicBezTo>
                    <a:cubicBezTo>
                      <a:pt x="3346" y="18562"/>
                      <a:pt x="8279" y="13633"/>
                      <a:pt x="10104" y="12597"/>
                    </a:cubicBezTo>
                    <a:cubicBezTo>
                      <a:pt x="10104" y="15946"/>
                      <a:pt x="8398" y="19356"/>
                      <a:pt x="8398" y="21483"/>
                    </a:cubicBezTo>
                    <a:cubicBezTo>
                      <a:pt x="8398" y="22701"/>
                      <a:pt x="9311" y="23555"/>
                      <a:pt x="10529" y="23555"/>
                    </a:cubicBezTo>
                    <a:cubicBezTo>
                      <a:pt x="11747" y="23555"/>
                      <a:pt x="12478" y="22642"/>
                      <a:pt x="12478" y="21483"/>
                    </a:cubicBezTo>
                    <a:cubicBezTo>
                      <a:pt x="12478" y="18990"/>
                      <a:pt x="11077" y="15823"/>
                      <a:pt x="11077" y="12597"/>
                    </a:cubicBezTo>
                    <a:cubicBezTo>
                      <a:pt x="12966" y="13692"/>
                      <a:pt x="17772" y="18808"/>
                      <a:pt x="18991" y="18808"/>
                    </a:cubicBezTo>
                    <a:cubicBezTo>
                      <a:pt x="20086" y="18808"/>
                      <a:pt x="21058" y="17772"/>
                      <a:pt x="21058" y="16677"/>
                    </a:cubicBezTo>
                    <a:cubicBezTo>
                      <a:pt x="21058" y="15883"/>
                      <a:pt x="20510" y="15335"/>
                      <a:pt x="19903" y="14970"/>
                    </a:cubicBezTo>
                    <a:cubicBezTo>
                      <a:pt x="18320" y="13938"/>
                      <a:pt x="14121" y="13268"/>
                      <a:pt x="11501" y="11747"/>
                    </a:cubicBezTo>
                    <a:cubicBezTo>
                      <a:pt x="14363" y="10041"/>
                      <a:pt x="18260" y="9799"/>
                      <a:pt x="20026" y="8763"/>
                    </a:cubicBezTo>
                    <a:cubicBezTo>
                      <a:pt x="20693" y="8398"/>
                      <a:pt x="21122" y="7850"/>
                      <a:pt x="21122" y="7060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cert_outline_4"/>
              <p:cNvSpPr/>
              <p:nvPr/>
            </p:nvSpPr>
            <p:spPr>
              <a:xfrm>
                <a:off x="3600664" y="2359581"/>
                <a:ext cx="44497" cy="54927"/>
              </a:xfrm>
              <a:custGeom>
                <a:avLst/>
                <a:gdLst/>
                <a:ahLst/>
                <a:cxnLst/>
                <a:rect l="0" t="0" r="r" b="b"/>
                <a:pathLst>
                  <a:path w="44498" h="54927">
                    <a:moveTo>
                      <a:pt x="44498" y="43628"/>
                    </a:moveTo>
                    <a:lnTo>
                      <a:pt x="44498" y="38763"/>
                    </a:lnTo>
                    <a:lnTo>
                      <a:pt x="8342" y="21812"/>
                    </a:lnTo>
                    <a:lnTo>
                      <a:pt x="44498" y="4866"/>
                    </a:lnTo>
                    <a:lnTo>
                      <a:pt x="44498" y="0"/>
                    </a:lnTo>
                    <a:lnTo>
                      <a:pt x="0" y="21030"/>
                    </a:lnTo>
                    <a:lnTo>
                      <a:pt x="0" y="22769"/>
                    </a:lnTo>
                    <a:lnTo>
                      <a:pt x="44498" y="43628"/>
                    </a:lnTo>
                    <a:close/>
                    <a:moveTo>
                      <a:pt x="44498" y="54927"/>
                    </a:moveTo>
                    <a:lnTo>
                      <a:pt x="44498" y="50320"/>
                    </a:lnTo>
                    <a:lnTo>
                      <a:pt x="0" y="50320"/>
                    </a:lnTo>
                    <a:lnTo>
                      <a:pt x="0" y="54927"/>
                    </a:lnTo>
                    <a:lnTo>
                      <a:pt x="44498" y="54927"/>
                    </a:ln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cert_outline_5"/>
              <p:cNvSpPr/>
              <p:nvPr/>
            </p:nvSpPr>
            <p:spPr>
              <a:xfrm>
                <a:off x="3682941" y="2351497"/>
                <a:ext cx="47192" cy="59709"/>
              </a:xfrm>
              <a:custGeom>
                <a:avLst/>
                <a:gdLst/>
                <a:ahLst/>
                <a:cxnLst/>
                <a:rect l="0" t="0" r="r" b="b"/>
                <a:pathLst>
                  <a:path w="47192" h="59710">
                    <a:moveTo>
                      <a:pt x="41025" y="42327"/>
                    </a:moveTo>
                    <a:cubicBezTo>
                      <a:pt x="40850" y="36679"/>
                      <a:pt x="38501" y="33373"/>
                      <a:pt x="29115" y="25380"/>
                    </a:cubicBezTo>
                    <a:cubicBezTo>
                      <a:pt x="19729" y="17470"/>
                      <a:pt x="18859" y="16252"/>
                      <a:pt x="18685" y="11993"/>
                    </a:cubicBezTo>
                    <a:cubicBezTo>
                      <a:pt x="18514" y="6521"/>
                      <a:pt x="22598" y="3127"/>
                      <a:pt x="29377" y="3127"/>
                    </a:cubicBezTo>
                    <a:cubicBezTo>
                      <a:pt x="33115" y="3127"/>
                      <a:pt x="36155" y="4171"/>
                      <a:pt x="38417" y="6259"/>
                    </a:cubicBezTo>
                    <a:cubicBezTo>
                      <a:pt x="40850" y="8430"/>
                      <a:pt x="41632" y="11386"/>
                      <a:pt x="41977" y="17208"/>
                    </a:cubicBezTo>
                    <a:lnTo>
                      <a:pt x="43803" y="17470"/>
                    </a:lnTo>
                    <a:lnTo>
                      <a:pt x="47192" y="0"/>
                    </a:lnTo>
                    <a:lnTo>
                      <a:pt x="44934" y="0"/>
                    </a:lnTo>
                    <a:cubicBezTo>
                      <a:pt x="43628" y="2000"/>
                      <a:pt x="42759" y="2433"/>
                      <a:pt x="40501" y="2433"/>
                    </a:cubicBezTo>
                    <a:cubicBezTo>
                      <a:pt x="39199" y="2433"/>
                      <a:pt x="38068" y="2000"/>
                      <a:pt x="35893" y="1306"/>
                    </a:cubicBezTo>
                    <a:cubicBezTo>
                      <a:pt x="33635" y="520"/>
                      <a:pt x="30333" y="87"/>
                      <a:pt x="27202" y="87"/>
                    </a:cubicBezTo>
                    <a:cubicBezTo>
                      <a:pt x="16689" y="87"/>
                      <a:pt x="9561" y="6084"/>
                      <a:pt x="9823" y="14601"/>
                    </a:cubicBezTo>
                    <a:cubicBezTo>
                      <a:pt x="9993" y="19296"/>
                      <a:pt x="11561" y="21816"/>
                      <a:pt x="17816" y="27376"/>
                    </a:cubicBezTo>
                    <a:cubicBezTo>
                      <a:pt x="19121" y="28507"/>
                      <a:pt x="20598" y="29726"/>
                      <a:pt x="21904" y="31028"/>
                    </a:cubicBezTo>
                    <a:lnTo>
                      <a:pt x="25987" y="34679"/>
                    </a:lnTo>
                    <a:cubicBezTo>
                      <a:pt x="30766" y="38937"/>
                      <a:pt x="32071" y="41195"/>
                      <a:pt x="32246" y="44934"/>
                    </a:cubicBezTo>
                    <a:cubicBezTo>
                      <a:pt x="32417" y="51538"/>
                      <a:pt x="27118" y="56495"/>
                      <a:pt x="19729" y="56495"/>
                    </a:cubicBezTo>
                    <a:cubicBezTo>
                      <a:pt x="11386" y="56495"/>
                      <a:pt x="4953" y="50324"/>
                      <a:pt x="4695" y="41807"/>
                    </a:cubicBezTo>
                    <a:cubicBezTo>
                      <a:pt x="4608" y="41195"/>
                      <a:pt x="4608" y="40850"/>
                      <a:pt x="4778" y="40068"/>
                    </a:cubicBezTo>
                    <a:lnTo>
                      <a:pt x="2695" y="39894"/>
                    </a:lnTo>
                    <a:lnTo>
                      <a:pt x="0" y="59448"/>
                    </a:lnTo>
                    <a:lnTo>
                      <a:pt x="1826" y="59448"/>
                    </a:lnTo>
                    <a:cubicBezTo>
                      <a:pt x="2520" y="57277"/>
                      <a:pt x="3389" y="56408"/>
                      <a:pt x="5477" y="56408"/>
                    </a:cubicBezTo>
                    <a:cubicBezTo>
                      <a:pt x="6604" y="56408"/>
                      <a:pt x="8084" y="56753"/>
                      <a:pt x="10779" y="57539"/>
                    </a:cubicBezTo>
                    <a:cubicBezTo>
                      <a:pt x="15383" y="59015"/>
                      <a:pt x="18252" y="59710"/>
                      <a:pt x="21380" y="59710"/>
                    </a:cubicBezTo>
                    <a:cubicBezTo>
                      <a:pt x="32941" y="59710"/>
                      <a:pt x="41370" y="52237"/>
                      <a:pt x="41025" y="42327"/>
                    </a:cubicBezTo>
                    <a:close/>
                  </a:path>
                </a:pathLst>
              </a:custGeom>
              <a:solidFill>
                <a:srgbClr val="00621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51" name="module_stage5"/>
          <p:cNvGrpSpPr/>
          <p:nvPr/>
        </p:nvGrpSpPr>
        <p:grpSpPr>
          <a:xfrm>
            <a:off x="4066673" y="192505"/>
            <a:ext cx="914400" cy="2409323"/>
            <a:chOff x="4066673" y="192505"/>
            <a:chExt cx="914400" cy="2409323"/>
          </a:xfrm>
        </p:grpSpPr>
        <p:sp>
          <p:nvSpPr>
            <p:cNvPr id="352" name="stage5_border"/>
            <p:cNvSpPr/>
            <p:nvPr/>
          </p:nvSpPr>
          <p:spPr>
            <a:xfrm>
              <a:off x="4066673" y="192505"/>
              <a:ext cx="91440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badge5"/>
            <p:cNvSpPr/>
            <p:nvPr/>
          </p:nvSpPr>
          <p:spPr>
            <a:xfrm>
              <a:off x="4174957" y="282742"/>
              <a:ext cx="156410" cy="168442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number5"/>
            <p:cNvSpPr txBox="1"/>
            <p:nvPr/>
          </p:nvSpPr>
          <p:spPr>
            <a:xfrm>
              <a:off x="417495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355" name="title5"/>
            <p:cNvSpPr txBox="1"/>
            <p:nvPr/>
          </p:nvSpPr>
          <p:spPr>
            <a:xfrm>
              <a:off x="4367463" y="300789"/>
              <a:ext cx="58052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6" b="1" i="0">
                  <a:solidFill>
                    <a:srgbClr val="101010"/>
                  </a:solidFill>
                  <a:latin typeface="Liberation Serif"/>
                </a:rPr>
                <a:t>Weighted PPO update</a:t>
              </a:r>
            </a:p>
          </p:txBody>
        </p:sp>
        <p:sp>
          <p:nvSpPr>
            <p:cNvPr id="356" name="weights"/>
            <p:cNvSpPr txBox="1"/>
            <p:nvPr/>
          </p:nvSpPr>
          <p:spPr>
            <a:xfrm>
              <a:off x="4265194" y="550444"/>
              <a:ext cx="478255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86" b="0" i="0">
                  <a:solidFill>
                    <a:srgbClr val="101010"/>
                  </a:solidFill>
                  <a:latin typeface="Liberation Serif"/>
                </a:rPr>
                <a:t>weights</a:t>
              </a:r>
            </a:p>
          </p:txBody>
        </p:sp>
        <p:sp>
          <p:nvSpPr>
            <p:cNvPr id="357" name="weight_box"/>
            <p:cNvSpPr/>
            <p:nvPr/>
          </p:nvSpPr>
          <p:spPr>
            <a:xfrm>
              <a:off x="4111792" y="715878"/>
              <a:ext cx="839202" cy="351923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ppo_label"/>
            <p:cNvSpPr txBox="1"/>
            <p:nvPr/>
          </p:nvSpPr>
          <p:spPr>
            <a:xfrm>
              <a:off x="4132847" y="1188118"/>
              <a:ext cx="797092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8" b="0" i="0">
                  <a:solidFill>
                    <a:srgbClr val="101010"/>
                  </a:solidFill>
                  <a:latin typeface="Liberation Serif"/>
                </a:rPr>
                <a:t>PPO objective (clipped)</a:t>
              </a:r>
            </a:p>
          </p:txBody>
        </p:sp>
        <p:sp>
          <p:nvSpPr>
            <p:cNvPr id="359" name="ppo_box"/>
            <p:cNvSpPr/>
            <p:nvPr/>
          </p:nvSpPr>
          <p:spPr>
            <a:xfrm>
              <a:off x="4087728" y="1359568"/>
              <a:ext cx="869281" cy="484271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actor_down"/>
            <p:cNvSpPr/>
            <p:nvPr/>
          </p:nvSpPr>
          <p:spPr>
            <a:xfrm>
              <a:off x="4517857" y="1894973"/>
              <a:ext cx="30" cy="147386"/>
            </a:xfrm>
            <a:custGeom>
              <a:avLst/>
              <a:gdLst/>
              <a:ahLst/>
              <a:cxnLst/>
              <a:rect l="0" t="0" r="r" b="b"/>
              <a:pathLst>
                <a:path w="1" h="147386" fill="none">
                  <a:moveTo>
                    <a:pt x="0" y="0"/>
                  </a:moveTo>
                  <a:lnTo>
                    <a:pt x="0" y="147386"/>
                  </a:lnTo>
                </a:path>
              </a:pathLst>
            </a:custGeom>
            <a:noFill/>
            <a:ln w="9023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1" name="robot_next" descr="robot_nex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0" y="2219826"/>
              <a:ext cx="138363" cy="246647"/>
            </a:xfrm>
            <a:prstGeom prst="rect">
              <a:avLst/>
            </a:prstGeom>
          </p:spPr>
        </p:pic>
        <p:sp>
          <p:nvSpPr>
            <p:cNvPr id="362" name="nexttraj"/>
            <p:cNvSpPr/>
            <p:nvPr/>
          </p:nvSpPr>
          <p:spPr>
            <a:xfrm>
              <a:off x="4331368" y="2216818"/>
              <a:ext cx="571500" cy="246647"/>
            </a:xfrm>
            <a:custGeom>
              <a:avLst/>
              <a:gdLst/>
              <a:ahLst/>
              <a:cxnLst/>
              <a:rect l="0" t="0" r="r" b="b"/>
              <a:pathLst>
                <a:path w="571500" h="246647" fill="none">
                  <a:moveTo>
                    <a:pt x="0" y="246647"/>
                  </a:moveTo>
                  <a:lnTo>
                    <a:pt x="111292" y="216568"/>
                  </a:lnTo>
                  <a:lnTo>
                    <a:pt x="204536" y="141371"/>
                  </a:lnTo>
                  <a:lnTo>
                    <a:pt x="306805" y="210552"/>
                  </a:lnTo>
                  <a:lnTo>
                    <a:pt x="409073" y="198521"/>
                  </a:lnTo>
                  <a:lnTo>
                    <a:pt x="496302" y="96252"/>
                  </a:lnTo>
                  <a:lnTo>
                    <a:pt x="571500" y="0"/>
                  </a:lnTo>
                </a:path>
              </a:pathLst>
            </a:custGeom>
            <a:noFill/>
            <a:ln w="6918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nextnode0"/>
            <p:cNvSpPr/>
            <p:nvPr/>
          </p:nvSpPr>
          <p:spPr>
            <a:xfrm>
              <a:off x="4313321" y="2445418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nextnode1"/>
            <p:cNvSpPr/>
            <p:nvPr/>
          </p:nvSpPr>
          <p:spPr>
            <a:xfrm>
              <a:off x="4424613" y="2415339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nextnode2"/>
            <p:cNvSpPr/>
            <p:nvPr/>
          </p:nvSpPr>
          <p:spPr>
            <a:xfrm>
              <a:off x="4517857" y="234014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nextnode3"/>
            <p:cNvSpPr/>
            <p:nvPr/>
          </p:nvSpPr>
          <p:spPr>
            <a:xfrm>
              <a:off x="4620126" y="24093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nextnode4"/>
            <p:cNvSpPr/>
            <p:nvPr/>
          </p:nvSpPr>
          <p:spPr>
            <a:xfrm>
              <a:off x="4722394" y="239729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nextnode5"/>
            <p:cNvSpPr/>
            <p:nvPr/>
          </p:nvSpPr>
          <p:spPr>
            <a:xfrm>
              <a:off x="4809623" y="22950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69" name="weight_eq"/>
            <p:cNvGrpSpPr/>
            <p:nvPr/>
          </p:nvGrpSpPr>
          <p:grpSpPr>
            <a:xfrm>
              <a:off x="4153902" y="795212"/>
              <a:ext cx="703375" cy="167203"/>
              <a:chOff x="4169249" y="807853"/>
              <a:chExt cx="771039" cy="167203"/>
            </a:xfrm>
          </p:grpSpPr>
          <p:sp>
            <p:nvSpPr>
              <p:cNvPr id="370" name="weight_eq_outline_0"/>
              <p:cNvSpPr/>
              <p:nvPr/>
            </p:nvSpPr>
            <p:spPr>
              <a:xfrm>
                <a:off x="4169249" y="874744"/>
                <a:ext cx="67626" cy="42636"/>
              </a:xfrm>
              <a:custGeom>
                <a:avLst/>
                <a:gdLst/>
                <a:ahLst/>
                <a:cxnLst/>
                <a:rect l="0" t="0" r="r" b="b"/>
                <a:pathLst>
                  <a:path w="67627" h="42636">
                    <a:moveTo>
                      <a:pt x="67624" y="4830"/>
                    </a:moveTo>
                    <a:cubicBezTo>
                      <a:pt x="67532" y="2044"/>
                      <a:pt x="65024" y="0"/>
                      <a:pt x="61865" y="0"/>
                    </a:cubicBezTo>
                    <a:cubicBezTo>
                      <a:pt x="59261" y="0"/>
                      <a:pt x="57686" y="1207"/>
                      <a:pt x="57777" y="3064"/>
                    </a:cubicBezTo>
                    <a:cubicBezTo>
                      <a:pt x="57868" y="4366"/>
                      <a:pt x="58519" y="5108"/>
                      <a:pt x="60190" y="6505"/>
                    </a:cubicBezTo>
                    <a:cubicBezTo>
                      <a:pt x="61956" y="7898"/>
                      <a:pt x="62516" y="8827"/>
                      <a:pt x="62607" y="9942"/>
                    </a:cubicBezTo>
                    <a:cubicBezTo>
                      <a:pt x="62698" y="13934"/>
                      <a:pt x="59448" y="18855"/>
                      <a:pt x="46629" y="34092"/>
                    </a:cubicBezTo>
                    <a:lnTo>
                      <a:pt x="41430" y="1393"/>
                    </a:lnTo>
                    <a:cubicBezTo>
                      <a:pt x="41430" y="373"/>
                      <a:pt x="40315" y="95"/>
                      <a:pt x="39755" y="95"/>
                    </a:cubicBezTo>
                    <a:cubicBezTo>
                      <a:pt x="39291" y="95"/>
                      <a:pt x="38826" y="278"/>
                      <a:pt x="38362" y="1024"/>
                    </a:cubicBezTo>
                    <a:lnTo>
                      <a:pt x="19598" y="29262"/>
                    </a:lnTo>
                    <a:cubicBezTo>
                      <a:pt x="18947" y="21086"/>
                      <a:pt x="16998" y="9846"/>
                      <a:pt x="15232" y="3159"/>
                    </a:cubicBezTo>
                    <a:cubicBezTo>
                      <a:pt x="14581" y="186"/>
                      <a:pt x="14303" y="0"/>
                      <a:pt x="13097" y="0"/>
                    </a:cubicBezTo>
                    <a:cubicBezTo>
                      <a:pt x="7616" y="1115"/>
                      <a:pt x="0" y="2230"/>
                      <a:pt x="0" y="2230"/>
                    </a:cubicBezTo>
                    <a:lnTo>
                      <a:pt x="0" y="3437"/>
                    </a:lnTo>
                    <a:lnTo>
                      <a:pt x="3064" y="3437"/>
                    </a:lnTo>
                    <a:cubicBezTo>
                      <a:pt x="6128" y="3437"/>
                      <a:pt x="6874" y="3996"/>
                      <a:pt x="7989" y="7338"/>
                    </a:cubicBezTo>
                    <a:cubicBezTo>
                      <a:pt x="9287" y="11799"/>
                      <a:pt x="11053" y="22574"/>
                      <a:pt x="11704" y="30099"/>
                    </a:cubicBezTo>
                    <a:lnTo>
                      <a:pt x="12446" y="38271"/>
                    </a:lnTo>
                    <a:cubicBezTo>
                      <a:pt x="12724" y="41894"/>
                      <a:pt x="12910" y="42636"/>
                      <a:pt x="13930" y="42636"/>
                    </a:cubicBezTo>
                    <a:cubicBezTo>
                      <a:pt x="15141" y="42636"/>
                      <a:pt x="25729" y="24709"/>
                      <a:pt x="25729" y="24709"/>
                    </a:cubicBezTo>
                    <a:lnTo>
                      <a:pt x="34647" y="11612"/>
                    </a:lnTo>
                    <a:lnTo>
                      <a:pt x="39291" y="39850"/>
                    </a:lnTo>
                    <a:cubicBezTo>
                      <a:pt x="39568" y="42358"/>
                      <a:pt x="39568" y="42636"/>
                      <a:pt x="40406" y="42636"/>
                    </a:cubicBezTo>
                    <a:cubicBezTo>
                      <a:pt x="41430" y="42636"/>
                      <a:pt x="42450" y="41894"/>
                      <a:pt x="45145" y="38830"/>
                    </a:cubicBezTo>
                    <a:lnTo>
                      <a:pt x="46073" y="37806"/>
                    </a:lnTo>
                    <a:cubicBezTo>
                      <a:pt x="60377" y="22292"/>
                      <a:pt x="67810" y="10775"/>
                      <a:pt x="67624" y="483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weight_eq_outline_1"/>
              <p:cNvSpPr/>
              <p:nvPr/>
            </p:nvSpPr>
            <p:spPr>
              <a:xfrm>
                <a:off x="4240626" y="894141"/>
                <a:ext cx="20609" cy="36476"/>
              </a:xfrm>
              <a:custGeom>
                <a:avLst/>
                <a:gdLst/>
                <a:ahLst/>
                <a:cxnLst/>
                <a:rect l="0" t="0" r="r" b="b"/>
                <a:pathLst>
                  <a:path w="20610" h="36477">
                    <a:moveTo>
                      <a:pt x="15800" y="28349"/>
                    </a:moveTo>
                    <a:lnTo>
                      <a:pt x="14696" y="27892"/>
                    </a:lnTo>
                    <a:cubicBezTo>
                      <a:pt x="10795" y="31988"/>
                      <a:pt x="9493" y="33028"/>
                      <a:pt x="8192" y="33028"/>
                    </a:cubicBezTo>
                    <a:cubicBezTo>
                      <a:pt x="7346" y="33028"/>
                      <a:pt x="6763" y="32508"/>
                      <a:pt x="6763" y="31861"/>
                    </a:cubicBezTo>
                    <a:cubicBezTo>
                      <a:pt x="6763" y="31730"/>
                      <a:pt x="6826" y="31536"/>
                      <a:pt x="6894" y="31405"/>
                    </a:cubicBezTo>
                    <a:lnTo>
                      <a:pt x="13006" y="10013"/>
                    </a:lnTo>
                    <a:lnTo>
                      <a:pt x="20221" y="10013"/>
                    </a:lnTo>
                    <a:lnTo>
                      <a:pt x="20610" y="7672"/>
                    </a:lnTo>
                    <a:lnTo>
                      <a:pt x="13783" y="7672"/>
                    </a:lnTo>
                    <a:lnTo>
                      <a:pt x="15474" y="976"/>
                    </a:lnTo>
                    <a:lnTo>
                      <a:pt x="14760" y="0"/>
                    </a:lnTo>
                    <a:lnTo>
                      <a:pt x="14565" y="0"/>
                    </a:lnTo>
                    <a:cubicBezTo>
                      <a:pt x="14303" y="0"/>
                      <a:pt x="13783" y="194"/>
                      <a:pt x="13458" y="583"/>
                    </a:cubicBezTo>
                    <a:cubicBezTo>
                      <a:pt x="10533" y="3834"/>
                      <a:pt x="5461" y="7477"/>
                      <a:pt x="2731" y="7997"/>
                    </a:cubicBezTo>
                    <a:cubicBezTo>
                      <a:pt x="714" y="8517"/>
                      <a:pt x="0" y="8906"/>
                      <a:pt x="64" y="9624"/>
                    </a:cubicBezTo>
                    <a:cubicBezTo>
                      <a:pt x="64" y="9624"/>
                      <a:pt x="64" y="9819"/>
                      <a:pt x="194" y="10013"/>
                    </a:cubicBezTo>
                    <a:lnTo>
                      <a:pt x="6568" y="10013"/>
                    </a:lnTo>
                    <a:lnTo>
                      <a:pt x="1107" y="29063"/>
                    </a:lnTo>
                    <a:cubicBezTo>
                      <a:pt x="389" y="31079"/>
                      <a:pt x="0" y="33159"/>
                      <a:pt x="0" y="33941"/>
                    </a:cubicBezTo>
                    <a:cubicBezTo>
                      <a:pt x="0" y="35437"/>
                      <a:pt x="1949" y="36477"/>
                      <a:pt x="4227" y="36477"/>
                    </a:cubicBezTo>
                    <a:cubicBezTo>
                      <a:pt x="8128" y="36477"/>
                      <a:pt x="10795" y="34655"/>
                      <a:pt x="15800" y="2834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weight_eq_outline_2"/>
              <p:cNvSpPr/>
              <p:nvPr/>
            </p:nvSpPr>
            <p:spPr>
              <a:xfrm>
                <a:off x="4304276" y="879852"/>
                <a:ext cx="47561" cy="24058"/>
              </a:xfrm>
              <a:custGeom>
                <a:avLst/>
                <a:gdLst/>
                <a:ahLst/>
                <a:cxnLst/>
                <a:rect l="0" t="0" r="r" b="b"/>
                <a:pathLst>
                  <a:path w="47561" h="24059">
                    <a:moveTo>
                      <a:pt x="47561" y="5203"/>
                    </a:moveTo>
                    <a:lnTo>
                      <a:pt x="47561" y="0"/>
                    </a:lnTo>
                    <a:lnTo>
                      <a:pt x="0" y="0"/>
                    </a:lnTo>
                    <a:lnTo>
                      <a:pt x="0" y="5203"/>
                    </a:lnTo>
                    <a:lnTo>
                      <a:pt x="47561" y="5203"/>
                    </a:lnTo>
                    <a:close/>
                    <a:moveTo>
                      <a:pt x="47561" y="24059"/>
                    </a:moveTo>
                    <a:lnTo>
                      <a:pt x="47561" y="18859"/>
                    </a:lnTo>
                    <a:lnTo>
                      <a:pt x="0" y="18859"/>
                    </a:lnTo>
                    <a:lnTo>
                      <a:pt x="0" y="24059"/>
                    </a:lnTo>
                    <a:lnTo>
                      <a:pt x="47561" y="2405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weight_eq_outline_3"/>
              <p:cNvSpPr/>
              <p:nvPr/>
            </p:nvSpPr>
            <p:spPr>
              <a:xfrm>
                <a:off x="4385725" y="852265"/>
                <a:ext cx="134232" cy="83601"/>
              </a:xfrm>
              <a:custGeom>
                <a:avLst/>
                <a:gdLst/>
                <a:ahLst/>
                <a:cxnLst/>
                <a:rect l="0" t="0" r="r" b="b"/>
                <a:pathLst>
                  <a:path w="134233" h="83602">
                    <a:moveTo>
                      <a:pt x="35949" y="49788"/>
                    </a:moveTo>
                    <a:lnTo>
                      <a:pt x="34647" y="48954"/>
                    </a:lnTo>
                    <a:cubicBezTo>
                      <a:pt x="30190" y="55455"/>
                      <a:pt x="26845" y="57686"/>
                      <a:pt x="21550" y="57686"/>
                    </a:cubicBezTo>
                    <a:cubicBezTo>
                      <a:pt x="13006" y="57686"/>
                      <a:pt x="7152" y="50252"/>
                      <a:pt x="7152" y="39572"/>
                    </a:cubicBezTo>
                    <a:cubicBezTo>
                      <a:pt x="7152" y="29912"/>
                      <a:pt x="12263" y="23408"/>
                      <a:pt x="19788" y="23408"/>
                    </a:cubicBezTo>
                    <a:cubicBezTo>
                      <a:pt x="23130" y="23408"/>
                      <a:pt x="24336" y="24432"/>
                      <a:pt x="25265" y="27868"/>
                    </a:cubicBezTo>
                    <a:lnTo>
                      <a:pt x="25825" y="29912"/>
                    </a:lnTo>
                    <a:cubicBezTo>
                      <a:pt x="26567" y="32603"/>
                      <a:pt x="28238" y="34183"/>
                      <a:pt x="30282" y="34183"/>
                    </a:cubicBezTo>
                    <a:cubicBezTo>
                      <a:pt x="32699" y="34183"/>
                      <a:pt x="34647" y="32421"/>
                      <a:pt x="34647" y="30281"/>
                    </a:cubicBezTo>
                    <a:cubicBezTo>
                      <a:pt x="34647" y="25078"/>
                      <a:pt x="28146" y="20713"/>
                      <a:pt x="20344" y="20713"/>
                    </a:cubicBezTo>
                    <a:cubicBezTo>
                      <a:pt x="15978" y="20713"/>
                      <a:pt x="11517" y="22388"/>
                      <a:pt x="7803" y="25452"/>
                    </a:cubicBezTo>
                    <a:cubicBezTo>
                      <a:pt x="2786" y="29631"/>
                      <a:pt x="0" y="36040"/>
                      <a:pt x="0" y="43752"/>
                    </a:cubicBezTo>
                    <a:cubicBezTo>
                      <a:pt x="0" y="55733"/>
                      <a:pt x="7338" y="64373"/>
                      <a:pt x="17649" y="64373"/>
                    </a:cubicBezTo>
                    <a:cubicBezTo>
                      <a:pt x="21646" y="64373"/>
                      <a:pt x="25174" y="63071"/>
                      <a:pt x="28333" y="60472"/>
                    </a:cubicBezTo>
                    <a:cubicBezTo>
                      <a:pt x="31119" y="58241"/>
                      <a:pt x="32976" y="55551"/>
                      <a:pt x="35949" y="49788"/>
                    </a:cubicBezTo>
                    <a:close/>
                    <a:moveTo>
                      <a:pt x="62796" y="63444"/>
                    </a:moveTo>
                    <a:lnTo>
                      <a:pt x="62796" y="62051"/>
                    </a:lnTo>
                    <a:cubicBezTo>
                      <a:pt x="56850" y="61678"/>
                      <a:pt x="55830" y="60750"/>
                      <a:pt x="55830" y="55642"/>
                    </a:cubicBezTo>
                    <a:lnTo>
                      <a:pt x="55830" y="186"/>
                    </a:lnTo>
                    <a:lnTo>
                      <a:pt x="55457" y="0"/>
                    </a:lnTo>
                    <a:cubicBezTo>
                      <a:pt x="50627" y="1579"/>
                      <a:pt x="47099" y="2508"/>
                      <a:pt x="40690" y="4088"/>
                    </a:cubicBezTo>
                    <a:lnTo>
                      <a:pt x="40690" y="5572"/>
                    </a:lnTo>
                    <a:lnTo>
                      <a:pt x="41245" y="5572"/>
                    </a:lnTo>
                    <a:cubicBezTo>
                      <a:pt x="42269" y="5481"/>
                      <a:pt x="43380" y="5386"/>
                      <a:pt x="44127" y="5386"/>
                    </a:cubicBezTo>
                    <a:cubicBezTo>
                      <a:pt x="47099" y="5386"/>
                      <a:pt x="48028" y="6687"/>
                      <a:pt x="48028" y="11053"/>
                    </a:cubicBezTo>
                    <a:lnTo>
                      <a:pt x="48028" y="55364"/>
                    </a:lnTo>
                    <a:cubicBezTo>
                      <a:pt x="48028" y="60381"/>
                      <a:pt x="46726" y="61587"/>
                      <a:pt x="40876" y="62051"/>
                    </a:cubicBezTo>
                    <a:lnTo>
                      <a:pt x="40876" y="63444"/>
                    </a:lnTo>
                    <a:lnTo>
                      <a:pt x="62796" y="63444"/>
                    </a:lnTo>
                    <a:close/>
                    <a:moveTo>
                      <a:pt x="88251" y="63444"/>
                    </a:moveTo>
                    <a:lnTo>
                      <a:pt x="88251" y="62051"/>
                    </a:lnTo>
                    <a:cubicBezTo>
                      <a:pt x="82119" y="61587"/>
                      <a:pt x="81377" y="60658"/>
                      <a:pt x="81377" y="53971"/>
                    </a:cubicBezTo>
                    <a:lnTo>
                      <a:pt x="81377" y="20995"/>
                    </a:lnTo>
                    <a:lnTo>
                      <a:pt x="81004" y="20713"/>
                    </a:lnTo>
                    <a:lnTo>
                      <a:pt x="66606" y="25825"/>
                    </a:lnTo>
                    <a:lnTo>
                      <a:pt x="66606" y="27218"/>
                    </a:lnTo>
                    <a:lnTo>
                      <a:pt x="67348" y="27122"/>
                    </a:lnTo>
                    <a:cubicBezTo>
                      <a:pt x="68463" y="26940"/>
                      <a:pt x="69669" y="26845"/>
                      <a:pt x="70507" y="26845"/>
                    </a:cubicBezTo>
                    <a:cubicBezTo>
                      <a:pt x="72737" y="26845"/>
                      <a:pt x="73575" y="28333"/>
                      <a:pt x="73575" y="32421"/>
                    </a:cubicBezTo>
                    <a:lnTo>
                      <a:pt x="73575" y="53971"/>
                    </a:lnTo>
                    <a:cubicBezTo>
                      <a:pt x="73575" y="60658"/>
                      <a:pt x="72642" y="61678"/>
                      <a:pt x="66232" y="62051"/>
                    </a:cubicBezTo>
                    <a:lnTo>
                      <a:pt x="66232" y="63444"/>
                    </a:lnTo>
                    <a:lnTo>
                      <a:pt x="88251" y="63444"/>
                    </a:lnTo>
                    <a:close/>
                    <a:moveTo>
                      <a:pt x="82211" y="4739"/>
                    </a:moveTo>
                    <a:cubicBezTo>
                      <a:pt x="82211" y="2135"/>
                      <a:pt x="80167" y="0"/>
                      <a:pt x="77476" y="0"/>
                    </a:cubicBezTo>
                    <a:cubicBezTo>
                      <a:pt x="74872" y="0"/>
                      <a:pt x="72737" y="2135"/>
                      <a:pt x="72737" y="4739"/>
                    </a:cubicBezTo>
                    <a:cubicBezTo>
                      <a:pt x="72737" y="7430"/>
                      <a:pt x="74872" y="9473"/>
                      <a:pt x="77476" y="9473"/>
                    </a:cubicBezTo>
                    <a:cubicBezTo>
                      <a:pt x="80167" y="9473"/>
                      <a:pt x="82211" y="7430"/>
                      <a:pt x="82211" y="4739"/>
                    </a:cubicBezTo>
                    <a:close/>
                    <a:moveTo>
                      <a:pt x="134233" y="40501"/>
                    </a:moveTo>
                    <a:cubicBezTo>
                      <a:pt x="134233" y="28984"/>
                      <a:pt x="127728" y="20713"/>
                      <a:pt x="118719" y="20713"/>
                    </a:cubicBezTo>
                    <a:cubicBezTo>
                      <a:pt x="113516" y="20713"/>
                      <a:pt x="109428" y="23039"/>
                      <a:pt x="105341" y="28051"/>
                    </a:cubicBezTo>
                    <a:lnTo>
                      <a:pt x="105341" y="20899"/>
                    </a:lnTo>
                    <a:lnTo>
                      <a:pt x="104785" y="20713"/>
                    </a:lnTo>
                    <a:cubicBezTo>
                      <a:pt x="99768" y="22665"/>
                      <a:pt x="96518" y="23872"/>
                      <a:pt x="91410" y="25452"/>
                    </a:cubicBezTo>
                    <a:lnTo>
                      <a:pt x="91410" y="26940"/>
                    </a:lnTo>
                    <a:cubicBezTo>
                      <a:pt x="92244" y="26845"/>
                      <a:pt x="92895" y="26845"/>
                      <a:pt x="93732" y="26845"/>
                    </a:cubicBezTo>
                    <a:cubicBezTo>
                      <a:pt x="96891" y="26845"/>
                      <a:pt x="97538" y="27773"/>
                      <a:pt x="97538" y="32139"/>
                    </a:cubicBezTo>
                    <a:lnTo>
                      <a:pt x="97538" y="75613"/>
                    </a:lnTo>
                    <a:cubicBezTo>
                      <a:pt x="97538" y="80443"/>
                      <a:pt x="96518" y="81466"/>
                      <a:pt x="91037" y="82022"/>
                    </a:cubicBezTo>
                    <a:lnTo>
                      <a:pt x="91037" y="83602"/>
                    </a:lnTo>
                    <a:lnTo>
                      <a:pt x="113516" y="83602"/>
                    </a:lnTo>
                    <a:lnTo>
                      <a:pt x="113516" y="81931"/>
                    </a:lnTo>
                    <a:cubicBezTo>
                      <a:pt x="106551" y="81836"/>
                      <a:pt x="105341" y="80816"/>
                      <a:pt x="105341" y="74962"/>
                    </a:cubicBezTo>
                    <a:lnTo>
                      <a:pt x="105341" y="60381"/>
                    </a:lnTo>
                    <a:cubicBezTo>
                      <a:pt x="108595" y="63444"/>
                      <a:pt x="110821" y="64373"/>
                      <a:pt x="114723" y="64373"/>
                    </a:cubicBezTo>
                    <a:cubicBezTo>
                      <a:pt x="125684" y="64373"/>
                      <a:pt x="134233" y="53971"/>
                      <a:pt x="134233" y="40501"/>
                    </a:cubicBezTo>
                    <a:close/>
                    <a:moveTo>
                      <a:pt x="126244" y="44124"/>
                    </a:moveTo>
                    <a:cubicBezTo>
                      <a:pt x="126244" y="54435"/>
                      <a:pt x="121692" y="61400"/>
                      <a:pt x="115004" y="61400"/>
                    </a:cubicBezTo>
                    <a:cubicBezTo>
                      <a:pt x="110639" y="61400"/>
                      <a:pt x="105341" y="58055"/>
                      <a:pt x="105341" y="55269"/>
                    </a:cubicBezTo>
                    <a:lnTo>
                      <a:pt x="105341" y="32421"/>
                    </a:lnTo>
                    <a:cubicBezTo>
                      <a:pt x="105341" y="29631"/>
                      <a:pt x="110544" y="26289"/>
                      <a:pt x="114818" y="26289"/>
                    </a:cubicBezTo>
                    <a:cubicBezTo>
                      <a:pt x="121692" y="26289"/>
                      <a:pt x="126244" y="33349"/>
                      <a:pt x="126244" y="4412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weight_eq_outline_4"/>
              <p:cNvSpPr/>
              <p:nvPr/>
            </p:nvSpPr>
            <p:spPr>
              <a:xfrm>
                <a:off x="4550303" y="807853"/>
                <a:ext cx="25638" cy="167203"/>
              </a:xfrm>
              <a:custGeom>
                <a:avLst/>
                <a:gdLst/>
                <a:ahLst/>
                <a:cxnLst/>
                <a:rect l="0" t="0" r="r" b="b"/>
                <a:pathLst>
                  <a:path w="25638" h="167203">
                    <a:moveTo>
                      <a:pt x="25638" y="164418"/>
                    </a:moveTo>
                    <a:cubicBezTo>
                      <a:pt x="12263" y="148534"/>
                      <a:pt x="8549" y="109335"/>
                      <a:pt x="8549" y="83602"/>
                    </a:cubicBezTo>
                    <a:cubicBezTo>
                      <a:pt x="8549" y="57872"/>
                      <a:pt x="12263" y="18764"/>
                      <a:pt x="25638" y="2881"/>
                    </a:cubicBezTo>
                    <a:lnTo>
                      <a:pt x="24432" y="0"/>
                    </a:lnTo>
                    <a:cubicBezTo>
                      <a:pt x="14307" y="11521"/>
                      <a:pt x="0" y="37437"/>
                      <a:pt x="0" y="83602"/>
                    </a:cubicBezTo>
                    <a:cubicBezTo>
                      <a:pt x="0" y="129770"/>
                      <a:pt x="13748" y="155687"/>
                      <a:pt x="24432" y="167203"/>
                    </a:cubicBezTo>
                    <a:lnTo>
                      <a:pt x="25638" y="16441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weight_eq_outline_5"/>
              <p:cNvSpPr/>
              <p:nvPr/>
            </p:nvSpPr>
            <p:spPr>
              <a:xfrm>
                <a:off x="4701263" y="836651"/>
                <a:ext cx="50129" cy="42457"/>
              </a:xfrm>
              <a:custGeom>
                <a:avLst/>
                <a:gdLst/>
                <a:ahLst/>
                <a:cxnLst/>
                <a:rect l="0" t="0" r="r" b="b"/>
                <a:pathLst>
                  <a:path w="50129" h="42458">
                    <a:moveTo>
                      <a:pt x="48117" y="9950"/>
                    </a:moveTo>
                    <a:lnTo>
                      <a:pt x="50129" y="0"/>
                    </a:lnTo>
                    <a:lnTo>
                      <a:pt x="8584" y="0"/>
                    </a:lnTo>
                    <a:lnTo>
                      <a:pt x="8648" y="1040"/>
                    </a:lnTo>
                    <a:cubicBezTo>
                      <a:pt x="14502" y="1429"/>
                      <a:pt x="15474" y="1754"/>
                      <a:pt x="15474" y="3965"/>
                    </a:cubicBezTo>
                    <a:cubicBezTo>
                      <a:pt x="15474" y="4941"/>
                      <a:pt x="15216" y="6370"/>
                      <a:pt x="14891" y="7866"/>
                    </a:cubicBezTo>
                    <a:lnTo>
                      <a:pt x="6568" y="36608"/>
                    </a:lnTo>
                    <a:cubicBezTo>
                      <a:pt x="5397" y="40509"/>
                      <a:pt x="4814" y="40898"/>
                      <a:pt x="0" y="41418"/>
                    </a:cubicBezTo>
                    <a:lnTo>
                      <a:pt x="67" y="42458"/>
                    </a:lnTo>
                    <a:lnTo>
                      <a:pt x="21654" y="42458"/>
                    </a:lnTo>
                    <a:lnTo>
                      <a:pt x="21586" y="41418"/>
                    </a:lnTo>
                    <a:cubicBezTo>
                      <a:pt x="16581" y="41223"/>
                      <a:pt x="14954" y="40509"/>
                      <a:pt x="14954" y="38362"/>
                    </a:cubicBezTo>
                    <a:cubicBezTo>
                      <a:pt x="14954" y="37775"/>
                      <a:pt x="15085" y="36997"/>
                      <a:pt x="15411" y="35631"/>
                    </a:cubicBezTo>
                    <a:lnTo>
                      <a:pt x="19506" y="21391"/>
                    </a:lnTo>
                    <a:cubicBezTo>
                      <a:pt x="22431" y="21523"/>
                      <a:pt x="24317" y="21586"/>
                      <a:pt x="26075" y="21586"/>
                    </a:cubicBezTo>
                    <a:cubicBezTo>
                      <a:pt x="29131" y="21586"/>
                      <a:pt x="29714" y="21650"/>
                      <a:pt x="30428" y="21911"/>
                    </a:cubicBezTo>
                    <a:cubicBezTo>
                      <a:pt x="31599" y="22368"/>
                      <a:pt x="32250" y="23277"/>
                      <a:pt x="32381" y="24578"/>
                    </a:cubicBezTo>
                    <a:cubicBezTo>
                      <a:pt x="32445" y="25618"/>
                      <a:pt x="32445" y="26269"/>
                      <a:pt x="32512" y="28285"/>
                    </a:cubicBezTo>
                    <a:lnTo>
                      <a:pt x="33941" y="28607"/>
                    </a:lnTo>
                    <a:lnTo>
                      <a:pt x="39402" y="13263"/>
                    </a:lnTo>
                    <a:lnTo>
                      <a:pt x="38298" y="12938"/>
                    </a:lnTo>
                    <a:cubicBezTo>
                      <a:pt x="34917" y="18792"/>
                      <a:pt x="34655" y="18856"/>
                      <a:pt x="20221" y="18987"/>
                    </a:cubicBezTo>
                    <a:lnTo>
                      <a:pt x="24515" y="3838"/>
                    </a:lnTo>
                    <a:cubicBezTo>
                      <a:pt x="24840" y="2536"/>
                      <a:pt x="26138" y="2147"/>
                      <a:pt x="29389" y="2147"/>
                    </a:cubicBezTo>
                    <a:cubicBezTo>
                      <a:pt x="43109" y="2147"/>
                      <a:pt x="45970" y="2992"/>
                      <a:pt x="46232" y="7088"/>
                    </a:cubicBezTo>
                    <a:cubicBezTo>
                      <a:pt x="46232" y="7541"/>
                      <a:pt x="46295" y="7802"/>
                      <a:pt x="46295" y="8580"/>
                    </a:cubicBezTo>
                    <a:cubicBezTo>
                      <a:pt x="46232" y="9037"/>
                      <a:pt x="46232" y="9299"/>
                      <a:pt x="46232" y="9819"/>
                    </a:cubicBezTo>
                    <a:lnTo>
                      <a:pt x="48117" y="995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weight_eq_outline_6"/>
              <p:cNvSpPr/>
              <p:nvPr/>
            </p:nvSpPr>
            <p:spPr>
              <a:xfrm>
                <a:off x="4758746" y="826242"/>
                <a:ext cx="22562" cy="25161"/>
              </a:xfrm>
              <a:custGeom>
                <a:avLst/>
                <a:gdLst/>
                <a:ahLst/>
                <a:cxnLst/>
                <a:rect l="0" t="0" r="r" b="b"/>
                <a:pathLst>
                  <a:path w="22562" h="25162">
                    <a:moveTo>
                      <a:pt x="22562" y="7541"/>
                    </a:moveTo>
                    <a:cubicBezTo>
                      <a:pt x="22562" y="6437"/>
                      <a:pt x="21650" y="5267"/>
                      <a:pt x="20479" y="5267"/>
                    </a:cubicBezTo>
                    <a:cubicBezTo>
                      <a:pt x="18986" y="5267"/>
                      <a:pt x="13652" y="10597"/>
                      <a:pt x="11767" y="11704"/>
                    </a:cubicBezTo>
                    <a:cubicBezTo>
                      <a:pt x="11767" y="8061"/>
                      <a:pt x="13589" y="4421"/>
                      <a:pt x="13589" y="2211"/>
                    </a:cubicBezTo>
                    <a:cubicBezTo>
                      <a:pt x="13589" y="845"/>
                      <a:pt x="12676" y="0"/>
                      <a:pt x="11311" y="0"/>
                    </a:cubicBezTo>
                    <a:cubicBezTo>
                      <a:pt x="10013" y="0"/>
                      <a:pt x="9231" y="909"/>
                      <a:pt x="9231" y="2211"/>
                    </a:cubicBezTo>
                    <a:cubicBezTo>
                      <a:pt x="9231" y="4747"/>
                      <a:pt x="10791" y="8192"/>
                      <a:pt x="10791" y="11704"/>
                    </a:cubicBezTo>
                    <a:cubicBezTo>
                      <a:pt x="8711" y="10466"/>
                      <a:pt x="3639" y="5005"/>
                      <a:pt x="2274" y="5005"/>
                    </a:cubicBezTo>
                    <a:cubicBezTo>
                      <a:pt x="1103" y="5005"/>
                      <a:pt x="64" y="6112"/>
                      <a:pt x="64" y="7283"/>
                    </a:cubicBezTo>
                    <a:cubicBezTo>
                      <a:pt x="64" y="9557"/>
                      <a:pt x="7735" y="11117"/>
                      <a:pt x="10271" y="12549"/>
                    </a:cubicBezTo>
                    <a:cubicBezTo>
                      <a:pt x="7541" y="14109"/>
                      <a:pt x="2469" y="14887"/>
                      <a:pt x="1171" y="15732"/>
                    </a:cubicBezTo>
                    <a:cubicBezTo>
                      <a:pt x="520" y="16189"/>
                      <a:pt x="0" y="16772"/>
                      <a:pt x="0" y="17617"/>
                    </a:cubicBezTo>
                    <a:cubicBezTo>
                      <a:pt x="0" y="18788"/>
                      <a:pt x="909" y="19828"/>
                      <a:pt x="2080" y="19828"/>
                    </a:cubicBezTo>
                    <a:cubicBezTo>
                      <a:pt x="3576" y="19828"/>
                      <a:pt x="8842" y="14561"/>
                      <a:pt x="10791" y="13458"/>
                    </a:cubicBezTo>
                    <a:cubicBezTo>
                      <a:pt x="10791" y="17034"/>
                      <a:pt x="8973" y="20673"/>
                      <a:pt x="8973" y="22951"/>
                    </a:cubicBezTo>
                    <a:cubicBezTo>
                      <a:pt x="8973" y="24253"/>
                      <a:pt x="9946" y="25162"/>
                      <a:pt x="11247" y="25162"/>
                    </a:cubicBezTo>
                    <a:cubicBezTo>
                      <a:pt x="12549" y="25162"/>
                      <a:pt x="13327" y="24186"/>
                      <a:pt x="13327" y="22951"/>
                    </a:cubicBezTo>
                    <a:cubicBezTo>
                      <a:pt x="13327" y="20284"/>
                      <a:pt x="11831" y="16903"/>
                      <a:pt x="11831" y="13458"/>
                    </a:cubicBezTo>
                    <a:cubicBezTo>
                      <a:pt x="13847" y="14629"/>
                      <a:pt x="18986" y="20090"/>
                      <a:pt x="20284" y="20090"/>
                    </a:cubicBezTo>
                    <a:cubicBezTo>
                      <a:pt x="21455" y="20090"/>
                      <a:pt x="22495" y="18983"/>
                      <a:pt x="22495" y="17816"/>
                    </a:cubicBezTo>
                    <a:cubicBezTo>
                      <a:pt x="22495" y="16970"/>
                      <a:pt x="21911" y="16383"/>
                      <a:pt x="21261" y="15994"/>
                    </a:cubicBezTo>
                    <a:cubicBezTo>
                      <a:pt x="19570" y="14887"/>
                      <a:pt x="15085" y="14172"/>
                      <a:pt x="12287" y="12549"/>
                    </a:cubicBezTo>
                    <a:cubicBezTo>
                      <a:pt x="15343" y="10728"/>
                      <a:pt x="19506" y="10466"/>
                      <a:pt x="21392" y="9362"/>
                    </a:cubicBezTo>
                    <a:cubicBezTo>
                      <a:pt x="22106" y="8973"/>
                      <a:pt x="22562" y="8386"/>
                      <a:pt x="22562" y="75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weight_eq_outline_7"/>
              <p:cNvSpPr/>
              <p:nvPr/>
            </p:nvSpPr>
            <p:spPr>
              <a:xfrm>
                <a:off x="4595773" y="891829"/>
                <a:ext cx="299044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299045" h="254">
                    <a:moveTo>
                      <a:pt x="0" y="0"/>
                    </a:moveTo>
                    <a:lnTo>
                      <a:pt x="299045" y="0"/>
                    </a:lnTo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weight_eq_outline_8"/>
              <p:cNvSpPr/>
              <p:nvPr/>
            </p:nvSpPr>
            <p:spPr>
              <a:xfrm>
                <a:off x="4596813" y="926861"/>
                <a:ext cx="109573" cy="30559"/>
              </a:xfrm>
              <a:custGeom>
                <a:avLst/>
                <a:gdLst/>
                <a:ahLst/>
                <a:cxnLst/>
                <a:rect l="0" t="0" r="r" b="b"/>
                <a:pathLst>
                  <a:path w="109573" h="30559">
                    <a:moveTo>
                      <a:pt x="49351" y="29908"/>
                    </a:moveTo>
                    <a:lnTo>
                      <a:pt x="49351" y="28932"/>
                    </a:lnTo>
                    <a:lnTo>
                      <a:pt x="47661" y="28801"/>
                    </a:lnTo>
                    <a:cubicBezTo>
                      <a:pt x="45708" y="28674"/>
                      <a:pt x="44863" y="27503"/>
                      <a:pt x="44863" y="24967"/>
                    </a:cubicBezTo>
                    <a:lnTo>
                      <a:pt x="44863" y="11573"/>
                    </a:lnTo>
                    <a:cubicBezTo>
                      <a:pt x="44863" y="3901"/>
                      <a:pt x="42327" y="0"/>
                      <a:pt x="37322" y="0"/>
                    </a:cubicBezTo>
                    <a:cubicBezTo>
                      <a:pt x="33552" y="0"/>
                      <a:pt x="30234" y="1691"/>
                      <a:pt x="26726" y="5461"/>
                    </a:cubicBezTo>
                    <a:cubicBezTo>
                      <a:pt x="25555" y="1754"/>
                      <a:pt x="23344" y="0"/>
                      <a:pt x="19832" y="0"/>
                    </a:cubicBezTo>
                    <a:cubicBezTo>
                      <a:pt x="16970" y="0"/>
                      <a:pt x="15149" y="909"/>
                      <a:pt x="9755" y="5005"/>
                    </a:cubicBezTo>
                    <a:lnTo>
                      <a:pt x="9755" y="131"/>
                    </a:lnTo>
                    <a:lnTo>
                      <a:pt x="9299" y="0"/>
                    </a:lnTo>
                    <a:cubicBezTo>
                      <a:pt x="5981" y="1234"/>
                      <a:pt x="3770" y="1949"/>
                      <a:pt x="194" y="2925"/>
                    </a:cubicBezTo>
                    <a:lnTo>
                      <a:pt x="194" y="4032"/>
                    </a:lnTo>
                    <a:cubicBezTo>
                      <a:pt x="1040" y="3834"/>
                      <a:pt x="1560" y="3770"/>
                      <a:pt x="2278" y="3770"/>
                    </a:cubicBezTo>
                    <a:cubicBezTo>
                      <a:pt x="3965" y="3770"/>
                      <a:pt x="4552" y="4810"/>
                      <a:pt x="4552" y="7934"/>
                    </a:cubicBezTo>
                    <a:lnTo>
                      <a:pt x="4552" y="24380"/>
                    </a:lnTo>
                    <a:cubicBezTo>
                      <a:pt x="4552" y="27892"/>
                      <a:pt x="3643" y="28869"/>
                      <a:pt x="0" y="28932"/>
                    </a:cubicBezTo>
                    <a:lnTo>
                      <a:pt x="0" y="29908"/>
                    </a:lnTo>
                    <a:lnTo>
                      <a:pt x="14434" y="29908"/>
                    </a:lnTo>
                    <a:lnTo>
                      <a:pt x="14434" y="28932"/>
                    </a:lnTo>
                    <a:cubicBezTo>
                      <a:pt x="10989" y="28801"/>
                      <a:pt x="10013" y="28087"/>
                      <a:pt x="10013" y="25551"/>
                    </a:cubicBezTo>
                    <a:lnTo>
                      <a:pt x="10013" y="7215"/>
                    </a:lnTo>
                    <a:cubicBezTo>
                      <a:pt x="10013" y="7215"/>
                      <a:pt x="10533" y="6437"/>
                      <a:pt x="10989" y="5981"/>
                    </a:cubicBezTo>
                    <a:cubicBezTo>
                      <a:pt x="12613" y="4485"/>
                      <a:pt x="15411" y="3381"/>
                      <a:pt x="17685" y="3381"/>
                    </a:cubicBezTo>
                    <a:cubicBezTo>
                      <a:pt x="20546" y="3381"/>
                      <a:pt x="21979" y="5655"/>
                      <a:pt x="21979" y="10208"/>
                    </a:cubicBezTo>
                    <a:lnTo>
                      <a:pt x="21979" y="24317"/>
                    </a:lnTo>
                    <a:cubicBezTo>
                      <a:pt x="21979" y="27960"/>
                      <a:pt x="21261" y="28674"/>
                      <a:pt x="17558" y="28932"/>
                    </a:cubicBezTo>
                    <a:lnTo>
                      <a:pt x="17558" y="29908"/>
                    </a:lnTo>
                    <a:lnTo>
                      <a:pt x="32119" y="29908"/>
                    </a:lnTo>
                    <a:lnTo>
                      <a:pt x="32119" y="28932"/>
                    </a:lnTo>
                    <a:cubicBezTo>
                      <a:pt x="28412" y="28869"/>
                      <a:pt x="27440" y="27761"/>
                      <a:pt x="27440" y="23733"/>
                    </a:cubicBezTo>
                    <a:lnTo>
                      <a:pt x="27440" y="7346"/>
                    </a:lnTo>
                    <a:cubicBezTo>
                      <a:pt x="29389" y="4552"/>
                      <a:pt x="31536" y="3381"/>
                      <a:pt x="34524" y="3381"/>
                    </a:cubicBezTo>
                    <a:cubicBezTo>
                      <a:pt x="38231" y="3381"/>
                      <a:pt x="39402" y="5135"/>
                      <a:pt x="39402" y="10533"/>
                    </a:cubicBezTo>
                    <a:lnTo>
                      <a:pt x="39402" y="24253"/>
                    </a:lnTo>
                    <a:cubicBezTo>
                      <a:pt x="39402" y="27960"/>
                      <a:pt x="38882" y="28480"/>
                      <a:pt x="35112" y="28932"/>
                    </a:cubicBezTo>
                    <a:lnTo>
                      <a:pt x="35112" y="29908"/>
                    </a:lnTo>
                    <a:lnTo>
                      <a:pt x="49351" y="29908"/>
                    </a:lnTo>
                    <a:close/>
                    <a:moveTo>
                      <a:pt x="78294" y="27309"/>
                    </a:moveTo>
                    <a:lnTo>
                      <a:pt x="78294" y="25618"/>
                    </a:lnTo>
                    <a:cubicBezTo>
                      <a:pt x="77190" y="26527"/>
                      <a:pt x="76408" y="26853"/>
                      <a:pt x="75432" y="26853"/>
                    </a:cubicBezTo>
                    <a:cubicBezTo>
                      <a:pt x="73940" y="26853"/>
                      <a:pt x="73483" y="25944"/>
                      <a:pt x="73483" y="23082"/>
                    </a:cubicBezTo>
                    <a:lnTo>
                      <a:pt x="73483" y="10402"/>
                    </a:lnTo>
                    <a:cubicBezTo>
                      <a:pt x="73483" y="7088"/>
                      <a:pt x="73158" y="5267"/>
                      <a:pt x="72249" y="3770"/>
                    </a:cubicBezTo>
                    <a:cubicBezTo>
                      <a:pt x="70884" y="1298"/>
                      <a:pt x="68086" y="0"/>
                      <a:pt x="64121" y="0"/>
                    </a:cubicBezTo>
                    <a:cubicBezTo>
                      <a:pt x="60803" y="0"/>
                      <a:pt x="57684" y="909"/>
                      <a:pt x="55862" y="2405"/>
                    </a:cubicBezTo>
                    <a:cubicBezTo>
                      <a:pt x="54239" y="3770"/>
                      <a:pt x="53195" y="5655"/>
                      <a:pt x="53195" y="7283"/>
                    </a:cubicBezTo>
                    <a:cubicBezTo>
                      <a:pt x="53195" y="8779"/>
                      <a:pt x="54433" y="10077"/>
                      <a:pt x="55993" y="10077"/>
                    </a:cubicBezTo>
                    <a:cubicBezTo>
                      <a:pt x="57553" y="10077"/>
                      <a:pt x="58918" y="8779"/>
                      <a:pt x="58918" y="7346"/>
                    </a:cubicBezTo>
                    <a:cubicBezTo>
                      <a:pt x="58918" y="7088"/>
                      <a:pt x="58855" y="6763"/>
                      <a:pt x="58787" y="6306"/>
                    </a:cubicBezTo>
                    <a:cubicBezTo>
                      <a:pt x="58660" y="5723"/>
                      <a:pt x="58593" y="5199"/>
                      <a:pt x="58593" y="4747"/>
                    </a:cubicBezTo>
                    <a:cubicBezTo>
                      <a:pt x="58593" y="2988"/>
                      <a:pt x="60672" y="1560"/>
                      <a:pt x="63276" y="1560"/>
                    </a:cubicBezTo>
                    <a:cubicBezTo>
                      <a:pt x="66463" y="1560"/>
                      <a:pt x="68217" y="3445"/>
                      <a:pt x="68217" y="6957"/>
                    </a:cubicBezTo>
                    <a:lnTo>
                      <a:pt x="68217" y="10922"/>
                    </a:lnTo>
                    <a:cubicBezTo>
                      <a:pt x="58204" y="14954"/>
                      <a:pt x="57096" y="15474"/>
                      <a:pt x="54302" y="17947"/>
                    </a:cubicBezTo>
                    <a:cubicBezTo>
                      <a:pt x="52874" y="19244"/>
                      <a:pt x="51961" y="21455"/>
                      <a:pt x="51961" y="23602"/>
                    </a:cubicBezTo>
                    <a:cubicBezTo>
                      <a:pt x="51961" y="27698"/>
                      <a:pt x="54759" y="30559"/>
                      <a:pt x="58787" y="30559"/>
                    </a:cubicBezTo>
                    <a:cubicBezTo>
                      <a:pt x="61649" y="30559"/>
                      <a:pt x="64316" y="29194"/>
                      <a:pt x="68280" y="25813"/>
                    </a:cubicBezTo>
                    <a:cubicBezTo>
                      <a:pt x="68606" y="29258"/>
                      <a:pt x="69777" y="30559"/>
                      <a:pt x="72444" y="30559"/>
                    </a:cubicBezTo>
                    <a:cubicBezTo>
                      <a:pt x="74654" y="30559"/>
                      <a:pt x="76019" y="29778"/>
                      <a:pt x="78294" y="27309"/>
                    </a:cubicBezTo>
                    <a:close/>
                    <a:moveTo>
                      <a:pt x="68217" y="21911"/>
                    </a:moveTo>
                    <a:cubicBezTo>
                      <a:pt x="68217" y="23928"/>
                      <a:pt x="67891" y="24511"/>
                      <a:pt x="66526" y="25356"/>
                    </a:cubicBezTo>
                    <a:cubicBezTo>
                      <a:pt x="64966" y="26269"/>
                      <a:pt x="63145" y="26789"/>
                      <a:pt x="61780" y="26789"/>
                    </a:cubicBezTo>
                    <a:cubicBezTo>
                      <a:pt x="59505" y="26789"/>
                      <a:pt x="57684" y="24578"/>
                      <a:pt x="57684" y="21780"/>
                    </a:cubicBezTo>
                    <a:lnTo>
                      <a:pt x="57684" y="21523"/>
                    </a:lnTo>
                    <a:cubicBezTo>
                      <a:pt x="57684" y="17685"/>
                      <a:pt x="60351" y="15343"/>
                      <a:pt x="68217" y="12482"/>
                    </a:cubicBezTo>
                    <a:lnTo>
                      <a:pt x="68217" y="21911"/>
                    </a:lnTo>
                    <a:close/>
                    <a:moveTo>
                      <a:pt x="109573" y="29908"/>
                    </a:moveTo>
                    <a:lnTo>
                      <a:pt x="109573" y="28932"/>
                    </a:lnTo>
                    <a:cubicBezTo>
                      <a:pt x="107561" y="28932"/>
                      <a:pt x="106259" y="27892"/>
                      <a:pt x="104243" y="25031"/>
                    </a:cubicBezTo>
                    <a:lnTo>
                      <a:pt x="95921" y="12287"/>
                    </a:lnTo>
                    <a:lnTo>
                      <a:pt x="101318" y="4485"/>
                    </a:lnTo>
                    <a:cubicBezTo>
                      <a:pt x="102552" y="2730"/>
                      <a:pt x="104505" y="1691"/>
                      <a:pt x="106585" y="1623"/>
                    </a:cubicBezTo>
                    <a:lnTo>
                      <a:pt x="106585" y="651"/>
                    </a:lnTo>
                    <a:lnTo>
                      <a:pt x="96310" y="651"/>
                    </a:lnTo>
                    <a:lnTo>
                      <a:pt x="96310" y="1623"/>
                    </a:lnTo>
                    <a:cubicBezTo>
                      <a:pt x="98262" y="1754"/>
                      <a:pt x="98913" y="2143"/>
                      <a:pt x="98913" y="3056"/>
                    </a:cubicBezTo>
                    <a:cubicBezTo>
                      <a:pt x="98913" y="3834"/>
                      <a:pt x="98131" y="5267"/>
                      <a:pt x="96504" y="7283"/>
                    </a:cubicBezTo>
                    <a:cubicBezTo>
                      <a:pt x="96183" y="7672"/>
                      <a:pt x="95401" y="8842"/>
                      <a:pt x="94556" y="10144"/>
                    </a:cubicBezTo>
                    <a:lnTo>
                      <a:pt x="93647" y="8842"/>
                    </a:lnTo>
                    <a:cubicBezTo>
                      <a:pt x="91825" y="6112"/>
                      <a:pt x="90654" y="3901"/>
                      <a:pt x="90654" y="3056"/>
                    </a:cubicBezTo>
                    <a:cubicBezTo>
                      <a:pt x="90654" y="2143"/>
                      <a:pt x="91500" y="1691"/>
                      <a:pt x="93448" y="1623"/>
                    </a:cubicBezTo>
                    <a:lnTo>
                      <a:pt x="93448" y="651"/>
                    </a:lnTo>
                    <a:lnTo>
                      <a:pt x="79990" y="651"/>
                    </a:lnTo>
                    <a:lnTo>
                      <a:pt x="79990" y="1623"/>
                    </a:lnTo>
                    <a:lnTo>
                      <a:pt x="80578" y="1623"/>
                    </a:lnTo>
                    <a:cubicBezTo>
                      <a:pt x="82526" y="1623"/>
                      <a:pt x="83566" y="2468"/>
                      <a:pt x="85582" y="5524"/>
                    </a:cubicBezTo>
                    <a:lnTo>
                      <a:pt x="91694" y="14891"/>
                    </a:lnTo>
                    <a:lnTo>
                      <a:pt x="84280" y="25618"/>
                    </a:lnTo>
                    <a:cubicBezTo>
                      <a:pt x="82332" y="28281"/>
                      <a:pt x="81681" y="28738"/>
                      <a:pt x="79538" y="28932"/>
                    </a:cubicBezTo>
                    <a:lnTo>
                      <a:pt x="79538" y="29908"/>
                    </a:lnTo>
                    <a:lnTo>
                      <a:pt x="88963" y="29908"/>
                    </a:lnTo>
                    <a:lnTo>
                      <a:pt x="88963" y="28932"/>
                    </a:lnTo>
                    <a:cubicBezTo>
                      <a:pt x="87142" y="28932"/>
                      <a:pt x="86364" y="28607"/>
                      <a:pt x="86364" y="27761"/>
                    </a:cubicBezTo>
                    <a:cubicBezTo>
                      <a:pt x="86364" y="27372"/>
                      <a:pt x="86816" y="26396"/>
                      <a:pt x="87662" y="25098"/>
                    </a:cubicBezTo>
                    <a:lnTo>
                      <a:pt x="92801" y="17101"/>
                    </a:lnTo>
                    <a:lnTo>
                      <a:pt x="98715" y="26202"/>
                    </a:lnTo>
                    <a:cubicBezTo>
                      <a:pt x="98977" y="26591"/>
                      <a:pt x="99108" y="26984"/>
                      <a:pt x="99108" y="27372"/>
                    </a:cubicBezTo>
                    <a:cubicBezTo>
                      <a:pt x="99108" y="28543"/>
                      <a:pt x="98651" y="28801"/>
                      <a:pt x="96504" y="28932"/>
                    </a:cubicBezTo>
                    <a:lnTo>
                      <a:pt x="96504" y="29908"/>
                    </a:lnTo>
                    <a:lnTo>
                      <a:pt x="109573" y="2990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weight_eq_outline_9"/>
              <p:cNvSpPr/>
              <p:nvPr/>
            </p:nvSpPr>
            <p:spPr>
              <a:xfrm>
                <a:off x="4716075" y="910148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1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3"/>
                      <a:pt x="16645" y="1044"/>
                    </a:cubicBezTo>
                    <a:lnTo>
                      <a:pt x="16061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weight_eq_outline_10"/>
              <p:cNvSpPr/>
              <p:nvPr/>
            </p:nvSpPr>
            <p:spPr>
              <a:xfrm>
                <a:off x="4763784" y="899712"/>
                <a:ext cx="20220" cy="10858"/>
              </a:xfrm>
              <a:custGeom>
                <a:avLst/>
                <a:gdLst/>
                <a:ahLst/>
                <a:cxnLst/>
                <a:rect l="0" t="0" r="r" b="b"/>
                <a:pathLst>
                  <a:path w="20221" h="10858">
                    <a:moveTo>
                      <a:pt x="20221" y="10858"/>
                    </a:moveTo>
                    <a:lnTo>
                      <a:pt x="12093" y="0"/>
                    </a:lnTo>
                    <a:lnTo>
                      <a:pt x="8064" y="0"/>
                    </a:lnTo>
                    <a:lnTo>
                      <a:pt x="0" y="10858"/>
                    </a:lnTo>
                    <a:lnTo>
                      <a:pt x="2211" y="10858"/>
                    </a:lnTo>
                    <a:lnTo>
                      <a:pt x="10081" y="4159"/>
                    </a:lnTo>
                    <a:lnTo>
                      <a:pt x="18010" y="10858"/>
                    </a:lnTo>
                    <a:lnTo>
                      <a:pt x="20221" y="1085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" name="weight_eq_outline_11"/>
              <p:cNvSpPr/>
              <p:nvPr/>
            </p:nvSpPr>
            <p:spPr>
              <a:xfrm>
                <a:off x="4740213" y="914311"/>
                <a:ext cx="50129" cy="42457"/>
              </a:xfrm>
              <a:custGeom>
                <a:avLst/>
                <a:gdLst/>
                <a:ahLst/>
                <a:cxnLst/>
                <a:rect l="0" t="0" r="r" b="b"/>
                <a:pathLst>
                  <a:path w="50129" h="42458">
                    <a:moveTo>
                      <a:pt x="48117" y="9950"/>
                    </a:moveTo>
                    <a:lnTo>
                      <a:pt x="50129" y="0"/>
                    </a:lnTo>
                    <a:lnTo>
                      <a:pt x="8584" y="0"/>
                    </a:lnTo>
                    <a:lnTo>
                      <a:pt x="8648" y="1040"/>
                    </a:lnTo>
                    <a:cubicBezTo>
                      <a:pt x="14502" y="1429"/>
                      <a:pt x="15474" y="1754"/>
                      <a:pt x="15474" y="3965"/>
                    </a:cubicBezTo>
                    <a:cubicBezTo>
                      <a:pt x="15474" y="4941"/>
                      <a:pt x="15216" y="6370"/>
                      <a:pt x="14891" y="7866"/>
                    </a:cubicBezTo>
                    <a:lnTo>
                      <a:pt x="6568" y="36608"/>
                    </a:lnTo>
                    <a:cubicBezTo>
                      <a:pt x="5397" y="40509"/>
                      <a:pt x="4814" y="40898"/>
                      <a:pt x="0" y="41418"/>
                    </a:cubicBezTo>
                    <a:lnTo>
                      <a:pt x="67" y="42458"/>
                    </a:lnTo>
                    <a:lnTo>
                      <a:pt x="21654" y="42458"/>
                    </a:lnTo>
                    <a:lnTo>
                      <a:pt x="21586" y="41418"/>
                    </a:lnTo>
                    <a:cubicBezTo>
                      <a:pt x="16581" y="41223"/>
                      <a:pt x="14954" y="40509"/>
                      <a:pt x="14954" y="38362"/>
                    </a:cubicBezTo>
                    <a:cubicBezTo>
                      <a:pt x="14954" y="37775"/>
                      <a:pt x="15085" y="36997"/>
                      <a:pt x="15411" y="35631"/>
                    </a:cubicBezTo>
                    <a:lnTo>
                      <a:pt x="19506" y="21392"/>
                    </a:lnTo>
                    <a:cubicBezTo>
                      <a:pt x="22431" y="21523"/>
                      <a:pt x="24316" y="21586"/>
                      <a:pt x="26075" y="21586"/>
                    </a:cubicBezTo>
                    <a:cubicBezTo>
                      <a:pt x="29131" y="21586"/>
                      <a:pt x="29714" y="21650"/>
                      <a:pt x="30428" y="21912"/>
                    </a:cubicBezTo>
                    <a:cubicBezTo>
                      <a:pt x="31599" y="22368"/>
                      <a:pt x="32250" y="23277"/>
                      <a:pt x="32381" y="24579"/>
                    </a:cubicBezTo>
                    <a:cubicBezTo>
                      <a:pt x="32444" y="25618"/>
                      <a:pt x="32444" y="26269"/>
                      <a:pt x="32512" y="28285"/>
                    </a:cubicBezTo>
                    <a:lnTo>
                      <a:pt x="33941" y="28607"/>
                    </a:lnTo>
                    <a:lnTo>
                      <a:pt x="39402" y="13264"/>
                    </a:lnTo>
                    <a:lnTo>
                      <a:pt x="38298" y="12938"/>
                    </a:lnTo>
                    <a:cubicBezTo>
                      <a:pt x="34917" y="18792"/>
                      <a:pt x="34655" y="18856"/>
                      <a:pt x="20221" y="18986"/>
                    </a:cubicBezTo>
                    <a:lnTo>
                      <a:pt x="24515" y="3838"/>
                    </a:lnTo>
                    <a:cubicBezTo>
                      <a:pt x="24840" y="2536"/>
                      <a:pt x="26138" y="2147"/>
                      <a:pt x="29389" y="2147"/>
                    </a:cubicBezTo>
                    <a:cubicBezTo>
                      <a:pt x="43109" y="2147"/>
                      <a:pt x="45970" y="2993"/>
                      <a:pt x="46232" y="7088"/>
                    </a:cubicBezTo>
                    <a:cubicBezTo>
                      <a:pt x="46232" y="7541"/>
                      <a:pt x="46295" y="7803"/>
                      <a:pt x="46295" y="8581"/>
                    </a:cubicBezTo>
                    <a:cubicBezTo>
                      <a:pt x="46232" y="9037"/>
                      <a:pt x="46232" y="9299"/>
                      <a:pt x="46232" y="9819"/>
                    </a:cubicBezTo>
                    <a:lnTo>
                      <a:pt x="48117" y="995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weight_eq_outline_12"/>
              <p:cNvSpPr/>
              <p:nvPr/>
            </p:nvSpPr>
            <p:spPr>
              <a:xfrm>
                <a:off x="4799095" y="950137"/>
                <a:ext cx="11116" cy="16061"/>
              </a:xfrm>
              <a:custGeom>
                <a:avLst/>
                <a:gdLst/>
                <a:ahLst/>
                <a:cxnLst/>
                <a:rect l="0" t="0" r="r" b="b"/>
                <a:pathLst>
                  <a:path w="11116" h="16062">
                    <a:moveTo>
                      <a:pt x="11116" y="6243"/>
                    </a:moveTo>
                    <a:cubicBezTo>
                      <a:pt x="11116" y="845"/>
                      <a:pt x="6564" y="0"/>
                      <a:pt x="4679" y="0"/>
                    </a:cubicBezTo>
                    <a:cubicBezTo>
                      <a:pt x="2663" y="0"/>
                      <a:pt x="0" y="1234"/>
                      <a:pt x="0" y="4032"/>
                    </a:cubicBezTo>
                    <a:cubicBezTo>
                      <a:pt x="0" y="6632"/>
                      <a:pt x="2730" y="7283"/>
                      <a:pt x="4743" y="7283"/>
                    </a:cubicBezTo>
                    <a:cubicBezTo>
                      <a:pt x="5266" y="7283"/>
                      <a:pt x="5655" y="7215"/>
                      <a:pt x="5850" y="7152"/>
                    </a:cubicBezTo>
                    <a:cubicBezTo>
                      <a:pt x="6112" y="7088"/>
                      <a:pt x="6501" y="7021"/>
                      <a:pt x="6632" y="7021"/>
                    </a:cubicBezTo>
                    <a:cubicBezTo>
                      <a:pt x="7152" y="7021"/>
                      <a:pt x="7672" y="7346"/>
                      <a:pt x="7672" y="7934"/>
                    </a:cubicBezTo>
                    <a:cubicBezTo>
                      <a:pt x="7672" y="9168"/>
                      <a:pt x="6433" y="11898"/>
                      <a:pt x="1365" y="14629"/>
                    </a:cubicBezTo>
                    <a:lnTo>
                      <a:pt x="2012" y="16062"/>
                    </a:lnTo>
                    <a:cubicBezTo>
                      <a:pt x="4485" y="15411"/>
                      <a:pt x="11116" y="10858"/>
                      <a:pt x="11116" y="6243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weight_eq_outline_13"/>
              <p:cNvSpPr/>
              <p:nvPr/>
            </p:nvSpPr>
            <p:spPr>
              <a:xfrm>
                <a:off x="4825154" y="914049"/>
                <a:ext cx="35565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35565" h="43954">
                    <a:moveTo>
                      <a:pt x="25294" y="27051"/>
                    </a:moveTo>
                    <a:cubicBezTo>
                      <a:pt x="25425" y="35437"/>
                      <a:pt x="18988" y="42005"/>
                      <a:pt x="13590" y="42005"/>
                    </a:cubicBezTo>
                    <a:cubicBezTo>
                      <a:pt x="9169" y="42005"/>
                      <a:pt x="7479" y="37064"/>
                      <a:pt x="7415" y="33421"/>
                    </a:cubicBezTo>
                    <a:cubicBezTo>
                      <a:pt x="7217" y="18661"/>
                      <a:pt x="20806" y="17558"/>
                      <a:pt x="20873" y="17558"/>
                    </a:cubicBezTo>
                    <a:cubicBezTo>
                      <a:pt x="20873" y="17621"/>
                      <a:pt x="25227" y="21784"/>
                      <a:pt x="25294" y="27051"/>
                    </a:cubicBezTo>
                    <a:close/>
                    <a:moveTo>
                      <a:pt x="35565" y="3707"/>
                    </a:moveTo>
                    <a:cubicBezTo>
                      <a:pt x="35502" y="1691"/>
                      <a:pt x="31795" y="0"/>
                      <a:pt x="25227" y="0"/>
                    </a:cubicBezTo>
                    <a:cubicBezTo>
                      <a:pt x="18793" y="0"/>
                      <a:pt x="13590" y="2929"/>
                      <a:pt x="13590" y="6894"/>
                    </a:cubicBezTo>
                    <a:cubicBezTo>
                      <a:pt x="13654" y="11184"/>
                      <a:pt x="19508" y="15867"/>
                      <a:pt x="19508" y="15930"/>
                    </a:cubicBezTo>
                    <a:cubicBezTo>
                      <a:pt x="19440" y="15930"/>
                      <a:pt x="-193" y="18467"/>
                      <a:pt x="1" y="33488"/>
                    </a:cubicBezTo>
                    <a:cubicBezTo>
                      <a:pt x="65" y="37909"/>
                      <a:pt x="3121" y="43954"/>
                      <a:pt x="11511" y="43954"/>
                    </a:cubicBezTo>
                    <a:cubicBezTo>
                      <a:pt x="23278" y="43954"/>
                      <a:pt x="32446" y="35500"/>
                      <a:pt x="32315" y="24904"/>
                    </a:cubicBezTo>
                    <a:cubicBezTo>
                      <a:pt x="32184" y="14109"/>
                      <a:pt x="17035" y="12744"/>
                      <a:pt x="16972" y="6437"/>
                    </a:cubicBezTo>
                    <a:cubicBezTo>
                      <a:pt x="16972" y="3512"/>
                      <a:pt x="21198" y="2278"/>
                      <a:pt x="23735" y="2278"/>
                    </a:cubicBezTo>
                    <a:cubicBezTo>
                      <a:pt x="31144" y="2278"/>
                      <a:pt x="29521" y="5985"/>
                      <a:pt x="32835" y="5985"/>
                    </a:cubicBezTo>
                    <a:cubicBezTo>
                      <a:pt x="34593" y="5985"/>
                      <a:pt x="35565" y="4814"/>
                      <a:pt x="35565" y="370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weight_eq_outline_14"/>
              <p:cNvSpPr/>
              <p:nvPr/>
            </p:nvSpPr>
            <p:spPr>
              <a:xfrm>
                <a:off x="4868549" y="910148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3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weight_eq_outline_15"/>
              <p:cNvSpPr/>
              <p:nvPr/>
            </p:nvSpPr>
            <p:spPr>
              <a:xfrm>
                <a:off x="4914650" y="807853"/>
                <a:ext cx="25638" cy="167203"/>
              </a:xfrm>
              <a:custGeom>
                <a:avLst/>
                <a:gdLst/>
                <a:ahLst/>
                <a:cxnLst/>
                <a:rect l="0" t="0" r="r" b="b"/>
                <a:pathLst>
                  <a:path w="25638" h="167203">
                    <a:moveTo>
                      <a:pt x="0" y="164418"/>
                    </a:moveTo>
                    <a:lnTo>
                      <a:pt x="1206" y="167203"/>
                    </a:lnTo>
                    <a:cubicBezTo>
                      <a:pt x="11890" y="155687"/>
                      <a:pt x="25638" y="129770"/>
                      <a:pt x="25638" y="83602"/>
                    </a:cubicBezTo>
                    <a:cubicBezTo>
                      <a:pt x="25638" y="37437"/>
                      <a:pt x="11335" y="11521"/>
                      <a:pt x="1206" y="0"/>
                    </a:cubicBezTo>
                    <a:lnTo>
                      <a:pt x="0" y="2881"/>
                    </a:lnTo>
                    <a:cubicBezTo>
                      <a:pt x="13379" y="18764"/>
                      <a:pt x="17093" y="57872"/>
                      <a:pt x="17093" y="83602"/>
                    </a:cubicBezTo>
                    <a:cubicBezTo>
                      <a:pt x="17093" y="109335"/>
                      <a:pt x="13379" y="148534"/>
                      <a:pt x="0" y="16441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86" name="ppo_eq1"/>
            <p:cNvGrpSpPr/>
            <p:nvPr/>
          </p:nvGrpSpPr>
          <p:grpSpPr>
            <a:xfrm>
              <a:off x="4108784" y="1422734"/>
              <a:ext cx="770523" cy="132153"/>
              <a:chOff x="4129265" y="1435388"/>
              <a:chExt cx="979355" cy="161825"/>
            </a:xfrm>
          </p:grpSpPr>
          <p:sp>
            <p:nvSpPr>
              <p:cNvPr id="387" name="ppo_eq1_outline_0"/>
              <p:cNvSpPr/>
              <p:nvPr/>
            </p:nvSpPr>
            <p:spPr>
              <a:xfrm>
                <a:off x="4129265" y="1477820"/>
                <a:ext cx="66075" cy="69675"/>
              </a:xfrm>
              <a:custGeom>
                <a:avLst/>
                <a:gdLst/>
                <a:ahLst/>
                <a:cxnLst/>
                <a:rect l="0" t="0" r="r" b="b"/>
                <a:pathLst>
                  <a:path w="66076" h="69675">
                    <a:moveTo>
                      <a:pt x="66076" y="55920"/>
                    </a:moveTo>
                    <a:lnTo>
                      <a:pt x="65627" y="55023"/>
                    </a:lnTo>
                    <a:cubicBezTo>
                      <a:pt x="61762" y="59245"/>
                      <a:pt x="56098" y="61944"/>
                      <a:pt x="50344" y="61944"/>
                    </a:cubicBezTo>
                    <a:cubicBezTo>
                      <a:pt x="40545" y="61944"/>
                      <a:pt x="31103" y="58976"/>
                      <a:pt x="21753" y="56551"/>
                    </a:cubicBezTo>
                    <a:cubicBezTo>
                      <a:pt x="31555" y="47831"/>
                      <a:pt x="37128" y="37941"/>
                      <a:pt x="39287" y="24995"/>
                    </a:cubicBezTo>
                    <a:cubicBezTo>
                      <a:pt x="40366" y="18252"/>
                      <a:pt x="41354" y="2969"/>
                      <a:pt x="50792" y="2969"/>
                    </a:cubicBezTo>
                    <a:cubicBezTo>
                      <a:pt x="54749" y="2969"/>
                      <a:pt x="58166" y="4405"/>
                      <a:pt x="58166" y="8902"/>
                    </a:cubicBezTo>
                    <a:cubicBezTo>
                      <a:pt x="58166" y="10700"/>
                      <a:pt x="57265" y="12406"/>
                      <a:pt x="56007" y="13668"/>
                    </a:cubicBezTo>
                    <a:lnTo>
                      <a:pt x="56007" y="14657"/>
                    </a:lnTo>
                    <a:cubicBezTo>
                      <a:pt x="58166" y="13938"/>
                      <a:pt x="65179" y="10700"/>
                      <a:pt x="65179" y="8092"/>
                    </a:cubicBezTo>
                    <a:cubicBezTo>
                      <a:pt x="65179" y="2338"/>
                      <a:pt x="57714" y="0"/>
                      <a:pt x="53042" y="0"/>
                    </a:cubicBezTo>
                    <a:cubicBezTo>
                      <a:pt x="28496" y="0"/>
                      <a:pt x="30028" y="25444"/>
                      <a:pt x="25261" y="42616"/>
                    </a:cubicBezTo>
                    <a:cubicBezTo>
                      <a:pt x="24451" y="45672"/>
                      <a:pt x="20225" y="55201"/>
                      <a:pt x="16542" y="55201"/>
                    </a:cubicBezTo>
                    <a:cubicBezTo>
                      <a:pt x="14022" y="55201"/>
                      <a:pt x="11597" y="54213"/>
                      <a:pt x="9077" y="54213"/>
                    </a:cubicBezTo>
                    <a:cubicBezTo>
                      <a:pt x="5751" y="54213"/>
                      <a:pt x="1258" y="60777"/>
                      <a:pt x="0" y="63472"/>
                    </a:cubicBezTo>
                    <a:lnTo>
                      <a:pt x="448" y="64103"/>
                    </a:lnTo>
                    <a:cubicBezTo>
                      <a:pt x="1976" y="62845"/>
                      <a:pt x="4223" y="61404"/>
                      <a:pt x="6290" y="61404"/>
                    </a:cubicBezTo>
                    <a:cubicBezTo>
                      <a:pt x="21487" y="61404"/>
                      <a:pt x="35421" y="69675"/>
                      <a:pt x="50613" y="69675"/>
                    </a:cubicBezTo>
                    <a:cubicBezTo>
                      <a:pt x="59781" y="69675"/>
                      <a:pt x="63381" y="63742"/>
                      <a:pt x="66076" y="5592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ppo_eq1_outline_1"/>
              <p:cNvSpPr/>
              <p:nvPr/>
            </p:nvSpPr>
            <p:spPr>
              <a:xfrm>
                <a:off x="4212045" y="1475304"/>
                <a:ext cx="23014" cy="82621"/>
              </a:xfrm>
              <a:custGeom>
                <a:avLst/>
                <a:gdLst/>
                <a:ahLst/>
                <a:cxnLst/>
                <a:rect l="0" t="0" r="r" b="b"/>
                <a:pathLst>
                  <a:path w="23015" h="82622">
                    <a:moveTo>
                      <a:pt x="22205" y="0"/>
                    </a:moveTo>
                    <a:cubicBezTo>
                      <a:pt x="9172" y="8449"/>
                      <a:pt x="0" y="23015"/>
                      <a:pt x="0" y="41354"/>
                    </a:cubicBezTo>
                    <a:cubicBezTo>
                      <a:pt x="0" y="58079"/>
                      <a:pt x="9529" y="74978"/>
                      <a:pt x="21939" y="82622"/>
                    </a:cubicBezTo>
                    <a:lnTo>
                      <a:pt x="23015" y="81181"/>
                    </a:lnTo>
                    <a:cubicBezTo>
                      <a:pt x="11148" y="71834"/>
                      <a:pt x="7731" y="60956"/>
                      <a:pt x="7731" y="41085"/>
                    </a:cubicBezTo>
                    <a:cubicBezTo>
                      <a:pt x="7731" y="21126"/>
                      <a:pt x="11418" y="10787"/>
                      <a:pt x="23015" y="1441"/>
                    </a:cubicBezTo>
                    <a:lnTo>
                      <a:pt x="22205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ppo_eq1_outline_2"/>
              <p:cNvSpPr/>
              <p:nvPr/>
            </p:nvSpPr>
            <p:spPr>
              <a:xfrm>
                <a:off x="4253492" y="1480968"/>
                <a:ext cx="43604" cy="59785"/>
              </a:xfrm>
              <a:custGeom>
                <a:avLst/>
                <a:gdLst/>
                <a:ahLst/>
                <a:cxnLst/>
                <a:rect l="0" t="0" r="r" b="b"/>
                <a:pathLst>
                  <a:path w="43605" h="59785">
                    <a:moveTo>
                      <a:pt x="43605" y="15375"/>
                    </a:moveTo>
                    <a:cubicBezTo>
                      <a:pt x="43605" y="13577"/>
                      <a:pt x="43335" y="0"/>
                      <a:pt x="31107" y="0"/>
                    </a:cubicBezTo>
                    <a:cubicBezTo>
                      <a:pt x="12946" y="0"/>
                      <a:pt x="0" y="24995"/>
                      <a:pt x="0" y="42255"/>
                    </a:cubicBezTo>
                    <a:cubicBezTo>
                      <a:pt x="0" y="45490"/>
                      <a:pt x="540" y="59785"/>
                      <a:pt x="13664" y="59785"/>
                    </a:cubicBezTo>
                    <a:cubicBezTo>
                      <a:pt x="34163" y="59785"/>
                      <a:pt x="43605" y="29218"/>
                      <a:pt x="43605" y="15375"/>
                    </a:cubicBezTo>
                    <a:close/>
                    <a:moveTo>
                      <a:pt x="36143" y="10160"/>
                    </a:moveTo>
                    <a:cubicBezTo>
                      <a:pt x="36143" y="15014"/>
                      <a:pt x="34611" y="21669"/>
                      <a:pt x="32365" y="28948"/>
                    </a:cubicBezTo>
                    <a:lnTo>
                      <a:pt x="11509" y="28948"/>
                    </a:lnTo>
                    <a:cubicBezTo>
                      <a:pt x="15105" y="15915"/>
                      <a:pt x="21217" y="1889"/>
                      <a:pt x="30659" y="1889"/>
                    </a:cubicBezTo>
                    <a:cubicBezTo>
                      <a:pt x="34611" y="1889"/>
                      <a:pt x="36143" y="5036"/>
                      <a:pt x="36143" y="10160"/>
                    </a:cubicBezTo>
                    <a:close/>
                    <a:moveTo>
                      <a:pt x="31468" y="32186"/>
                    </a:moveTo>
                    <a:cubicBezTo>
                      <a:pt x="28500" y="42704"/>
                      <a:pt x="25082" y="57809"/>
                      <a:pt x="15375" y="57809"/>
                    </a:cubicBezTo>
                    <a:cubicBezTo>
                      <a:pt x="10069" y="57809"/>
                      <a:pt x="8184" y="53495"/>
                      <a:pt x="8184" y="47470"/>
                    </a:cubicBezTo>
                    <a:cubicBezTo>
                      <a:pt x="8184" y="43065"/>
                      <a:pt x="9259" y="37671"/>
                      <a:pt x="10608" y="32186"/>
                    </a:cubicBezTo>
                    <a:lnTo>
                      <a:pt x="31468" y="3218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" name="ppo_eq1_outline_3"/>
              <p:cNvSpPr/>
              <p:nvPr/>
            </p:nvSpPr>
            <p:spPr>
              <a:xfrm>
                <a:off x="4310718" y="1475304"/>
                <a:ext cx="23014" cy="82621"/>
              </a:xfrm>
              <a:custGeom>
                <a:avLst/>
                <a:gdLst/>
                <a:ahLst/>
                <a:cxnLst/>
                <a:rect l="0" t="0" r="r" b="b"/>
                <a:pathLst>
                  <a:path w="23015" h="82622">
                    <a:moveTo>
                      <a:pt x="810" y="0"/>
                    </a:moveTo>
                    <a:lnTo>
                      <a:pt x="0" y="1441"/>
                    </a:lnTo>
                    <a:cubicBezTo>
                      <a:pt x="11597" y="10787"/>
                      <a:pt x="15284" y="21126"/>
                      <a:pt x="15284" y="41085"/>
                    </a:cubicBezTo>
                    <a:cubicBezTo>
                      <a:pt x="15284" y="60956"/>
                      <a:pt x="11867" y="71834"/>
                      <a:pt x="0" y="81181"/>
                    </a:cubicBezTo>
                    <a:lnTo>
                      <a:pt x="1080" y="82622"/>
                    </a:lnTo>
                    <a:cubicBezTo>
                      <a:pt x="13486" y="74978"/>
                      <a:pt x="23015" y="58079"/>
                      <a:pt x="23015" y="41354"/>
                    </a:cubicBezTo>
                    <a:cubicBezTo>
                      <a:pt x="23015" y="23015"/>
                      <a:pt x="13843" y="8449"/>
                      <a:pt x="810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ppo_eq1_outline_4"/>
              <p:cNvSpPr/>
              <p:nvPr/>
            </p:nvSpPr>
            <p:spPr>
              <a:xfrm>
                <a:off x="4375786" y="1505062"/>
                <a:ext cx="46033" cy="23284"/>
              </a:xfrm>
              <a:custGeom>
                <a:avLst/>
                <a:gdLst/>
                <a:ahLst/>
                <a:cxnLst/>
                <a:rect l="0" t="0" r="r" b="b"/>
                <a:pathLst>
                  <a:path w="46034" h="23285">
                    <a:moveTo>
                      <a:pt x="46034" y="5036"/>
                    </a:moveTo>
                    <a:lnTo>
                      <a:pt x="46034" y="0"/>
                    </a:lnTo>
                    <a:lnTo>
                      <a:pt x="0" y="0"/>
                    </a:lnTo>
                    <a:lnTo>
                      <a:pt x="0" y="5036"/>
                    </a:lnTo>
                    <a:lnTo>
                      <a:pt x="46034" y="5036"/>
                    </a:lnTo>
                    <a:close/>
                    <a:moveTo>
                      <a:pt x="46034" y="23285"/>
                    </a:moveTo>
                    <a:lnTo>
                      <a:pt x="46034" y="18252"/>
                    </a:lnTo>
                    <a:lnTo>
                      <a:pt x="0" y="18252"/>
                    </a:lnTo>
                    <a:lnTo>
                      <a:pt x="0" y="23285"/>
                    </a:lnTo>
                    <a:lnTo>
                      <a:pt x="46034" y="2328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ppo_eq1_outline_5"/>
              <p:cNvSpPr/>
              <p:nvPr/>
            </p:nvSpPr>
            <p:spPr>
              <a:xfrm>
                <a:off x="4453167" y="1480071"/>
                <a:ext cx="53490" cy="59963"/>
              </a:xfrm>
              <a:custGeom>
                <a:avLst/>
                <a:gdLst/>
                <a:ahLst/>
                <a:cxnLst/>
                <a:rect l="0" t="0" r="r" b="b"/>
                <a:pathLst>
                  <a:path w="53491" h="59964">
                    <a:moveTo>
                      <a:pt x="53491" y="42704"/>
                    </a:moveTo>
                    <a:lnTo>
                      <a:pt x="48546" y="42704"/>
                    </a:lnTo>
                    <a:cubicBezTo>
                      <a:pt x="43601" y="54031"/>
                      <a:pt x="38298" y="54031"/>
                      <a:pt x="27059" y="54031"/>
                    </a:cubicBezTo>
                    <a:cubicBezTo>
                      <a:pt x="25710" y="54031"/>
                      <a:pt x="18879" y="54479"/>
                      <a:pt x="18879" y="52503"/>
                    </a:cubicBezTo>
                    <a:lnTo>
                      <a:pt x="18971" y="31556"/>
                    </a:lnTo>
                    <a:lnTo>
                      <a:pt x="30924" y="31643"/>
                    </a:lnTo>
                    <a:cubicBezTo>
                      <a:pt x="38029" y="31734"/>
                      <a:pt x="38298" y="33262"/>
                      <a:pt x="39287" y="39914"/>
                    </a:cubicBezTo>
                    <a:lnTo>
                      <a:pt x="43692" y="39914"/>
                    </a:lnTo>
                    <a:lnTo>
                      <a:pt x="43692" y="17169"/>
                    </a:lnTo>
                    <a:lnTo>
                      <a:pt x="39287" y="17169"/>
                    </a:lnTo>
                    <a:cubicBezTo>
                      <a:pt x="38298" y="23733"/>
                      <a:pt x="37937" y="25440"/>
                      <a:pt x="30924" y="25440"/>
                    </a:cubicBezTo>
                    <a:lnTo>
                      <a:pt x="18971" y="25440"/>
                    </a:lnTo>
                    <a:lnTo>
                      <a:pt x="18971" y="7461"/>
                    </a:lnTo>
                    <a:cubicBezTo>
                      <a:pt x="18971" y="6021"/>
                      <a:pt x="18971" y="5842"/>
                      <a:pt x="20499" y="5842"/>
                    </a:cubicBezTo>
                    <a:lnTo>
                      <a:pt x="32905" y="5842"/>
                    </a:lnTo>
                    <a:cubicBezTo>
                      <a:pt x="40723" y="5842"/>
                      <a:pt x="42791" y="6830"/>
                      <a:pt x="44140" y="14923"/>
                    </a:cubicBezTo>
                    <a:lnTo>
                      <a:pt x="48728" y="14923"/>
                    </a:lnTo>
                    <a:lnTo>
                      <a:pt x="48367" y="0"/>
                    </a:lnTo>
                    <a:lnTo>
                      <a:pt x="0" y="0"/>
                    </a:lnTo>
                    <a:lnTo>
                      <a:pt x="0" y="4136"/>
                    </a:lnTo>
                    <a:cubicBezTo>
                      <a:pt x="5663" y="4493"/>
                      <a:pt x="7553" y="4405"/>
                      <a:pt x="7553" y="10696"/>
                    </a:cubicBezTo>
                    <a:lnTo>
                      <a:pt x="7553" y="49177"/>
                    </a:lnTo>
                    <a:cubicBezTo>
                      <a:pt x="7553" y="55380"/>
                      <a:pt x="5663" y="55380"/>
                      <a:pt x="0" y="55737"/>
                    </a:cubicBezTo>
                    <a:lnTo>
                      <a:pt x="0" y="59964"/>
                    </a:lnTo>
                    <a:lnTo>
                      <a:pt x="48907" y="59964"/>
                    </a:lnTo>
                    <a:lnTo>
                      <a:pt x="53491" y="42704"/>
                    </a:lnTo>
                    <a:close/>
                    <a:moveTo>
                      <a:pt x="49895" y="45851"/>
                    </a:moveTo>
                    <a:lnTo>
                      <a:pt x="46926" y="57265"/>
                    </a:lnTo>
                    <a:lnTo>
                      <a:pt x="6652" y="57265"/>
                    </a:lnTo>
                    <a:cubicBezTo>
                      <a:pt x="9799" y="55828"/>
                      <a:pt x="10160" y="52320"/>
                      <a:pt x="10160" y="49177"/>
                    </a:cubicBezTo>
                    <a:lnTo>
                      <a:pt x="10160" y="10696"/>
                    </a:lnTo>
                    <a:cubicBezTo>
                      <a:pt x="10160" y="7553"/>
                      <a:pt x="9890" y="4044"/>
                      <a:pt x="6564" y="2608"/>
                    </a:cubicBezTo>
                    <a:lnTo>
                      <a:pt x="45851" y="2608"/>
                    </a:lnTo>
                    <a:lnTo>
                      <a:pt x="46030" y="11057"/>
                    </a:lnTo>
                    <a:cubicBezTo>
                      <a:pt x="44053" y="3417"/>
                      <a:pt x="39017" y="3235"/>
                      <a:pt x="32095" y="3235"/>
                    </a:cubicBezTo>
                    <a:lnTo>
                      <a:pt x="20499" y="3235"/>
                    </a:lnTo>
                    <a:cubicBezTo>
                      <a:pt x="17351" y="3235"/>
                      <a:pt x="16363" y="4493"/>
                      <a:pt x="16363" y="7461"/>
                    </a:cubicBezTo>
                    <a:lnTo>
                      <a:pt x="16363" y="28047"/>
                    </a:lnTo>
                    <a:lnTo>
                      <a:pt x="30924" y="28047"/>
                    </a:lnTo>
                    <a:cubicBezTo>
                      <a:pt x="36231" y="28047"/>
                      <a:pt x="39648" y="27420"/>
                      <a:pt x="41084" y="21844"/>
                    </a:cubicBezTo>
                    <a:lnTo>
                      <a:pt x="41084" y="35242"/>
                    </a:lnTo>
                    <a:cubicBezTo>
                      <a:pt x="39648" y="29575"/>
                      <a:pt x="36231" y="29127"/>
                      <a:pt x="30924" y="29035"/>
                    </a:cubicBezTo>
                    <a:lnTo>
                      <a:pt x="16363" y="28857"/>
                    </a:lnTo>
                    <a:lnTo>
                      <a:pt x="16363" y="51693"/>
                    </a:lnTo>
                    <a:cubicBezTo>
                      <a:pt x="16363" y="57718"/>
                      <a:pt x="22654" y="56638"/>
                      <a:pt x="27059" y="56638"/>
                    </a:cubicBezTo>
                    <a:cubicBezTo>
                      <a:pt x="37759" y="56638"/>
                      <a:pt x="44772" y="56638"/>
                      <a:pt x="49895" y="4585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ppo_eq1_outline_6"/>
              <p:cNvSpPr/>
              <p:nvPr/>
            </p:nvSpPr>
            <p:spPr>
              <a:xfrm>
                <a:off x="4510558" y="1518918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7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4" y="9307"/>
                    </a:cubicBezTo>
                    <a:cubicBezTo>
                      <a:pt x="64" y="9307"/>
                      <a:pt x="64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6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ppo_eq1_outline_7"/>
              <p:cNvSpPr/>
              <p:nvPr/>
            </p:nvSpPr>
            <p:spPr>
              <a:xfrm>
                <a:off x="4572775" y="1435388"/>
                <a:ext cx="19871" cy="161825"/>
              </a:xfrm>
              <a:custGeom>
                <a:avLst/>
                <a:gdLst/>
                <a:ahLst/>
                <a:cxnLst/>
                <a:rect l="0" t="0" r="r" b="b"/>
                <a:pathLst>
                  <a:path w="19871" h="161826">
                    <a:moveTo>
                      <a:pt x="19871" y="161826"/>
                    </a:moveTo>
                    <a:lnTo>
                      <a:pt x="19871" y="159667"/>
                    </a:lnTo>
                    <a:lnTo>
                      <a:pt x="11061" y="159667"/>
                    </a:lnTo>
                    <a:cubicBezTo>
                      <a:pt x="8811" y="159667"/>
                      <a:pt x="6925" y="158139"/>
                      <a:pt x="6925" y="155892"/>
                    </a:cubicBezTo>
                    <a:lnTo>
                      <a:pt x="6925" y="5937"/>
                    </a:lnTo>
                    <a:cubicBezTo>
                      <a:pt x="6925" y="3687"/>
                      <a:pt x="8811" y="2159"/>
                      <a:pt x="11061" y="2159"/>
                    </a:cubicBezTo>
                    <a:lnTo>
                      <a:pt x="19871" y="2159"/>
                    </a:lnTo>
                    <a:lnTo>
                      <a:pt x="19871" y="0"/>
                    </a:lnTo>
                    <a:lnTo>
                      <a:pt x="0" y="0"/>
                    </a:lnTo>
                    <a:lnTo>
                      <a:pt x="0" y="161826"/>
                    </a:lnTo>
                    <a:lnTo>
                      <a:pt x="19871" y="16182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ppo_eq1_outline_8"/>
              <p:cNvSpPr/>
              <p:nvPr/>
            </p:nvSpPr>
            <p:spPr>
              <a:xfrm>
                <a:off x="4600101" y="1500117"/>
                <a:ext cx="65451" cy="41267"/>
              </a:xfrm>
              <a:custGeom>
                <a:avLst/>
                <a:gdLst/>
                <a:ahLst/>
                <a:cxnLst/>
                <a:rect l="0" t="0" r="r" b="b"/>
                <a:pathLst>
                  <a:path w="65452" h="41267">
                    <a:moveTo>
                      <a:pt x="65449" y="4675"/>
                    </a:moveTo>
                    <a:cubicBezTo>
                      <a:pt x="65357" y="1980"/>
                      <a:pt x="62928" y="0"/>
                      <a:pt x="59873" y="0"/>
                    </a:cubicBezTo>
                    <a:cubicBezTo>
                      <a:pt x="57356" y="0"/>
                      <a:pt x="55828" y="1171"/>
                      <a:pt x="55916" y="2969"/>
                    </a:cubicBezTo>
                    <a:cubicBezTo>
                      <a:pt x="56007" y="4227"/>
                      <a:pt x="56638" y="4945"/>
                      <a:pt x="58253" y="6295"/>
                    </a:cubicBezTo>
                    <a:cubicBezTo>
                      <a:pt x="59964" y="7644"/>
                      <a:pt x="60504" y="8541"/>
                      <a:pt x="60591" y="9620"/>
                    </a:cubicBezTo>
                    <a:cubicBezTo>
                      <a:pt x="60682" y="13486"/>
                      <a:pt x="57535" y="18252"/>
                      <a:pt x="45129" y="32996"/>
                    </a:cubicBezTo>
                    <a:lnTo>
                      <a:pt x="40096" y="1349"/>
                    </a:lnTo>
                    <a:cubicBezTo>
                      <a:pt x="40096" y="361"/>
                      <a:pt x="39017" y="91"/>
                      <a:pt x="38477" y="91"/>
                    </a:cubicBezTo>
                    <a:cubicBezTo>
                      <a:pt x="38029" y="91"/>
                      <a:pt x="37576" y="270"/>
                      <a:pt x="37128" y="988"/>
                    </a:cubicBezTo>
                    <a:lnTo>
                      <a:pt x="18967" y="28321"/>
                    </a:lnTo>
                    <a:cubicBezTo>
                      <a:pt x="18340" y="20407"/>
                      <a:pt x="16451" y="9529"/>
                      <a:pt x="14744" y="3056"/>
                    </a:cubicBezTo>
                    <a:cubicBezTo>
                      <a:pt x="14113" y="183"/>
                      <a:pt x="13843" y="0"/>
                      <a:pt x="12676" y="0"/>
                    </a:cubicBezTo>
                    <a:cubicBezTo>
                      <a:pt x="7370" y="1079"/>
                      <a:pt x="0" y="2159"/>
                      <a:pt x="0" y="2159"/>
                    </a:cubicBezTo>
                    <a:lnTo>
                      <a:pt x="0" y="3326"/>
                    </a:lnTo>
                    <a:lnTo>
                      <a:pt x="2965" y="3326"/>
                    </a:lnTo>
                    <a:cubicBezTo>
                      <a:pt x="5933" y="3326"/>
                      <a:pt x="6652" y="3866"/>
                      <a:pt x="7731" y="7104"/>
                    </a:cubicBezTo>
                    <a:cubicBezTo>
                      <a:pt x="8989" y="11418"/>
                      <a:pt x="10696" y="21848"/>
                      <a:pt x="11327" y="29131"/>
                    </a:cubicBezTo>
                    <a:lnTo>
                      <a:pt x="12045" y="37040"/>
                    </a:lnTo>
                    <a:cubicBezTo>
                      <a:pt x="12315" y="40549"/>
                      <a:pt x="12494" y="41267"/>
                      <a:pt x="13482" y="41267"/>
                    </a:cubicBezTo>
                    <a:cubicBezTo>
                      <a:pt x="14653" y="41267"/>
                      <a:pt x="24900" y="23916"/>
                      <a:pt x="24900" y="23916"/>
                    </a:cubicBezTo>
                    <a:lnTo>
                      <a:pt x="33532" y="11239"/>
                    </a:lnTo>
                    <a:lnTo>
                      <a:pt x="38029" y="38568"/>
                    </a:lnTo>
                    <a:cubicBezTo>
                      <a:pt x="38298" y="40997"/>
                      <a:pt x="38298" y="41267"/>
                      <a:pt x="39104" y="41267"/>
                    </a:cubicBezTo>
                    <a:cubicBezTo>
                      <a:pt x="40096" y="41267"/>
                      <a:pt x="41084" y="40549"/>
                      <a:pt x="43692" y="37580"/>
                    </a:cubicBezTo>
                    <a:lnTo>
                      <a:pt x="44589" y="36592"/>
                    </a:lnTo>
                    <a:cubicBezTo>
                      <a:pt x="58436" y="21578"/>
                      <a:pt x="65627" y="10430"/>
                      <a:pt x="65449" y="467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ppo_eq1_outline_9"/>
              <p:cNvSpPr/>
              <p:nvPr/>
            </p:nvSpPr>
            <p:spPr>
              <a:xfrm>
                <a:off x="4669182" y="1518918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0" y="31440"/>
                      <a:pt x="6540" y="30813"/>
                    </a:cubicBezTo>
                    <a:cubicBezTo>
                      <a:pt x="6540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7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6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ppo_eq1_outline_10"/>
              <p:cNvSpPr/>
              <p:nvPr/>
            </p:nvSpPr>
            <p:spPr>
              <a:xfrm>
                <a:off x="4716824" y="1478360"/>
                <a:ext cx="137097" cy="61404"/>
              </a:xfrm>
              <a:custGeom>
                <a:avLst/>
                <a:gdLst/>
                <a:ahLst/>
                <a:cxnLst/>
                <a:rect l="0" t="0" r="r" b="b"/>
                <a:pathLst>
                  <a:path w="137097" h="61404">
                    <a:moveTo>
                      <a:pt x="68239" y="61404"/>
                    </a:moveTo>
                    <a:lnTo>
                      <a:pt x="68239" y="60055"/>
                    </a:lnTo>
                    <a:lnTo>
                      <a:pt x="65901" y="59876"/>
                    </a:lnTo>
                    <a:cubicBezTo>
                      <a:pt x="63202" y="59698"/>
                      <a:pt x="62036" y="58079"/>
                      <a:pt x="62036" y="54570"/>
                    </a:cubicBezTo>
                    <a:lnTo>
                      <a:pt x="62036" y="36052"/>
                    </a:lnTo>
                    <a:cubicBezTo>
                      <a:pt x="62036" y="25444"/>
                      <a:pt x="58527" y="20050"/>
                      <a:pt x="51606" y="20050"/>
                    </a:cubicBezTo>
                    <a:cubicBezTo>
                      <a:pt x="46391" y="20050"/>
                      <a:pt x="41807" y="22388"/>
                      <a:pt x="36953" y="27603"/>
                    </a:cubicBezTo>
                    <a:cubicBezTo>
                      <a:pt x="35334" y="22475"/>
                      <a:pt x="32278" y="20050"/>
                      <a:pt x="27420" y="20050"/>
                    </a:cubicBezTo>
                    <a:cubicBezTo>
                      <a:pt x="23467" y="20050"/>
                      <a:pt x="20947" y="21308"/>
                      <a:pt x="13486" y="26972"/>
                    </a:cubicBezTo>
                    <a:lnTo>
                      <a:pt x="13486" y="20229"/>
                    </a:lnTo>
                    <a:lnTo>
                      <a:pt x="12859" y="20050"/>
                    </a:lnTo>
                    <a:cubicBezTo>
                      <a:pt x="8271" y="21757"/>
                      <a:pt x="5215" y="22745"/>
                      <a:pt x="270" y="24094"/>
                    </a:cubicBezTo>
                    <a:lnTo>
                      <a:pt x="270" y="25622"/>
                    </a:lnTo>
                    <a:cubicBezTo>
                      <a:pt x="1441" y="25352"/>
                      <a:pt x="2159" y="25265"/>
                      <a:pt x="3147" y="25265"/>
                    </a:cubicBezTo>
                    <a:cubicBezTo>
                      <a:pt x="5485" y="25265"/>
                      <a:pt x="6294" y="26702"/>
                      <a:pt x="6294" y="31016"/>
                    </a:cubicBezTo>
                    <a:lnTo>
                      <a:pt x="6294" y="53765"/>
                    </a:lnTo>
                    <a:cubicBezTo>
                      <a:pt x="6294" y="58618"/>
                      <a:pt x="5036" y="59968"/>
                      <a:pt x="0" y="60055"/>
                    </a:cubicBezTo>
                    <a:lnTo>
                      <a:pt x="0" y="61404"/>
                    </a:lnTo>
                    <a:lnTo>
                      <a:pt x="19959" y="61404"/>
                    </a:lnTo>
                    <a:lnTo>
                      <a:pt x="19959" y="60055"/>
                    </a:lnTo>
                    <a:cubicBezTo>
                      <a:pt x="15196" y="59876"/>
                      <a:pt x="13847" y="58888"/>
                      <a:pt x="13847" y="55380"/>
                    </a:cubicBezTo>
                    <a:lnTo>
                      <a:pt x="13847" y="30027"/>
                    </a:lnTo>
                    <a:cubicBezTo>
                      <a:pt x="13847" y="30027"/>
                      <a:pt x="14565" y="28948"/>
                      <a:pt x="15196" y="28321"/>
                    </a:cubicBezTo>
                    <a:cubicBezTo>
                      <a:pt x="17443" y="26253"/>
                      <a:pt x="21308" y="24725"/>
                      <a:pt x="24455" y="24725"/>
                    </a:cubicBezTo>
                    <a:cubicBezTo>
                      <a:pt x="28412" y="24725"/>
                      <a:pt x="30389" y="27872"/>
                      <a:pt x="30389" y="34163"/>
                    </a:cubicBezTo>
                    <a:lnTo>
                      <a:pt x="30389" y="53673"/>
                    </a:lnTo>
                    <a:cubicBezTo>
                      <a:pt x="30389" y="58706"/>
                      <a:pt x="29401" y="59698"/>
                      <a:pt x="24277" y="60055"/>
                    </a:cubicBezTo>
                    <a:lnTo>
                      <a:pt x="24277" y="61404"/>
                    </a:lnTo>
                    <a:lnTo>
                      <a:pt x="44414" y="61404"/>
                    </a:lnTo>
                    <a:lnTo>
                      <a:pt x="44414" y="60055"/>
                    </a:lnTo>
                    <a:cubicBezTo>
                      <a:pt x="39291" y="59968"/>
                      <a:pt x="37941" y="58436"/>
                      <a:pt x="37941" y="52864"/>
                    </a:cubicBezTo>
                    <a:lnTo>
                      <a:pt x="37941" y="30210"/>
                    </a:lnTo>
                    <a:cubicBezTo>
                      <a:pt x="40636" y="26344"/>
                      <a:pt x="43605" y="24725"/>
                      <a:pt x="47740" y="24725"/>
                    </a:cubicBezTo>
                    <a:cubicBezTo>
                      <a:pt x="52864" y="24725"/>
                      <a:pt x="54483" y="27150"/>
                      <a:pt x="54483" y="34615"/>
                    </a:cubicBezTo>
                    <a:lnTo>
                      <a:pt x="54483" y="53582"/>
                    </a:lnTo>
                    <a:cubicBezTo>
                      <a:pt x="54483" y="58706"/>
                      <a:pt x="53765" y="59428"/>
                      <a:pt x="48550" y="60055"/>
                    </a:cubicBezTo>
                    <a:lnTo>
                      <a:pt x="48550" y="61404"/>
                    </a:lnTo>
                    <a:lnTo>
                      <a:pt x="68239" y="61404"/>
                    </a:lnTo>
                    <a:close/>
                    <a:moveTo>
                      <a:pt x="91250" y="61404"/>
                    </a:moveTo>
                    <a:lnTo>
                      <a:pt x="91250" y="60055"/>
                    </a:lnTo>
                    <a:cubicBezTo>
                      <a:pt x="85316" y="59607"/>
                      <a:pt x="84598" y="58706"/>
                      <a:pt x="84598" y="52233"/>
                    </a:cubicBezTo>
                    <a:lnTo>
                      <a:pt x="84598" y="20320"/>
                    </a:lnTo>
                    <a:lnTo>
                      <a:pt x="84237" y="20050"/>
                    </a:lnTo>
                    <a:lnTo>
                      <a:pt x="70302" y="24995"/>
                    </a:lnTo>
                    <a:lnTo>
                      <a:pt x="70302" y="26344"/>
                    </a:lnTo>
                    <a:lnTo>
                      <a:pt x="71021" y="26253"/>
                    </a:lnTo>
                    <a:cubicBezTo>
                      <a:pt x="72100" y="26075"/>
                      <a:pt x="73271" y="25983"/>
                      <a:pt x="74077" y="25983"/>
                    </a:cubicBezTo>
                    <a:cubicBezTo>
                      <a:pt x="76236" y="25983"/>
                      <a:pt x="77045" y="27420"/>
                      <a:pt x="77045" y="31377"/>
                    </a:cubicBezTo>
                    <a:lnTo>
                      <a:pt x="77045" y="52233"/>
                    </a:lnTo>
                    <a:cubicBezTo>
                      <a:pt x="77045" y="58706"/>
                      <a:pt x="76144" y="59698"/>
                      <a:pt x="69941" y="60055"/>
                    </a:cubicBezTo>
                    <a:lnTo>
                      <a:pt x="69941" y="61404"/>
                    </a:lnTo>
                    <a:lnTo>
                      <a:pt x="91250" y="61404"/>
                    </a:lnTo>
                    <a:close/>
                    <a:moveTo>
                      <a:pt x="85408" y="4588"/>
                    </a:moveTo>
                    <a:cubicBezTo>
                      <a:pt x="85408" y="2068"/>
                      <a:pt x="83427" y="0"/>
                      <a:pt x="80820" y="0"/>
                    </a:cubicBezTo>
                    <a:cubicBezTo>
                      <a:pt x="78303" y="0"/>
                      <a:pt x="76236" y="2068"/>
                      <a:pt x="76236" y="4588"/>
                    </a:cubicBezTo>
                    <a:cubicBezTo>
                      <a:pt x="76236" y="7195"/>
                      <a:pt x="78303" y="9172"/>
                      <a:pt x="80820" y="9172"/>
                    </a:cubicBezTo>
                    <a:cubicBezTo>
                      <a:pt x="83427" y="9172"/>
                      <a:pt x="85408" y="7195"/>
                      <a:pt x="85408" y="4588"/>
                    </a:cubicBezTo>
                    <a:close/>
                    <a:moveTo>
                      <a:pt x="137097" y="61404"/>
                    </a:moveTo>
                    <a:lnTo>
                      <a:pt x="137097" y="60055"/>
                    </a:lnTo>
                    <a:cubicBezTo>
                      <a:pt x="132695" y="59607"/>
                      <a:pt x="131616" y="58527"/>
                      <a:pt x="131616" y="54122"/>
                    </a:cubicBezTo>
                    <a:lnTo>
                      <a:pt x="131616" y="33536"/>
                    </a:lnTo>
                    <a:cubicBezTo>
                      <a:pt x="131616" y="25082"/>
                      <a:pt x="127658" y="20050"/>
                      <a:pt x="121007" y="20050"/>
                    </a:cubicBezTo>
                    <a:cubicBezTo>
                      <a:pt x="116872" y="20050"/>
                      <a:pt x="114082" y="21578"/>
                      <a:pt x="107970" y="27333"/>
                    </a:cubicBezTo>
                    <a:lnTo>
                      <a:pt x="107970" y="20229"/>
                    </a:lnTo>
                    <a:lnTo>
                      <a:pt x="107339" y="20050"/>
                    </a:lnTo>
                    <a:cubicBezTo>
                      <a:pt x="102937" y="21669"/>
                      <a:pt x="99878" y="22658"/>
                      <a:pt x="94933" y="24094"/>
                    </a:cubicBezTo>
                    <a:lnTo>
                      <a:pt x="94933" y="25622"/>
                    </a:lnTo>
                    <a:cubicBezTo>
                      <a:pt x="95472" y="25352"/>
                      <a:pt x="96373" y="25265"/>
                      <a:pt x="97361" y="25265"/>
                    </a:cubicBezTo>
                    <a:cubicBezTo>
                      <a:pt x="99878" y="25265"/>
                      <a:pt x="100687" y="26610"/>
                      <a:pt x="100687" y="31016"/>
                    </a:cubicBezTo>
                    <a:lnTo>
                      <a:pt x="100687" y="53312"/>
                    </a:lnTo>
                    <a:cubicBezTo>
                      <a:pt x="100687" y="58436"/>
                      <a:pt x="99699" y="59698"/>
                      <a:pt x="95115" y="60055"/>
                    </a:cubicBezTo>
                    <a:lnTo>
                      <a:pt x="95115" y="61404"/>
                    </a:lnTo>
                    <a:lnTo>
                      <a:pt x="114173" y="61404"/>
                    </a:lnTo>
                    <a:lnTo>
                      <a:pt x="114173" y="60055"/>
                    </a:lnTo>
                    <a:cubicBezTo>
                      <a:pt x="109589" y="59698"/>
                      <a:pt x="108240" y="58618"/>
                      <a:pt x="108240" y="55380"/>
                    </a:cubicBezTo>
                    <a:lnTo>
                      <a:pt x="108240" y="30119"/>
                    </a:lnTo>
                    <a:cubicBezTo>
                      <a:pt x="112554" y="26075"/>
                      <a:pt x="114534" y="24995"/>
                      <a:pt x="117499" y="24995"/>
                    </a:cubicBezTo>
                    <a:cubicBezTo>
                      <a:pt x="121904" y="24995"/>
                      <a:pt x="124063" y="27781"/>
                      <a:pt x="124063" y="33714"/>
                    </a:cubicBezTo>
                    <a:lnTo>
                      <a:pt x="124063" y="52503"/>
                    </a:lnTo>
                    <a:cubicBezTo>
                      <a:pt x="124063" y="58170"/>
                      <a:pt x="122892" y="59698"/>
                      <a:pt x="118400" y="60055"/>
                    </a:cubicBezTo>
                    <a:lnTo>
                      <a:pt x="118400" y="61404"/>
                    </a:lnTo>
                    <a:lnTo>
                      <a:pt x="137097" y="6140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" name="ppo_eq1_outline_11"/>
              <p:cNvSpPr/>
              <p:nvPr/>
            </p:nvSpPr>
            <p:spPr>
              <a:xfrm>
                <a:off x="4881947" y="1435388"/>
                <a:ext cx="24812" cy="161825"/>
              </a:xfrm>
              <a:custGeom>
                <a:avLst/>
                <a:gdLst/>
                <a:ahLst/>
                <a:cxnLst/>
                <a:rect l="0" t="0" r="r" b="b"/>
                <a:pathLst>
                  <a:path w="24813" h="161826">
                    <a:moveTo>
                      <a:pt x="24813" y="159127"/>
                    </a:moveTo>
                    <a:cubicBezTo>
                      <a:pt x="11867" y="143756"/>
                      <a:pt x="8271" y="105815"/>
                      <a:pt x="8271" y="80915"/>
                    </a:cubicBezTo>
                    <a:cubicBezTo>
                      <a:pt x="8271" y="56011"/>
                      <a:pt x="11867" y="18161"/>
                      <a:pt x="24813" y="2790"/>
                    </a:cubicBezTo>
                    <a:lnTo>
                      <a:pt x="23642" y="0"/>
                    </a:lnTo>
                    <a:cubicBezTo>
                      <a:pt x="13843" y="11148"/>
                      <a:pt x="0" y="36231"/>
                      <a:pt x="0" y="80915"/>
                    </a:cubicBezTo>
                    <a:cubicBezTo>
                      <a:pt x="0" y="125595"/>
                      <a:pt x="13303" y="150678"/>
                      <a:pt x="23642" y="161826"/>
                    </a:cubicBezTo>
                    <a:lnTo>
                      <a:pt x="24813" y="15912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" name="ppo_eq1_outline_12"/>
              <p:cNvSpPr/>
              <p:nvPr/>
            </p:nvSpPr>
            <p:spPr>
              <a:xfrm>
                <a:off x="4914928" y="1500117"/>
                <a:ext cx="36686" cy="39647"/>
              </a:xfrm>
              <a:custGeom>
                <a:avLst/>
                <a:gdLst/>
                <a:ahLst/>
                <a:cxnLst/>
                <a:rect l="0" t="0" r="r" b="b"/>
                <a:pathLst>
                  <a:path w="36687" h="39648">
                    <a:moveTo>
                      <a:pt x="36683" y="4588"/>
                    </a:moveTo>
                    <a:cubicBezTo>
                      <a:pt x="36592" y="1889"/>
                      <a:pt x="34615" y="0"/>
                      <a:pt x="31825" y="0"/>
                    </a:cubicBezTo>
                    <a:cubicBezTo>
                      <a:pt x="29488" y="0"/>
                      <a:pt x="26702" y="1349"/>
                      <a:pt x="24186" y="3778"/>
                    </a:cubicBezTo>
                    <a:cubicBezTo>
                      <a:pt x="20229" y="7644"/>
                      <a:pt x="16363" y="12859"/>
                      <a:pt x="14835" y="16455"/>
                    </a:cubicBezTo>
                    <a:lnTo>
                      <a:pt x="13486" y="19689"/>
                    </a:lnTo>
                    <a:lnTo>
                      <a:pt x="18340" y="183"/>
                    </a:lnTo>
                    <a:lnTo>
                      <a:pt x="17351" y="0"/>
                    </a:lnTo>
                    <a:lnTo>
                      <a:pt x="1619" y="2429"/>
                    </a:lnTo>
                    <a:lnTo>
                      <a:pt x="1619" y="3957"/>
                    </a:lnTo>
                    <a:lnTo>
                      <a:pt x="4135" y="3957"/>
                    </a:lnTo>
                    <a:cubicBezTo>
                      <a:pt x="6564" y="3957"/>
                      <a:pt x="8811" y="4136"/>
                      <a:pt x="8811" y="6025"/>
                    </a:cubicBezTo>
                    <a:cubicBezTo>
                      <a:pt x="8902" y="7283"/>
                      <a:pt x="8811" y="7283"/>
                      <a:pt x="7374" y="13395"/>
                    </a:cubicBezTo>
                    <a:lnTo>
                      <a:pt x="0" y="39648"/>
                    </a:lnTo>
                    <a:lnTo>
                      <a:pt x="7914" y="39648"/>
                    </a:lnTo>
                    <a:cubicBezTo>
                      <a:pt x="12676" y="24543"/>
                      <a:pt x="14295" y="20947"/>
                      <a:pt x="18522" y="14296"/>
                    </a:cubicBezTo>
                    <a:cubicBezTo>
                      <a:pt x="21935" y="8811"/>
                      <a:pt x="24904" y="5846"/>
                      <a:pt x="26702" y="5846"/>
                    </a:cubicBezTo>
                    <a:cubicBezTo>
                      <a:pt x="27333" y="5846"/>
                      <a:pt x="27873" y="6203"/>
                      <a:pt x="28408" y="7104"/>
                    </a:cubicBezTo>
                    <a:cubicBezTo>
                      <a:pt x="29309" y="8632"/>
                      <a:pt x="30119" y="9080"/>
                      <a:pt x="32095" y="9080"/>
                    </a:cubicBezTo>
                    <a:cubicBezTo>
                      <a:pt x="35151" y="9080"/>
                      <a:pt x="36771" y="7461"/>
                      <a:pt x="36683" y="45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ppo_eq1_outline_13"/>
              <p:cNvSpPr/>
              <p:nvPr/>
            </p:nvSpPr>
            <p:spPr>
              <a:xfrm>
                <a:off x="4951833" y="1518918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7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4" y="9307"/>
                    </a:cubicBezTo>
                    <a:cubicBezTo>
                      <a:pt x="64" y="9307"/>
                      <a:pt x="64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6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ppo_eq1_outline_14"/>
              <p:cNvSpPr/>
              <p:nvPr/>
            </p:nvSpPr>
            <p:spPr>
              <a:xfrm>
                <a:off x="5013758" y="1458938"/>
                <a:ext cx="27959" cy="15013"/>
              </a:xfrm>
              <a:custGeom>
                <a:avLst/>
                <a:gdLst/>
                <a:ahLst/>
                <a:cxnLst/>
                <a:rect l="0" t="0" r="r" b="b"/>
                <a:pathLst>
                  <a:path w="27960" h="15014">
                    <a:moveTo>
                      <a:pt x="27960" y="15014"/>
                    </a:moveTo>
                    <a:lnTo>
                      <a:pt x="16724" y="0"/>
                    </a:lnTo>
                    <a:lnTo>
                      <a:pt x="11148" y="0"/>
                    </a:lnTo>
                    <a:lnTo>
                      <a:pt x="0" y="15014"/>
                    </a:lnTo>
                    <a:lnTo>
                      <a:pt x="3056" y="15014"/>
                    </a:lnTo>
                    <a:lnTo>
                      <a:pt x="13934" y="5755"/>
                    </a:lnTo>
                    <a:lnTo>
                      <a:pt x="24904" y="15014"/>
                    </a:lnTo>
                    <a:lnTo>
                      <a:pt x="27960" y="1501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ppo_eq1_outline_15"/>
              <p:cNvSpPr/>
              <p:nvPr/>
            </p:nvSpPr>
            <p:spPr>
              <a:xfrm>
                <a:off x="4985748" y="1479710"/>
                <a:ext cx="62122" cy="60055"/>
              </a:xfrm>
              <a:custGeom>
                <a:avLst/>
                <a:gdLst/>
                <a:ahLst/>
                <a:cxnLst/>
                <a:rect l="0" t="0" r="r" b="b"/>
                <a:pathLst>
                  <a:path w="62123" h="60055">
                    <a:moveTo>
                      <a:pt x="62123" y="60055"/>
                    </a:moveTo>
                    <a:lnTo>
                      <a:pt x="62032" y="58618"/>
                    </a:lnTo>
                    <a:cubicBezTo>
                      <a:pt x="56190" y="58166"/>
                      <a:pt x="55380" y="57448"/>
                      <a:pt x="53939" y="50883"/>
                    </a:cubicBezTo>
                    <a:lnTo>
                      <a:pt x="43513" y="0"/>
                    </a:lnTo>
                    <a:lnTo>
                      <a:pt x="40723" y="0"/>
                    </a:lnTo>
                    <a:lnTo>
                      <a:pt x="12676" y="44950"/>
                    </a:lnTo>
                    <a:cubicBezTo>
                      <a:pt x="5032" y="56908"/>
                      <a:pt x="4135" y="57896"/>
                      <a:pt x="0" y="58618"/>
                    </a:cubicBezTo>
                    <a:lnTo>
                      <a:pt x="91" y="60055"/>
                    </a:lnTo>
                    <a:lnTo>
                      <a:pt x="19237" y="60055"/>
                    </a:lnTo>
                    <a:lnTo>
                      <a:pt x="19149" y="58618"/>
                    </a:lnTo>
                    <a:cubicBezTo>
                      <a:pt x="13934" y="58166"/>
                      <a:pt x="12855" y="57717"/>
                      <a:pt x="12767" y="55471"/>
                    </a:cubicBezTo>
                    <a:cubicBezTo>
                      <a:pt x="12767" y="53761"/>
                      <a:pt x="12855" y="52864"/>
                      <a:pt x="14474" y="49895"/>
                    </a:cubicBezTo>
                    <a:lnTo>
                      <a:pt x="20316" y="39648"/>
                    </a:lnTo>
                    <a:lnTo>
                      <a:pt x="42073" y="39739"/>
                    </a:lnTo>
                    <a:lnTo>
                      <a:pt x="44502" y="51514"/>
                    </a:lnTo>
                    <a:cubicBezTo>
                      <a:pt x="44593" y="52324"/>
                      <a:pt x="44680" y="53134"/>
                      <a:pt x="44772" y="53852"/>
                    </a:cubicBezTo>
                    <a:cubicBezTo>
                      <a:pt x="44859" y="57269"/>
                      <a:pt x="43422" y="58079"/>
                      <a:pt x="36858" y="58618"/>
                    </a:cubicBezTo>
                    <a:lnTo>
                      <a:pt x="36949" y="60055"/>
                    </a:lnTo>
                    <a:lnTo>
                      <a:pt x="62123" y="60055"/>
                    </a:lnTo>
                    <a:close/>
                    <a:moveTo>
                      <a:pt x="41446" y="36501"/>
                    </a:moveTo>
                    <a:lnTo>
                      <a:pt x="22296" y="36501"/>
                    </a:lnTo>
                    <a:lnTo>
                      <a:pt x="36679" y="13125"/>
                    </a:lnTo>
                    <a:lnTo>
                      <a:pt x="41446" y="3650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ppo_eq1_outline_16"/>
              <p:cNvSpPr/>
              <p:nvPr/>
            </p:nvSpPr>
            <p:spPr>
              <a:xfrm>
                <a:off x="5055909" y="1518918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7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6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ppo_eq1_outline_17"/>
              <p:cNvSpPr/>
              <p:nvPr/>
            </p:nvSpPr>
            <p:spPr>
              <a:xfrm>
                <a:off x="5094325" y="1530593"/>
                <a:ext cx="14295" cy="22117"/>
              </a:xfrm>
              <a:custGeom>
                <a:avLst/>
                <a:gdLst/>
                <a:ahLst/>
                <a:cxnLst/>
                <a:rect l="0" t="0" r="r" b="b"/>
                <a:pathLst>
                  <a:path w="14295" h="22118">
                    <a:moveTo>
                      <a:pt x="14295" y="8632"/>
                    </a:moveTo>
                    <a:cubicBezTo>
                      <a:pt x="14295" y="1171"/>
                      <a:pt x="8450" y="0"/>
                      <a:pt x="6025" y="0"/>
                    </a:cubicBezTo>
                    <a:cubicBezTo>
                      <a:pt x="3417" y="0"/>
                      <a:pt x="0" y="1619"/>
                      <a:pt x="0" y="5485"/>
                    </a:cubicBezTo>
                    <a:cubicBezTo>
                      <a:pt x="0" y="9080"/>
                      <a:pt x="3508" y="9981"/>
                      <a:pt x="6116" y="9981"/>
                    </a:cubicBezTo>
                    <a:cubicBezTo>
                      <a:pt x="6743" y="9981"/>
                      <a:pt x="7283" y="9890"/>
                      <a:pt x="7553" y="9803"/>
                    </a:cubicBezTo>
                    <a:cubicBezTo>
                      <a:pt x="7914" y="9712"/>
                      <a:pt x="8362" y="9620"/>
                      <a:pt x="8541" y="9620"/>
                    </a:cubicBezTo>
                    <a:cubicBezTo>
                      <a:pt x="9172" y="9620"/>
                      <a:pt x="9890" y="10073"/>
                      <a:pt x="9890" y="10878"/>
                    </a:cubicBezTo>
                    <a:cubicBezTo>
                      <a:pt x="9890" y="12589"/>
                      <a:pt x="8271" y="16454"/>
                      <a:pt x="1711" y="20229"/>
                    </a:cubicBezTo>
                    <a:lnTo>
                      <a:pt x="2607" y="22118"/>
                    </a:lnTo>
                    <a:cubicBezTo>
                      <a:pt x="5755" y="21217"/>
                      <a:pt x="14295" y="15014"/>
                      <a:pt x="14295" y="863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05" name="ppo_eq2"/>
            <p:cNvGrpSpPr/>
            <p:nvPr/>
          </p:nvGrpSpPr>
          <p:grpSpPr>
            <a:xfrm>
              <a:off x="4111792" y="1609223"/>
              <a:ext cx="780200" cy="133731"/>
              <a:chOff x="4156680" y="1621881"/>
              <a:chExt cx="987899" cy="134854"/>
            </a:xfrm>
          </p:grpSpPr>
          <p:sp>
            <p:nvSpPr>
              <p:cNvPr id="406" name="ppo_eq2_outline_0"/>
              <p:cNvSpPr/>
              <p:nvPr/>
            </p:nvSpPr>
            <p:spPr>
              <a:xfrm>
                <a:off x="4156680" y="1657686"/>
                <a:ext cx="108251" cy="67425"/>
              </a:xfrm>
              <a:custGeom>
                <a:avLst/>
                <a:gdLst/>
                <a:ahLst/>
                <a:cxnLst/>
                <a:rect l="0" t="0" r="r" b="b"/>
                <a:pathLst>
                  <a:path w="108252" h="67425">
                    <a:moveTo>
                      <a:pt x="28992" y="40156"/>
                    </a:moveTo>
                    <a:lnTo>
                      <a:pt x="27944" y="39481"/>
                    </a:lnTo>
                    <a:cubicBezTo>
                      <a:pt x="24348" y="44728"/>
                      <a:pt x="21650" y="46526"/>
                      <a:pt x="17379" y="46526"/>
                    </a:cubicBezTo>
                    <a:cubicBezTo>
                      <a:pt x="10489" y="46526"/>
                      <a:pt x="5767" y="40529"/>
                      <a:pt x="5767" y="31917"/>
                    </a:cubicBezTo>
                    <a:cubicBezTo>
                      <a:pt x="5767" y="24122"/>
                      <a:pt x="9890" y="18879"/>
                      <a:pt x="15958" y="18879"/>
                    </a:cubicBezTo>
                    <a:cubicBezTo>
                      <a:pt x="18653" y="18879"/>
                      <a:pt x="19629" y="19705"/>
                      <a:pt x="20380" y="22475"/>
                    </a:cubicBezTo>
                    <a:lnTo>
                      <a:pt x="20828" y="24122"/>
                    </a:lnTo>
                    <a:cubicBezTo>
                      <a:pt x="21427" y="26297"/>
                      <a:pt x="22777" y="27571"/>
                      <a:pt x="24424" y="27571"/>
                    </a:cubicBezTo>
                    <a:cubicBezTo>
                      <a:pt x="26372" y="27571"/>
                      <a:pt x="27944" y="26146"/>
                      <a:pt x="27944" y="24424"/>
                    </a:cubicBezTo>
                    <a:cubicBezTo>
                      <a:pt x="27944" y="20229"/>
                      <a:pt x="22701" y="16708"/>
                      <a:pt x="16407" y="16708"/>
                    </a:cubicBezTo>
                    <a:cubicBezTo>
                      <a:pt x="12887" y="16708"/>
                      <a:pt x="9291" y="18054"/>
                      <a:pt x="6294" y="20526"/>
                    </a:cubicBezTo>
                    <a:cubicBezTo>
                      <a:pt x="2246" y="23900"/>
                      <a:pt x="0" y="29067"/>
                      <a:pt x="0" y="35286"/>
                    </a:cubicBezTo>
                    <a:cubicBezTo>
                      <a:pt x="0" y="44950"/>
                      <a:pt x="5917" y="51919"/>
                      <a:pt x="14236" y="51919"/>
                    </a:cubicBezTo>
                    <a:cubicBezTo>
                      <a:pt x="17455" y="51919"/>
                      <a:pt x="20304" y="50867"/>
                      <a:pt x="22848" y="48772"/>
                    </a:cubicBezTo>
                    <a:cubicBezTo>
                      <a:pt x="25098" y="46974"/>
                      <a:pt x="26595" y="44799"/>
                      <a:pt x="28992" y="40156"/>
                    </a:cubicBezTo>
                    <a:close/>
                    <a:moveTo>
                      <a:pt x="50641" y="51169"/>
                    </a:moveTo>
                    <a:lnTo>
                      <a:pt x="50641" y="50046"/>
                    </a:lnTo>
                    <a:cubicBezTo>
                      <a:pt x="45847" y="49744"/>
                      <a:pt x="45026" y="48998"/>
                      <a:pt x="45026" y="44875"/>
                    </a:cubicBezTo>
                    <a:lnTo>
                      <a:pt x="45026" y="151"/>
                    </a:lnTo>
                    <a:lnTo>
                      <a:pt x="44724" y="0"/>
                    </a:lnTo>
                    <a:cubicBezTo>
                      <a:pt x="40830" y="1274"/>
                      <a:pt x="37981" y="2024"/>
                      <a:pt x="32814" y="3298"/>
                    </a:cubicBezTo>
                    <a:lnTo>
                      <a:pt x="32814" y="4497"/>
                    </a:lnTo>
                    <a:lnTo>
                      <a:pt x="33262" y="4497"/>
                    </a:lnTo>
                    <a:cubicBezTo>
                      <a:pt x="34088" y="4421"/>
                      <a:pt x="34985" y="4346"/>
                      <a:pt x="35584" y="4346"/>
                    </a:cubicBezTo>
                    <a:cubicBezTo>
                      <a:pt x="37981" y="4346"/>
                      <a:pt x="38731" y="5393"/>
                      <a:pt x="38731" y="8914"/>
                    </a:cubicBezTo>
                    <a:lnTo>
                      <a:pt x="38731" y="44652"/>
                    </a:lnTo>
                    <a:cubicBezTo>
                      <a:pt x="38731" y="48697"/>
                      <a:pt x="37683" y="49669"/>
                      <a:pt x="32961" y="50046"/>
                    </a:cubicBezTo>
                    <a:lnTo>
                      <a:pt x="32961" y="51169"/>
                    </a:lnTo>
                    <a:lnTo>
                      <a:pt x="50641" y="51169"/>
                    </a:lnTo>
                    <a:close/>
                    <a:moveTo>
                      <a:pt x="71170" y="51169"/>
                    </a:moveTo>
                    <a:lnTo>
                      <a:pt x="71170" y="50046"/>
                    </a:lnTo>
                    <a:cubicBezTo>
                      <a:pt x="66225" y="49669"/>
                      <a:pt x="65625" y="48923"/>
                      <a:pt x="65625" y="43529"/>
                    </a:cubicBezTo>
                    <a:lnTo>
                      <a:pt x="65625" y="16931"/>
                    </a:lnTo>
                    <a:lnTo>
                      <a:pt x="65324" y="16708"/>
                    </a:lnTo>
                    <a:lnTo>
                      <a:pt x="53715" y="20828"/>
                    </a:lnTo>
                    <a:lnTo>
                      <a:pt x="53715" y="21951"/>
                    </a:lnTo>
                    <a:lnTo>
                      <a:pt x="54314" y="21876"/>
                    </a:lnTo>
                    <a:cubicBezTo>
                      <a:pt x="55211" y="21725"/>
                      <a:pt x="56184" y="21650"/>
                      <a:pt x="56858" y="21650"/>
                    </a:cubicBezTo>
                    <a:cubicBezTo>
                      <a:pt x="58656" y="21650"/>
                      <a:pt x="59331" y="22848"/>
                      <a:pt x="59331" y="26146"/>
                    </a:cubicBezTo>
                    <a:lnTo>
                      <a:pt x="59331" y="43529"/>
                    </a:lnTo>
                    <a:cubicBezTo>
                      <a:pt x="59331" y="48923"/>
                      <a:pt x="58585" y="49744"/>
                      <a:pt x="53413" y="50046"/>
                    </a:cubicBezTo>
                    <a:lnTo>
                      <a:pt x="53413" y="51169"/>
                    </a:lnTo>
                    <a:lnTo>
                      <a:pt x="71170" y="51169"/>
                    </a:lnTo>
                    <a:close/>
                    <a:moveTo>
                      <a:pt x="66300" y="3822"/>
                    </a:moveTo>
                    <a:cubicBezTo>
                      <a:pt x="66300" y="1722"/>
                      <a:pt x="64653" y="0"/>
                      <a:pt x="62478" y="0"/>
                    </a:cubicBezTo>
                    <a:cubicBezTo>
                      <a:pt x="60383" y="0"/>
                      <a:pt x="58656" y="1722"/>
                      <a:pt x="58656" y="3822"/>
                    </a:cubicBezTo>
                    <a:cubicBezTo>
                      <a:pt x="58656" y="5993"/>
                      <a:pt x="60383" y="7640"/>
                      <a:pt x="62478" y="7640"/>
                    </a:cubicBezTo>
                    <a:cubicBezTo>
                      <a:pt x="64653" y="7640"/>
                      <a:pt x="66300" y="5993"/>
                      <a:pt x="66300" y="3822"/>
                    </a:cubicBezTo>
                    <a:close/>
                    <a:moveTo>
                      <a:pt x="108252" y="32663"/>
                    </a:moveTo>
                    <a:cubicBezTo>
                      <a:pt x="108252" y="23376"/>
                      <a:pt x="103009" y="16708"/>
                      <a:pt x="95742" y="16708"/>
                    </a:cubicBezTo>
                    <a:cubicBezTo>
                      <a:pt x="91547" y="16708"/>
                      <a:pt x="88249" y="18578"/>
                      <a:pt x="84951" y="22626"/>
                    </a:cubicBezTo>
                    <a:lnTo>
                      <a:pt x="84951" y="16855"/>
                    </a:lnTo>
                    <a:lnTo>
                      <a:pt x="84503" y="16708"/>
                    </a:lnTo>
                    <a:cubicBezTo>
                      <a:pt x="80459" y="18280"/>
                      <a:pt x="77835" y="19252"/>
                      <a:pt x="73716" y="20526"/>
                    </a:cubicBezTo>
                    <a:lnTo>
                      <a:pt x="73716" y="21725"/>
                    </a:lnTo>
                    <a:cubicBezTo>
                      <a:pt x="74390" y="21650"/>
                      <a:pt x="74914" y="21650"/>
                      <a:pt x="75589" y="21650"/>
                    </a:cubicBezTo>
                    <a:cubicBezTo>
                      <a:pt x="78137" y="21650"/>
                      <a:pt x="78661" y="22400"/>
                      <a:pt x="78661" y="25920"/>
                    </a:cubicBezTo>
                    <a:lnTo>
                      <a:pt x="78661" y="60984"/>
                    </a:lnTo>
                    <a:cubicBezTo>
                      <a:pt x="78661" y="64881"/>
                      <a:pt x="77835" y="65703"/>
                      <a:pt x="73414" y="66151"/>
                    </a:cubicBezTo>
                    <a:lnTo>
                      <a:pt x="73414" y="67425"/>
                    </a:lnTo>
                    <a:lnTo>
                      <a:pt x="91547" y="67425"/>
                    </a:lnTo>
                    <a:lnTo>
                      <a:pt x="91547" y="66080"/>
                    </a:lnTo>
                    <a:cubicBezTo>
                      <a:pt x="85927" y="66004"/>
                      <a:pt x="84951" y="65179"/>
                      <a:pt x="84951" y="60460"/>
                    </a:cubicBezTo>
                    <a:lnTo>
                      <a:pt x="84951" y="48697"/>
                    </a:lnTo>
                    <a:cubicBezTo>
                      <a:pt x="87574" y="51169"/>
                      <a:pt x="89372" y="51919"/>
                      <a:pt x="92519" y="51919"/>
                    </a:cubicBezTo>
                    <a:cubicBezTo>
                      <a:pt x="101362" y="51919"/>
                      <a:pt x="108252" y="43529"/>
                      <a:pt x="108252" y="32663"/>
                    </a:cubicBezTo>
                    <a:close/>
                    <a:moveTo>
                      <a:pt x="101810" y="35588"/>
                    </a:moveTo>
                    <a:cubicBezTo>
                      <a:pt x="101810" y="43902"/>
                      <a:pt x="98139" y="49522"/>
                      <a:pt x="92746" y="49522"/>
                    </a:cubicBezTo>
                    <a:cubicBezTo>
                      <a:pt x="89222" y="49522"/>
                      <a:pt x="84951" y="46823"/>
                      <a:pt x="84951" y="44577"/>
                    </a:cubicBezTo>
                    <a:lnTo>
                      <a:pt x="84951" y="26146"/>
                    </a:lnTo>
                    <a:cubicBezTo>
                      <a:pt x="84951" y="23900"/>
                      <a:pt x="89150" y="21201"/>
                      <a:pt x="92595" y="21201"/>
                    </a:cubicBezTo>
                    <a:cubicBezTo>
                      <a:pt x="98139" y="21201"/>
                      <a:pt x="101810" y="26896"/>
                      <a:pt x="101810" y="355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ppo_eq2_outline_1"/>
              <p:cNvSpPr/>
              <p:nvPr/>
            </p:nvSpPr>
            <p:spPr>
              <a:xfrm>
                <a:off x="4276779" y="1655138"/>
                <a:ext cx="19180" cy="68849"/>
              </a:xfrm>
              <a:custGeom>
                <a:avLst/>
                <a:gdLst/>
                <a:ahLst/>
                <a:cxnLst/>
                <a:rect l="0" t="0" r="r" b="b"/>
                <a:pathLst>
                  <a:path w="19181" h="68850">
                    <a:moveTo>
                      <a:pt x="18506" y="0"/>
                    </a:moveTo>
                    <a:cubicBezTo>
                      <a:pt x="7644" y="7045"/>
                      <a:pt x="0" y="19181"/>
                      <a:pt x="0" y="34465"/>
                    </a:cubicBezTo>
                    <a:cubicBezTo>
                      <a:pt x="0" y="48399"/>
                      <a:pt x="7941" y="62484"/>
                      <a:pt x="18280" y="68850"/>
                    </a:cubicBezTo>
                    <a:lnTo>
                      <a:pt x="19181" y="67651"/>
                    </a:lnTo>
                    <a:cubicBezTo>
                      <a:pt x="9291" y="59861"/>
                      <a:pt x="6445" y="50796"/>
                      <a:pt x="6445" y="34238"/>
                    </a:cubicBezTo>
                    <a:cubicBezTo>
                      <a:pt x="6445" y="17605"/>
                      <a:pt x="9513" y="8989"/>
                      <a:pt x="19181" y="1199"/>
                    </a:cubicBezTo>
                    <a:lnTo>
                      <a:pt x="18506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ppo_eq2_outline_2"/>
              <p:cNvSpPr/>
              <p:nvPr/>
            </p:nvSpPr>
            <p:spPr>
              <a:xfrm>
                <a:off x="4305544" y="1675815"/>
                <a:ext cx="34087" cy="33039"/>
              </a:xfrm>
              <a:custGeom>
                <a:avLst/>
                <a:gdLst/>
                <a:ahLst/>
                <a:cxnLst/>
                <a:rect l="0" t="0" r="r" b="b"/>
                <a:pathLst>
                  <a:path w="34088" h="33040">
                    <a:moveTo>
                      <a:pt x="34088" y="4195"/>
                    </a:moveTo>
                    <a:cubicBezTo>
                      <a:pt x="34088" y="1647"/>
                      <a:pt x="32064" y="0"/>
                      <a:pt x="29293" y="0"/>
                    </a:cubicBezTo>
                    <a:cubicBezTo>
                      <a:pt x="27043" y="0"/>
                      <a:pt x="24424" y="1123"/>
                      <a:pt x="22098" y="3147"/>
                    </a:cubicBezTo>
                    <a:cubicBezTo>
                      <a:pt x="18431" y="6370"/>
                      <a:pt x="14831" y="10716"/>
                      <a:pt x="13561" y="13712"/>
                    </a:cubicBezTo>
                    <a:lnTo>
                      <a:pt x="12287" y="16407"/>
                    </a:lnTo>
                    <a:lnTo>
                      <a:pt x="16407" y="151"/>
                    </a:lnTo>
                    <a:lnTo>
                      <a:pt x="15506" y="0"/>
                    </a:lnTo>
                    <a:lnTo>
                      <a:pt x="524" y="2024"/>
                    </a:lnTo>
                    <a:lnTo>
                      <a:pt x="599" y="3298"/>
                    </a:lnTo>
                    <a:lnTo>
                      <a:pt x="2996" y="3298"/>
                    </a:lnTo>
                    <a:cubicBezTo>
                      <a:pt x="5318" y="3298"/>
                      <a:pt x="7342" y="3449"/>
                      <a:pt x="7489" y="5020"/>
                    </a:cubicBezTo>
                    <a:cubicBezTo>
                      <a:pt x="7489" y="5171"/>
                      <a:pt x="7489" y="5318"/>
                      <a:pt x="7489" y="5469"/>
                    </a:cubicBezTo>
                    <a:cubicBezTo>
                      <a:pt x="7489" y="6219"/>
                      <a:pt x="7267" y="6894"/>
                      <a:pt x="6366" y="11164"/>
                    </a:cubicBezTo>
                    <a:lnTo>
                      <a:pt x="0" y="33040"/>
                    </a:lnTo>
                    <a:lnTo>
                      <a:pt x="7564" y="33040"/>
                    </a:lnTo>
                    <a:cubicBezTo>
                      <a:pt x="11688" y="20455"/>
                      <a:pt x="13033" y="17458"/>
                      <a:pt x="16931" y="11914"/>
                    </a:cubicBezTo>
                    <a:cubicBezTo>
                      <a:pt x="20078" y="7342"/>
                      <a:pt x="22923" y="4870"/>
                      <a:pt x="24571" y="4870"/>
                    </a:cubicBezTo>
                    <a:cubicBezTo>
                      <a:pt x="25098" y="4870"/>
                      <a:pt x="25769" y="5171"/>
                      <a:pt x="26222" y="5917"/>
                    </a:cubicBezTo>
                    <a:cubicBezTo>
                      <a:pt x="27194" y="7191"/>
                      <a:pt x="27868" y="7568"/>
                      <a:pt x="29817" y="7568"/>
                    </a:cubicBezTo>
                    <a:cubicBezTo>
                      <a:pt x="32587" y="7568"/>
                      <a:pt x="34088" y="6370"/>
                      <a:pt x="34088" y="419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" name="ppo_eq2_outline_3"/>
              <p:cNvSpPr/>
              <p:nvPr/>
            </p:nvSpPr>
            <p:spPr>
              <a:xfrm>
                <a:off x="4340402" y="1691503"/>
                <a:ext cx="16601" cy="29376"/>
              </a:xfrm>
              <a:custGeom>
                <a:avLst/>
                <a:gdLst/>
                <a:ahLst/>
                <a:cxnLst/>
                <a:rect l="0" t="0" r="r" b="b"/>
                <a:pathLst>
                  <a:path w="16601" h="29377">
                    <a:moveTo>
                      <a:pt x="12724" y="22832"/>
                    </a:moveTo>
                    <a:lnTo>
                      <a:pt x="11835" y="22463"/>
                    </a:lnTo>
                    <a:cubicBezTo>
                      <a:pt x="8692" y="25765"/>
                      <a:pt x="7648" y="26602"/>
                      <a:pt x="6600" y="26602"/>
                    </a:cubicBezTo>
                    <a:cubicBezTo>
                      <a:pt x="5917" y="26602"/>
                      <a:pt x="5445" y="26182"/>
                      <a:pt x="5445" y="25658"/>
                    </a:cubicBezTo>
                    <a:cubicBezTo>
                      <a:pt x="5445" y="25555"/>
                      <a:pt x="5501" y="25396"/>
                      <a:pt x="5552" y="25293"/>
                    </a:cubicBezTo>
                    <a:lnTo>
                      <a:pt x="10474" y="8065"/>
                    </a:lnTo>
                    <a:lnTo>
                      <a:pt x="16288" y="8065"/>
                    </a:lnTo>
                    <a:lnTo>
                      <a:pt x="16601" y="6179"/>
                    </a:lnTo>
                    <a:lnTo>
                      <a:pt x="11101" y="6179"/>
                    </a:lnTo>
                    <a:lnTo>
                      <a:pt x="12462" y="786"/>
                    </a:lnTo>
                    <a:lnTo>
                      <a:pt x="11886" y="0"/>
                    </a:lnTo>
                    <a:lnTo>
                      <a:pt x="11732" y="0"/>
                    </a:lnTo>
                    <a:cubicBezTo>
                      <a:pt x="11521" y="0"/>
                      <a:pt x="11101" y="155"/>
                      <a:pt x="10839" y="472"/>
                    </a:cubicBezTo>
                    <a:cubicBezTo>
                      <a:pt x="8485" y="3088"/>
                      <a:pt x="4397" y="6021"/>
                      <a:pt x="2199" y="6441"/>
                    </a:cubicBezTo>
                    <a:cubicBezTo>
                      <a:pt x="575" y="6858"/>
                      <a:pt x="0" y="7171"/>
                      <a:pt x="52" y="7751"/>
                    </a:cubicBezTo>
                    <a:cubicBezTo>
                      <a:pt x="52" y="7751"/>
                      <a:pt x="52" y="7906"/>
                      <a:pt x="159" y="8065"/>
                    </a:cubicBezTo>
                    <a:lnTo>
                      <a:pt x="5290" y="8065"/>
                    </a:lnTo>
                    <a:lnTo>
                      <a:pt x="889" y="23408"/>
                    </a:lnTo>
                    <a:cubicBezTo>
                      <a:pt x="314" y="25031"/>
                      <a:pt x="0" y="26706"/>
                      <a:pt x="0" y="27333"/>
                    </a:cubicBezTo>
                    <a:cubicBezTo>
                      <a:pt x="0" y="28539"/>
                      <a:pt x="1572" y="29377"/>
                      <a:pt x="3405" y="29377"/>
                    </a:cubicBezTo>
                    <a:cubicBezTo>
                      <a:pt x="6544" y="29377"/>
                      <a:pt x="8692" y="27908"/>
                      <a:pt x="12724" y="2283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ppo_eq2_outline_4"/>
              <p:cNvSpPr/>
              <p:nvPr/>
            </p:nvSpPr>
            <p:spPr>
              <a:xfrm>
                <a:off x="4373761" y="1701215"/>
                <a:ext cx="12811" cy="18502"/>
              </a:xfrm>
              <a:custGeom>
                <a:avLst/>
                <a:gdLst/>
                <a:ahLst/>
                <a:cxnLst/>
                <a:rect l="0" t="0" r="r" b="b"/>
                <a:pathLst>
                  <a:path w="12811" h="18502">
                    <a:moveTo>
                      <a:pt x="12811" y="7191"/>
                    </a:moveTo>
                    <a:cubicBezTo>
                      <a:pt x="12811" y="972"/>
                      <a:pt x="7568" y="0"/>
                      <a:pt x="5394" y="0"/>
                    </a:cubicBezTo>
                    <a:cubicBezTo>
                      <a:pt x="3072" y="0"/>
                      <a:pt x="0" y="1421"/>
                      <a:pt x="0" y="4643"/>
                    </a:cubicBezTo>
                    <a:cubicBezTo>
                      <a:pt x="0" y="7640"/>
                      <a:pt x="3147" y="8390"/>
                      <a:pt x="5469" y="8390"/>
                    </a:cubicBezTo>
                    <a:cubicBezTo>
                      <a:pt x="6068" y="8390"/>
                      <a:pt x="6517" y="8315"/>
                      <a:pt x="6743" y="8239"/>
                    </a:cubicBezTo>
                    <a:cubicBezTo>
                      <a:pt x="7045" y="8164"/>
                      <a:pt x="7493" y="8088"/>
                      <a:pt x="7644" y="8088"/>
                    </a:cubicBezTo>
                    <a:cubicBezTo>
                      <a:pt x="8243" y="8088"/>
                      <a:pt x="8842" y="8465"/>
                      <a:pt x="8842" y="9140"/>
                    </a:cubicBezTo>
                    <a:cubicBezTo>
                      <a:pt x="8842" y="10561"/>
                      <a:pt x="7418" y="13708"/>
                      <a:pt x="1576" y="16855"/>
                    </a:cubicBezTo>
                    <a:lnTo>
                      <a:pt x="2322" y="18502"/>
                    </a:lnTo>
                    <a:cubicBezTo>
                      <a:pt x="5171" y="17752"/>
                      <a:pt x="12811" y="12509"/>
                      <a:pt x="12811" y="71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" name="ppo_eq2_outline_5"/>
              <p:cNvSpPr/>
              <p:nvPr/>
            </p:nvSpPr>
            <p:spPr>
              <a:xfrm>
                <a:off x="4415013" y="1658210"/>
                <a:ext cx="21205" cy="50645"/>
              </a:xfrm>
              <a:custGeom>
                <a:avLst/>
                <a:gdLst/>
                <a:ahLst/>
                <a:cxnLst/>
                <a:rect l="0" t="0" r="r" b="b"/>
                <a:pathLst>
                  <a:path w="21205" h="50645">
                    <a:moveTo>
                      <a:pt x="21205" y="50645"/>
                    </a:moveTo>
                    <a:lnTo>
                      <a:pt x="21205" y="49522"/>
                    </a:lnTo>
                    <a:cubicBezTo>
                      <a:pt x="15284" y="49447"/>
                      <a:pt x="14085" y="48697"/>
                      <a:pt x="14085" y="45101"/>
                    </a:cubicBezTo>
                    <a:lnTo>
                      <a:pt x="14085" y="151"/>
                    </a:lnTo>
                    <a:lnTo>
                      <a:pt x="13486" y="0"/>
                    </a:lnTo>
                    <a:lnTo>
                      <a:pt x="0" y="6818"/>
                    </a:lnTo>
                    <a:lnTo>
                      <a:pt x="0" y="7866"/>
                    </a:lnTo>
                    <a:cubicBezTo>
                      <a:pt x="901" y="7493"/>
                      <a:pt x="1726" y="7191"/>
                      <a:pt x="2024" y="7044"/>
                    </a:cubicBezTo>
                    <a:cubicBezTo>
                      <a:pt x="3373" y="6517"/>
                      <a:pt x="4647" y="6219"/>
                      <a:pt x="5397" y="6219"/>
                    </a:cubicBezTo>
                    <a:cubicBezTo>
                      <a:pt x="6969" y="6219"/>
                      <a:pt x="7644" y="7342"/>
                      <a:pt x="7644" y="9739"/>
                    </a:cubicBezTo>
                    <a:lnTo>
                      <a:pt x="7644" y="43676"/>
                    </a:lnTo>
                    <a:cubicBezTo>
                      <a:pt x="7644" y="46149"/>
                      <a:pt x="7045" y="47875"/>
                      <a:pt x="5846" y="48546"/>
                    </a:cubicBezTo>
                    <a:cubicBezTo>
                      <a:pt x="4723" y="49220"/>
                      <a:pt x="3671" y="49447"/>
                      <a:pt x="524" y="49522"/>
                    </a:cubicBezTo>
                    <a:lnTo>
                      <a:pt x="524" y="50645"/>
                    </a:lnTo>
                    <a:lnTo>
                      <a:pt x="21205" y="5064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ppo_eq2_outline_6"/>
              <p:cNvSpPr/>
              <p:nvPr/>
            </p:nvSpPr>
            <p:spPr>
              <a:xfrm>
                <a:off x="4468454" y="1687503"/>
                <a:ext cx="38357" cy="4194"/>
              </a:xfrm>
              <a:custGeom>
                <a:avLst/>
                <a:gdLst/>
                <a:ahLst/>
                <a:cxnLst/>
                <a:rect l="0" t="0" r="r" b="b"/>
                <a:pathLst>
                  <a:path w="38358" h="4195">
                    <a:moveTo>
                      <a:pt x="38358" y="4195"/>
                    </a:moveTo>
                    <a:lnTo>
                      <a:pt x="38358" y="0"/>
                    </a:lnTo>
                    <a:lnTo>
                      <a:pt x="0" y="0"/>
                    </a:lnTo>
                    <a:lnTo>
                      <a:pt x="0" y="4195"/>
                    </a:lnTo>
                    <a:lnTo>
                      <a:pt x="38358" y="419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" name="ppo_eq2_outline_7"/>
              <p:cNvSpPr/>
              <p:nvPr/>
            </p:nvSpPr>
            <p:spPr>
              <a:xfrm>
                <a:off x="4540685" y="1659634"/>
                <a:ext cx="40983" cy="50645"/>
              </a:xfrm>
              <a:custGeom>
                <a:avLst/>
                <a:gdLst/>
                <a:ahLst/>
                <a:cxnLst/>
                <a:rect l="0" t="0" r="r" b="b"/>
                <a:pathLst>
                  <a:path w="40983" h="50645">
                    <a:moveTo>
                      <a:pt x="29144" y="31167"/>
                    </a:moveTo>
                    <a:cubicBezTo>
                      <a:pt x="29295" y="40830"/>
                      <a:pt x="21877" y="48395"/>
                      <a:pt x="15658" y="48395"/>
                    </a:cubicBezTo>
                    <a:cubicBezTo>
                      <a:pt x="10563" y="48395"/>
                      <a:pt x="8618" y="42704"/>
                      <a:pt x="8542" y="38509"/>
                    </a:cubicBezTo>
                    <a:cubicBezTo>
                      <a:pt x="8316" y="21499"/>
                      <a:pt x="23973" y="20229"/>
                      <a:pt x="24048" y="20229"/>
                    </a:cubicBezTo>
                    <a:cubicBezTo>
                      <a:pt x="24048" y="20300"/>
                      <a:pt x="29069" y="25098"/>
                      <a:pt x="29144" y="31167"/>
                    </a:cubicBezTo>
                    <a:close/>
                    <a:moveTo>
                      <a:pt x="40983" y="4270"/>
                    </a:moveTo>
                    <a:cubicBezTo>
                      <a:pt x="40908" y="1949"/>
                      <a:pt x="36637" y="0"/>
                      <a:pt x="29069" y="0"/>
                    </a:cubicBezTo>
                    <a:cubicBezTo>
                      <a:pt x="21651" y="0"/>
                      <a:pt x="15658" y="3369"/>
                      <a:pt x="15658" y="7941"/>
                    </a:cubicBezTo>
                    <a:cubicBezTo>
                      <a:pt x="15734" y="12886"/>
                      <a:pt x="22477" y="18280"/>
                      <a:pt x="22477" y="18355"/>
                    </a:cubicBezTo>
                    <a:cubicBezTo>
                      <a:pt x="22401" y="18355"/>
                      <a:pt x="-225" y="21276"/>
                      <a:pt x="2" y="38580"/>
                    </a:cubicBezTo>
                    <a:cubicBezTo>
                      <a:pt x="77" y="43676"/>
                      <a:pt x="3597" y="50645"/>
                      <a:pt x="13261" y="50645"/>
                    </a:cubicBezTo>
                    <a:cubicBezTo>
                      <a:pt x="26823" y="50645"/>
                      <a:pt x="37383" y="40906"/>
                      <a:pt x="37237" y="28694"/>
                    </a:cubicBezTo>
                    <a:cubicBezTo>
                      <a:pt x="37086" y="16256"/>
                      <a:pt x="19631" y="14684"/>
                      <a:pt x="19556" y="7418"/>
                    </a:cubicBezTo>
                    <a:cubicBezTo>
                      <a:pt x="19556" y="4044"/>
                      <a:pt x="24425" y="2619"/>
                      <a:pt x="27346" y="2619"/>
                    </a:cubicBezTo>
                    <a:cubicBezTo>
                      <a:pt x="35887" y="2619"/>
                      <a:pt x="34014" y="6890"/>
                      <a:pt x="37836" y="6890"/>
                    </a:cubicBezTo>
                    <a:cubicBezTo>
                      <a:pt x="39856" y="6890"/>
                      <a:pt x="40983" y="5544"/>
                      <a:pt x="40983" y="427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ppo_eq2_outline_8"/>
              <p:cNvSpPr/>
              <p:nvPr/>
            </p:nvSpPr>
            <p:spPr>
              <a:xfrm>
                <a:off x="4583726" y="1684327"/>
                <a:ext cx="75680" cy="47128"/>
              </a:xfrm>
              <a:custGeom>
                <a:avLst/>
                <a:gdLst/>
                <a:ahLst/>
                <a:cxnLst/>
                <a:rect l="0" t="0" r="r" b="b"/>
                <a:pathLst>
                  <a:path w="75680" h="47129">
                    <a:moveTo>
                      <a:pt x="20264" y="28067"/>
                    </a:moveTo>
                    <a:lnTo>
                      <a:pt x="19530" y="27599"/>
                    </a:lnTo>
                    <a:cubicBezTo>
                      <a:pt x="17018" y="31262"/>
                      <a:pt x="15133" y="32520"/>
                      <a:pt x="12148" y="32520"/>
                    </a:cubicBezTo>
                    <a:cubicBezTo>
                      <a:pt x="7330" y="32520"/>
                      <a:pt x="4032" y="28329"/>
                      <a:pt x="4032" y="22308"/>
                    </a:cubicBezTo>
                    <a:cubicBezTo>
                      <a:pt x="4032" y="16863"/>
                      <a:pt x="6914" y="13196"/>
                      <a:pt x="11152" y="13196"/>
                    </a:cubicBezTo>
                    <a:cubicBezTo>
                      <a:pt x="13037" y="13196"/>
                      <a:pt x="13720" y="13771"/>
                      <a:pt x="14244" y="15712"/>
                    </a:cubicBezTo>
                    <a:lnTo>
                      <a:pt x="14557" y="16863"/>
                    </a:lnTo>
                    <a:cubicBezTo>
                      <a:pt x="14974" y="18379"/>
                      <a:pt x="15919" y="19272"/>
                      <a:pt x="17070" y="19272"/>
                    </a:cubicBezTo>
                    <a:cubicBezTo>
                      <a:pt x="18431" y="19272"/>
                      <a:pt x="19530" y="18276"/>
                      <a:pt x="19530" y="17073"/>
                    </a:cubicBezTo>
                    <a:cubicBezTo>
                      <a:pt x="19530" y="14141"/>
                      <a:pt x="15867" y="11680"/>
                      <a:pt x="11466" y="11680"/>
                    </a:cubicBezTo>
                    <a:cubicBezTo>
                      <a:pt x="9005" y="11680"/>
                      <a:pt x="6493" y="12621"/>
                      <a:pt x="4397" y="14347"/>
                    </a:cubicBezTo>
                    <a:cubicBezTo>
                      <a:pt x="1572" y="16704"/>
                      <a:pt x="0" y="20320"/>
                      <a:pt x="0" y="24666"/>
                    </a:cubicBezTo>
                    <a:cubicBezTo>
                      <a:pt x="0" y="31421"/>
                      <a:pt x="4135" y="36290"/>
                      <a:pt x="9950" y="36290"/>
                    </a:cubicBezTo>
                    <a:cubicBezTo>
                      <a:pt x="12200" y="36290"/>
                      <a:pt x="14192" y="35556"/>
                      <a:pt x="15970" y="34092"/>
                    </a:cubicBezTo>
                    <a:cubicBezTo>
                      <a:pt x="17542" y="32833"/>
                      <a:pt x="18590" y="31313"/>
                      <a:pt x="20264" y="28067"/>
                    </a:cubicBezTo>
                    <a:close/>
                    <a:moveTo>
                      <a:pt x="35405" y="35766"/>
                    </a:moveTo>
                    <a:lnTo>
                      <a:pt x="35405" y="34981"/>
                    </a:lnTo>
                    <a:cubicBezTo>
                      <a:pt x="32056" y="34770"/>
                      <a:pt x="31476" y="34246"/>
                      <a:pt x="31476" y="31369"/>
                    </a:cubicBezTo>
                    <a:lnTo>
                      <a:pt x="31476" y="107"/>
                    </a:lnTo>
                    <a:lnTo>
                      <a:pt x="31270" y="0"/>
                    </a:lnTo>
                    <a:cubicBezTo>
                      <a:pt x="28543" y="893"/>
                      <a:pt x="26555" y="1413"/>
                      <a:pt x="22943" y="2306"/>
                    </a:cubicBezTo>
                    <a:lnTo>
                      <a:pt x="22943" y="3143"/>
                    </a:lnTo>
                    <a:lnTo>
                      <a:pt x="23257" y="3143"/>
                    </a:lnTo>
                    <a:cubicBezTo>
                      <a:pt x="23832" y="3092"/>
                      <a:pt x="24459" y="3036"/>
                      <a:pt x="24880" y="3036"/>
                    </a:cubicBezTo>
                    <a:cubicBezTo>
                      <a:pt x="26555" y="3036"/>
                      <a:pt x="27079" y="3770"/>
                      <a:pt x="27079" y="6231"/>
                    </a:cubicBezTo>
                    <a:lnTo>
                      <a:pt x="27079" y="31210"/>
                    </a:lnTo>
                    <a:cubicBezTo>
                      <a:pt x="27079" y="34040"/>
                      <a:pt x="26345" y="34719"/>
                      <a:pt x="23046" y="34981"/>
                    </a:cubicBezTo>
                    <a:lnTo>
                      <a:pt x="23046" y="35766"/>
                    </a:lnTo>
                    <a:lnTo>
                      <a:pt x="35405" y="35766"/>
                    </a:lnTo>
                    <a:close/>
                    <a:moveTo>
                      <a:pt x="49756" y="35766"/>
                    </a:moveTo>
                    <a:lnTo>
                      <a:pt x="49756" y="34981"/>
                    </a:lnTo>
                    <a:cubicBezTo>
                      <a:pt x="46299" y="34719"/>
                      <a:pt x="45883" y="34195"/>
                      <a:pt x="45883" y="30424"/>
                    </a:cubicBezTo>
                    <a:lnTo>
                      <a:pt x="45883" y="11835"/>
                    </a:lnTo>
                    <a:lnTo>
                      <a:pt x="45672" y="11680"/>
                    </a:lnTo>
                    <a:lnTo>
                      <a:pt x="37556" y="14557"/>
                    </a:lnTo>
                    <a:lnTo>
                      <a:pt x="37556" y="15343"/>
                    </a:lnTo>
                    <a:lnTo>
                      <a:pt x="37973" y="15292"/>
                    </a:lnTo>
                    <a:cubicBezTo>
                      <a:pt x="38604" y="15188"/>
                      <a:pt x="39283" y="15133"/>
                      <a:pt x="39755" y="15133"/>
                    </a:cubicBezTo>
                    <a:cubicBezTo>
                      <a:pt x="41013" y="15133"/>
                      <a:pt x="41481" y="15974"/>
                      <a:pt x="41481" y="18276"/>
                    </a:cubicBezTo>
                    <a:lnTo>
                      <a:pt x="41481" y="30424"/>
                    </a:lnTo>
                    <a:cubicBezTo>
                      <a:pt x="41481" y="34195"/>
                      <a:pt x="40961" y="34770"/>
                      <a:pt x="37346" y="34981"/>
                    </a:cubicBezTo>
                    <a:lnTo>
                      <a:pt x="37346" y="35766"/>
                    </a:lnTo>
                    <a:lnTo>
                      <a:pt x="49756" y="35766"/>
                    </a:lnTo>
                    <a:close/>
                    <a:moveTo>
                      <a:pt x="46355" y="2671"/>
                    </a:moveTo>
                    <a:cubicBezTo>
                      <a:pt x="46355" y="1206"/>
                      <a:pt x="45200" y="0"/>
                      <a:pt x="43684" y="0"/>
                    </a:cubicBezTo>
                    <a:cubicBezTo>
                      <a:pt x="42216" y="0"/>
                      <a:pt x="41013" y="1206"/>
                      <a:pt x="41013" y="2671"/>
                    </a:cubicBezTo>
                    <a:cubicBezTo>
                      <a:pt x="41013" y="4191"/>
                      <a:pt x="42216" y="5342"/>
                      <a:pt x="43684" y="5342"/>
                    </a:cubicBezTo>
                    <a:cubicBezTo>
                      <a:pt x="45200" y="5342"/>
                      <a:pt x="46355" y="4191"/>
                      <a:pt x="46355" y="2671"/>
                    </a:cubicBezTo>
                    <a:close/>
                    <a:moveTo>
                      <a:pt x="75680" y="22832"/>
                    </a:moveTo>
                    <a:cubicBezTo>
                      <a:pt x="75680" y="16339"/>
                      <a:pt x="72017" y="11680"/>
                      <a:pt x="66937" y="11680"/>
                    </a:cubicBezTo>
                    <a:cubicBezTo>
                      <a:pt x="64004" y="11680"/>
                      <a:pt x="61698" y="12986"/>
                      <a:pt x="59396" y="15815"/>
                    </a:cubicBezTo>
                    <a:lnTo>
                      <a:pt x="59396" y="11783"/>
                    </a:lnTo>
                    <a:lnTo>
                      <a:pt x="59083" y="11680"/>
                    </a:lnTo>
                    <a:cubicBezTo>
                      <a:pt x="56253" y="12779"/>
                      <a:pt x="54420" y="13458"/>
                      <a:pt x="51542" y="14347"/>
                    </a:cubicBezTo>
                    <a:lnTo>
                      <a:pt x="51542" y="15188"/>
                    </a:lnTo>
                    <a:cubicBezTo>
                      <a:pt x="52010" y="15133"/>
                      <a:pt x="52380" y="15133"/>
                      <a:pt x="52852" y="15133"/>
                    </a:cubicBezTo>
                    <a:cubicBezTo>
                      <a:pt x="54630" y="15133"/>
                      <a:pt x="54999" y="15657"/>
                      <a:pt x="54999" y="18117"/>
                    </a:cubicBezTo>
                    <a:lnTo>
                      <a:pt x="54999" y="42624"/>
                    </a:lnTo>
                    <a:cubicBezTo>
                      <a:pt x="54999" y="45351"/>
                      <a:pt x="54420" y="45926"/>
                      <a:pt x="51332" y="46240"/>
                    </a:cubicBezTo>
                    <a:lnTo>
                      <a:pt x="51332" y="47129"/>
                    </a:lnTo>
                    <a:lnTo>
                      <a:pt x="64004" y="47129"/>
                    </a:lnTo>
                    <a:lnTo>
                      <a:pt x="64004" y="46188"/>
                    </a:lnTo>
                    <a:cubicBezTo>
                      <a:pt x="60075" y="46133"/>
                      <a:pt x="59396" y="45557"/>
                      <a:pt x="59396" y="42259"/>
                    </a:cubicBezTo>
                    <a:lnTo>
                      <a:pt x="59396" y="34040"/>
                    </a:lnTo>
                    <a:cubicBezTo>
                      <a:pt x="61230" y="35766"/>
                      <a:pt x="62484" y="36290"/>
                      <a:pt x="64687" y="36290"/>
                    </a:cubicBezTo>
                    <a:cubicBezTo>
                      <a:pt x="70862" y="36290"/>
                      <a:pt x="75680" y="30424"/>
                      <a:pt x="75680" y="22832"/>
                    </a:cubicBezTo>
                    <a:close/>
                    <a:moveTo>
                      <a:pt x="71179" y="24876"/>
                    </a:moveTo>
                    <a:cubicBezTo>
                      <a:pt x="71179" y="30686"/>
                      <a:pt x="68612" y="34615"/>
                      <a:pt x="64841" y="34615"/>
                    </a:cubicBezTo>
                    <a:cubicBezTo>
                      <a:pt x="62381" y="34615"/>
                      <a:pt x="59396" y="32730"/>
                      <a:pt x="59396" y="31159"/>
                    </a:cubicBezTo>
                    <a:lnTo>
                      <a:pt x="59396" y="18276"/>
                    </a:lnTo>
                    <a:cubicBezTo>
                      <a:pt x="59396" y="16704"/>
                      <a:pt x="62329" y="14819"/>
                      <a:pt x="64738" y="14819"/>
                    </a:cubicBezTo>
                    <a:cubicBezTo>
                      <a:pt x="68612" y="14819"/>
                      <a:pt x="71179" y="18800"/>
                      <a:pt x="71179" y="2487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" name="ppo_eq2_outline_9"/>
              <p:cNvSpPr/>
              <p:nvPr/>
            </p:nvSpPr>
            <p:spPr>
              <a:xfrm>
                <a:off x="4673608" y="1701215"/>
                <a:ext cx="12811" cy="18502"/>
              </a:xfrm>
              <a:custGeom>
                <a:avLst/>
                <a:gdLst/>
                <a:ahLst/>
                <a:cxnLst/>
                <a:rect l="0" t="0" r="r" b="b"/>
                <a:pathLst>
                  <a:path w="12811" h="18502">
                    <a:moveTo>
                      <a:pt x="12811" y="7191"/>
                    </a:moveTo>
                    <a:cubicBezTo>
                      <a:pt x="12811" y="972"/>
                      <a:pt x="7568" y="0"/>
                      <a:pt x="5394" y="0"/>
                    </a:cubicBezTo>
                    <a:cubicBezTo>
                      <a:pt x="3072" y="0"/>
                      <a:pt x="0" y="1421"/>
                      <a:pt x="0" y="4643"/>
                    </a:cubicBezTo>
                    <a:cubicBezTo>
                      <a:pt x="0" y="7640"/>
                      <a:pt x="3147" y="8390"/>
                      <a:pt x="5469" y="8390"/>
                    </a:cubicBezTo>
                    <a:cubicBezTo>
                      <a:pt x="6068" y="8390"/>
                      <a:pt x="6517" y="8315"/>
                      <a:pt x="6743" y="8239"/>
                    </a:cubicBezTo>
                    <a:cubicBezTo>
                      <a:pt x="7045" y="8164"/>
                      <a:pt x="7493" y="8088"/>
                      <a:pt x="7644" y="8088"/>
                    </a:cubicBezTo>
                    <a:cubicBezTo>
                      <a:pt x="8243" y="8088"/>
                      <a:pt x="8842" y="8465"/>
                      <a:pt x="8842" y="9140"/>
                    </a:cubicBezTo>
                    <a:cubicBezTo>
                      <a:pt x="8842" y="10561"/>
                      <a:pt x="7418" y="13708"/>
                      <a:pt x="1576" y="16855"/>
                    </a:cubicBezTo>
                    <a:lnTo>
                      <a:pt x="2322" y="18502"/>
                    </a:lnTo>
                    <a:cubicBezTo>
                      <a:pt x="5171" y="17752"/>
                      <a:pt x="12811" y="12509"/>
                      <a:pt x="12811" y="719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ppo_eq2_outline_10"/>
              <p:cNvSpPr/>
              <p:nvPr/>
            </p:nvSpPr>
            <p:spPr>
              <a:xfrm>
                <a:off x="4714860" y="1658210"/>
                <a:ext cx="21205" cy="50645"/>
              </a:xfrm>
              <a:custGeom>
                <a:avLst/>
                <a:gdLst/>
                <a:ahLst/>
                <a:cxnLst/>
                <a:rect l="0" t="0" r="r" b="b"/>
                <a:pathLst>
                  <a:path w="21205" h="50645">
                    <a:moveTo>
                      <a:pt x="21205" y="50645"/>
                    </a:moveTo>
                    <a:lnTo>
                      <a:pt x="21205" y="49522"/>
                    </a:lnTo>
                    <a:cubicBezTo>
                      <a:pt x="15284" y="49447"/>
                      <a:pt x="14085" y="48697"/>
                      <a:pt x="14085" y="45101"/>
                    </a:cubicBezTo>
                    <a:lnTo>
                      <a:pt x="14085" y="151"/>
                    </a:lnTo>
                    <a:lnTo>
                      <a:pt x="13486" y="0"/>
                    </a:lnTo>
                    <a:lnTo>
                      <a:pt x="0" y="6818"/>
                    </a:lnTo>
                    <a:lnTo>
                      <a:pt x="0" y="7866"/>
                    </a:lnTo>
                    <a:cubicBezTo>
                      <a:pt x="901" y="7493"/>
                      <a:pt x="1726" y="7191"/>
                      <a:pt x="2024" y="7044"/>
                    </a:cubicBezTo>
                    <a:cubicBezTo>
                      <a:pt x="3373" y="6517"/>
                      <a:pt x="4647" y="6219"/>
                      <a:pt x="5398" y="6219"/>
                    </a:cubicBezTo>
                    <a:cubicBezTo>
                      <a:pt x="6969" y="6219"/>
                      <a:pt x="7644" y="7342"/>
                      <a:pt x="7644" y="9739"/>
                    </a:cubicBezTo>
                    <a:lnTo>
                      <a:pt x="7644" y="43676"/>
                    </a:lnTo>
                    <a:cubicBezTo>
                      <a:pt x="7644" y="46149"/>
                      <a:pt x="7045" y="47875"/>
                      <a:pt x="5846" y="48546"/>
                    </a:cubicBezTo>
                    <a:cubicBezTo>
                      <a:pt x="4723" y="49220"/>
                      <a:pt x="3671" y="49447"/>
                      <a:pt x="524" y="49522"/>
                    </a:cubicBezTo>
                    <a:lnTo>
                      <a:pt x="524" y="50645"/>
                    </a:lnTo>
                    <a:lnTo>
                      <a:pt x="21205" y="5064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ppo_eq2_outline_11"/>
              <p:cNvSpPr/>
              <p:nvPr/>
            </p:nvSpPr>
            <p:spPr>
              <a:xfrm>
                <a:off x="4765290" y="1670346"/>
                <a:ext cx="38357" cy="38508"/>
              </a:xfrm>
              <a:custGeom>
                <a:avLst/>
                <a:gdLst/>
                <a:ahLst/>
                <a:cxnLst/>
                <a:rect l="0" t="0" r="r" b="b"/>
                <a:pathLst>
                  <a:path w="38358" h="38509">
                    <a:moveTo>
                      <a:pt x="16708" y="16784"/>
                    </a:moveTo>
                    <a:lnTo>
                      <a:pt x="0" y="16784"/>
                    </a:lnTo>
                    <a:lnTo>
                      <a:pt x="0" y="21729"/>
                    </a:lnTo>
                    <a:lnTo>
                      <a:pt x="16708" y="21729"/>
                    </a:lnTo>
                    <a:lnTo>
                      <a:pt x="16708" y="38509"/>
                    </a:lnTo>
                    <a:lnTo>
                      <a:pt x="21653" y="38509"/>
                    </a:lnTo>
                    <a:lnTo>
                      <a:pt x="21653" y="21729"/>
                    </a:lnTo>
                    <a:lnTo>
                      <a:pt x="38358" y="21729"/>
                    </a:lnTo>
                    <a:lnTo>
                      <a:pt x="38358" y="16784"/>
                    </a:lnTo>
                    <a:lnTo>
                      <a:pt x="21653" y="16784"/>
                    </a:lnTo>
                    <a:lnTo>
                      <a:pt x="21653" y="0"/>
                    </a:lnTo>
                    <a:lnTo>
                      <a:pt x="16708" y="0"/>
                    </a:lnTo>
                    <a:lnTo>
                      <a:pt x="16708" y="1678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ppo_eq2_outline_12"/>
              <p:cNvSpPr/>
              <p:nvPr/>
            </p:nvSpPr>
            <p:spPr>
              <a:xfrm>
                <a:off x="4834538" y="1659634"/>
                <a:ext cx="40983" cy="50645"/>
              </a:xfrm>
              <a:custGeom>
                <a:avLst/>
                <a:gdLst/>
                <a:ahLst/>
                <a:cxnLst/>
                <a:rect l="0" t="0" r="r" b="b"/>
                <a:pathLst>
                  <a:path w="40983" h="50645">
                    <a:moveTo>
                      <a:pt x="29144" y="31167"/>
                    </a:moveTo>
                    <a:cubicBezTo>
                      <a:pt x="29295" y="40830"/>
                      <a:pt x="21877" y="48395"/>
                      <a:pt x="15658" y="48395"/>
                    </a:cubicBezTo>
                    <a:cubicBezTo>
                      <a:pt x="10563" y="48395"/>
                      <a:pt x="8618" y="42704"/>
                      <a:pt x="8542" y="38509"/>
                    </a:cubicBezTo>
                    <a:cubicBezTo>
                      <a:pt x="8316" y="21499"/>
                      <a:pt x="23973" y="20229"/>
                      <a:pt x="24048" y="20229"/>
                    </a:cubicBezTo>
                    <a:cubicBezTo>
                      <a:pt x="24048" y="20300"/>
                      <a:pt x="29069" y="25098"/>
                      <a:pt x="29144" y="31167"/>
                    </a:cubicBezTo>
                    <a:close/>
                    <a:moveTo>
                      <a:pt x="40983" y="4270"/>
                    </a:moveTo>
                    <a:cubicBezTo>
                      <a:pt x="40908" y="1949"/>
                      <a:pt x="36637" y="0"/>
                      <a:pt x="29069" y="0"/>
                    </a:cubicBezTo>
                    <a:cubicBezTo>
                      <a:pt x="21651" y="0"/>
                      <a:pt x="15658" y="3369"/>
                      <a:pt x="15658" y="7941"/>
                    </a:cubicBezTo>
                    <a:cubicBezTo>
                      <a:pt x="15734" y="12886"/>
                      <a:pt x="22477" y="18280"/>
                      <a:pt x="22477" y="18355"/>
                    </a:cubicBezTo>
                    <a:cubicBezTo>
                      <a:pt x="22401" y="18355"/>
                      <a:pt x="-225" y="21276"/>
                      <a:pt x="2" y="38580"/>
                    </a:cubicBezTo>
                    <a:cubicBezTo>
                      <a:pt x="77" y="43676"/>
                      <a:pt x="3597" y="50645"/>
                      <a:pt x="13261" y="50645"/>
                    </a:cubicBezTo>
                    <a:cubicBezTo>
                      <a:pt x="26823" y="50645"/>
                      <a:pt x="37383" y="40906"/>
                      <a:pt x="37237" y="28694"/>
                    </a:cubicBezTo>
                    <a:cubicBezTo>
                      <a:pt x="37086" y="16256"/>
                      <a:pt x="19631" y="14684"/>
                      <a:pt x="19556" y="7418"/>
                    </a:cubicBezTo>
                    <a:cubicBezTo>
                      <a:pt x="19556" y="4044"/>
                      <a:pt x="24425" y="2619"/>
                      <a:pt x="27346" y="2619"/>
                    </a:cubicBezTo>
                    <a:cubicBezTo>
                      <a:pt x="35887" y="2619"/>
                      <a:pt x="34014" y="6890"/>
                      <a:pt x="37836" y="6890"/>
                    </a:cubicBezTo>
                    <a:cubicBezTo>
                      <a:pt x="39856" y="6890"/>
                      <a:pt x="40983" y="5544"/>
                      <a:pt x="40983" y="427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ppo_eq2_outline_13"/>
              <p:cNvSpPr/>
              <p:nvPr/>
            </p:nvSpPr>
            <p:spPr>
              <a:xfrm>
                <a:off x="4877565" y="1684327"/>
                <a:ext cx="75680" cy="47128"/>
              </a:xfrm>
              <a:custGeom>
                <a:avLst/>
                <a:gdLst/>
                <a:ahLst/>
                <a:cxnLst/>
                <a:rect l="0" t="0" r="r" b="b"/>
                <a:pathLst>
                  <a:path w="75680" h="47129">
                    <a:moveTo>
                      <a:pt x="20264" y="28067"/>
                    </a:moveTo>
                    <a:lnTo>
                      <a:pt x="19530" y="27599"/>
                    </a:lnTo>
                    <a:cubicBezTo>
                      <a:pt x="17018" y="31262"/>
                      <a:pt x="15133" y="32520"/>
                      <a:pt x="12148" y="32520"/>
                    </a:cubicBezTo>
                    <a:cubicBezTo>
                      <a:pt x="7330" y="32520"/>
                      <a:pt x="4032" y="28329"/>
                      <a:pt x="4032" y="22308"/>
                    </a:cubicBezTo>
                    <a:cubicBezTo>
                      <a:pt x="4032" y="16863"/>
                      <a:pt x="6914" y="13196"/>
                      <a:pt x="11152" y="13196"/>
                    </a:cubicBezTo>
                    <a:cubicBezTo>
                      <a:pt x="13037" y="13196"/>
                      <a:pt x="13720" y="13771"/>
                      <a:pt x="14244" y="15712"/>
                    </a:cubicBezTo>
                    <a:lnTo>
                      <a:pt x="14557" y="16863"/>
                    </a:lnTo>
                    <a:cubicBezTo>
                      <a:pt x="14974" y="18379"/>
                      <a:pt x="15919" y="19272"/>
                      <a:pt x="17070" y="19272"/>
                    </a:cubicBezTo>
                    <a:cubicBezTo>
                      <a:pt x="18431" y="19272"/>
                      <a:pt x="19530" y="18276"/>
                      <a:pt x="19530" y="17073"/>
                    </a:cubicBezTo>
                    <a:cubicBezTo>
                      <a:pt x="19530" y="14141"/>
                      <a:pt x="15867" y="11680"/>
                      <a:pt x="11466" y="11680"/>
                    </a:cubicBezTo>
                    <a:cubicBezTo>
                      <a:pt x="9005" y="11680"/>
                      <a:pt x="6493" y="12621"/>
                      <a:pt x="4397" y="14347"/>
                    </a:cubicBezTo>
                    <a:cubicBezTo>
                      <a:pt x="1572" y="16704"/>
                      <a:pt x="0" y="20320"/>
                      <a:pt x="0" y="24666"/>
                    </a:cubicBezTo>
                    <a:cubicBezTo>
                      <a:pt x="0" y="31421"/>
                      <a:pt x="4135" y="36290"/>
                      <a:pt x="9950" y="36290"/>
                    </a:cubicBezTo>
                    <a:cubicBezTo>
                      <a:pt x="12200" y="36290"/>
                      <a:pt x="14192" y="35556"/>
                      <a:pt x="15970" y="34092"/>
                    </a:cubicBezTo>
                    <a:cubicBezTo>
                      <a:pt x="17542" y="32833"/>
                      <a:pt x="18590" y="31313"/>
                      <a:pt x="20264" y="28067"/>
                    </a:cubicBezTo>
                    <a:close/>
                    <a:moveTo>
                      <a:pt x="35405" y="35766"/>
                    </a:moveTo>
                    <a:lnTo>
                      <a:pt x="35405" y="34981"/>
                    </a:lnTo>
                    <a:cubicBezTo>
                      <a:pt x="32056" y="34770"/>
                      <a:pt x="31476" y="34246"/>
                      <a:pt x="31476" y="31369"/>
                    </a:cubicBezTo>
                    <a:lnTo>
                      <a:pt x="31476" y="107"/>
                    </a:lnTo>
                    <a:lnTo>
                      <a:pt x="31270" y="0"/>
                    </a:lnTo>
                    <a:cubicBezTo>
                      <a:pt x="28543" y="893"/>
                      <a:pt x="26555" y="1413"/>
                      <a:pt x="22943" y="2306"/>
                    </a:cubicBezTo>
                    <a:lnTo>
                      <a:pt x="22943" y="3143"/>
                    </a:lnTo>
                    <a:lnTo>
                      <a:pt x="23257" y="3143"/>
                    </a:lnTo>
                    <a:cubicBezTo>
                      <a:pt x="23832" y="3092"/>
                      <a:pt x="24459" y="3036"/>
                      <a:pt x="24880" y="3036"/>
                    </a:cubicBezTo>
                    <a:cubicBezTo>
                      <a:pt x="26555" y="3036"/>
                      <a:pt x="27079" y="3770"/>
                      <a:pt x="27079" y="6231"/>
                    </a:cubicBezTo>
                    <a:lnTo>
                      <a:pt x="27079" y="31210"/>
                    </a:lnTo>
                    <a:cubicBezTo>
                      <a:pt x="27079" y="34040"/>
                      <a:pt x="26345" y="34719"/>
                      <a:pt x="23047" y="34981"/>
                    </a:cubicBezTo>
                    <a:lnTo>
                      <a:pt x="23047" y="35766"/>
                    </a:lnTo>
                    <a:lnTo>
                      <a:pt x="35405" y="35766"/>
                    </a:lnTo>
                    <a:close/>
                    <a:moveTo>
                      <a:pt x="49756" y="35766"/>
                    </a:moveTo>
                    <a:lnTo>
                      <a:pt x="49756" y="34981"/>
                    </a:lnTo>
                    <a:cubicBezTo>
                      <a:pt x="46299" y="34719"/>
                      <a:pt x="45883" y="34195"/>
                      <a:pt x="45883" y="30424"/>
                    </a:cubicBezTo>
                    <a:lnTo>
                      <a:pt x="45883" y="11835"/>
                    </a:lnTo>
                    <a:lnTo>
                      <a:pt x="45672" y="11680"/>
                    </a:lnTo>
                    <a:lnTo>
                      <a:pt x="37556" y="14557"/>
                    </a:lnTo>
                    <a:lnTo>
                      <a:pt x="37556" y="15343"/>
                    </a:lnTo>
                    <a:lnTo>
                      <a:pt x="37973" y="15292"/>
                    </a:lnTo>
                    <a:cubicBezTo>
                      <a:pt x="38604" y="15188"/>
                      <a:pt x="39283" y="15133"/>
                      <a:pt x="39755" y="15133"/>
                    </a:cubicBezTo>
                    <a:cubicBezTo>
                      <a:pt x="41013" y="15133"/>
                      <a:pt x="41481" y="15974"/>
                      <a:pt x="41481" y="18276"/>
                    </a:cubicBezTo>
                    <a:lnTo>
                      <a:pt x="41481" y="30424"/>
                    </a:lnTo>
                    <a:cubicBezTo>
                      <a:pt x="41481" y="34195"/>
                      <a:pt x="40961" y="34770"/>
                      <a:pt x="37346" y="34981"/>
                    </a:cubicBezTo>
                    <a:lnTo>
                      <a:pt x="37346" y="35766"/>
                    </a:lnTo>
                    <a:lnTo>
                      <a:pt x="49756" y="35766"/>
                    </a:lnTo>
                    <a:close/>
                    <a:moveTo>
                      <a:pt x="46355" y="2671"/>
                    </a:moveTo>
                    <a:cubicBezTo>
                      <a:pt x="46355" y="1206"/>
                      <a:pt x="45200" y="0"/>
                      <a:pt x="43684" y="0"/>
                    </a:cubicBezTo>
                    <a:cubicBezTo>
                      <a:pt x="42216" y="0"/>
                      <a:pt x="41013" y="1206"/>
                      <a:pt x="41013" y="2671"/>
                    </a:cubicBezTo>
                    <a:cubicBezTo>
                      <a:pt x="41013" y="4191"/>
                      <a:pt x="42216" y="5342"/>
                      <a:pt x="43684" y="5342"/>
                    </a:cubicBezTo>
                    <a:cubicBezTo>
                      <a:pt x="45200" y="5342"/>
                      <a:pt x="46355" y="4191"/>
                      <a:pt x="46355" y="2671"/>
                    </a:cubicBezTo>
                    <a:close/>
                    <a:moveTo>
                      <a:pt x="75680" y="22832"/>
                    </a:moveTo>
                    <a:cubicBezTo>
                      <a:pt x="75680" y="16339"/>
                      <a:pt x="72017" y="11680"/>
                      <a:pt x="66937" y="11680"/>
                    </a:cubicBezTo>
                    <a:cubicBezTo>
                      <a:pt x="64004" y="11680"/>
                      <a:pt x="61698" y="12986"/>
                      <a:pt x="59396" y="15815"/>
                    </a:cubicBezTo>
                    <a:lnTo>
                      <a:pt x="59396" y="11783"/>
                    </a:lnTo>
                    <a:lnTo>
                      <a:pt x="59083" y="11680"/>
                    </a:lnTo>
                    <a:cubicBezTo>
                      <a:pt x="56253" y="12779"/>
                      <a:pt x="54419" y="13458"/>
                      <a:pt x="51542" y="14347"/>
                    </a:cubicBezTo>
                    <a:lnTo>
                      <a:pt x="51542" y="15188"/>
                    </a:lnTo>
                    <a:cubicBezTo>
                      <a:pt x="52010" y="15133"/>
                      <a:pt x="52380" y="15133"/>
                      <a:pt x="52852" y="15133"/>
                    </a:cubicBezTo>
                    <a:cubicBezTo>
                      <a:pt x="54630" y="15133"/>
                      <a:pt x="54999" y="15657"/>
                      <a:pt x="54999" y="18117"/>
                    </a:cubicBezTo>
                    <a:lnTo>
                      <a:pt x="54999" y="42624"/>
                    </a:lnTo>
                    <a:cubicBezTo>
                      <a:pt x="54999" y="45351"/>
                      <a:pt x="54419" y="45926"/>
                      <a:pt x="51332" y="46240"/>
                    </a:cubicBezTo>
                    <a:lnTo>
                      <a:pt x="51332" y="47129"/>
                    </a:lnTo>
                    <a:lnTo>
                      <a:pt x="64004" y="47129"/>
                    </a:lnTo>
                    <a:lnTo>
                      <a:pt x="64004" y="46188"/>
                    </a:lnTo>
                    <a:cubicBezTo>
                      <a:pt x="60075" y="46133"/>
                      <a:pt x="59396" y="45557"/>
                      <a:pt x="59396" y="42259"/>
                    </a:cubicBezTo>
                    <a:lnTo>
                      <a:pt x="59396" y="34040"/>
                    </a:lnTo>
                    <a:cubicBezTo>
                      <a:pt x="61230" y="35766"/>
                      <a:pt x="62484" y="36290"/>
                      <a:pt x="64687" y="36290"/>
                    </a:cubicBezTo>
                    <a:cubicBezTo>
                      <a:pt x="70862" y="36290"/>
                      <a:pt x="75680" y="30424"/>
                      <a:pt x="75680" y="22832"/>
                    </a:cubicBezTo>
                    <a:close/>
                    <a:moveTo>
                      <a:pt x="71180" y="24876"/>
                    </a:moveTo>
                    <a:cubicBezTo>
                      <a:pt x="71180" y="30686"/>
                      <a:pt x="68612" y="34615"/>
                      <a:pt x="64841" y="34615"/>
                    </a:cubicBezTo>
                    <a:cubicBezTo>
                      <a:pt x="62381" y="34615"/>
                      <a:pt x="59396" y="32730"/>
                      <a:pt x="59396" y="31159"/>
                    </a:cubicBezTo>
                    <a:lnTo>
                      <a:pt x="59396" y="18276"/>
                    </a:lnTo>
                    <a:cubicBezTo>
                      <a:pt x="59396" y="16704"/>
                      <a:pt x="62329" y="14819"/>
                      <a:pt x="64738" y="14819"/>
                    </a:cubicBezTo>
                    <a:cubicBezTo>
                      <a:pt x="68612" y="14819"/>
                      <a:pt x="71180" y="18800"/>
                      <a:pt x="71180" y="2487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ppo_eq2_outline_14"/>
              <p:cNvSpPr/>
              <p:nvPr/>
            </p:nvSpPr>
            <p:spPr>
              <a:xfrm>
                <a:off x="4965573" y="1655138"/>
                <a:ext cx="19180" cy="68849"/>
              </a:xfrm>
              <a:custGeom>
                <a:avLst/>
                <a:gdLst/>
                <a:ahLst/>
                <a:cxnLst/>
                <a:rect l="0" t="0" r="r" b="b"/>
                <a:pathLst>
                  <a:path w="19181" h="68850">
                    <a:moveTo>
                      <a:pt x="675" y="0"/>
                    </a:moveTo>
                    <a:lnTo>
                      <a:pt x="0" y="1199"/>
                    </a:lnTo>
                    <a:cubicBezTo>
                      <a:pt x="9668" y="8989"/>
                      <a:pt x="12740" y="17605"/>
                      <a:pt x="12740" y="34238"/>
                    </a:cubicBezTo>
                    <a:cubicBezTo>
                      <a:pt x="12740" y="50796"/>
                      <a:pt x="9890" y="59861"/>
                      <a:pt x="0" y="67651"/>
                    </a:cubicBezTo>
                    <a:lnTo>
                      <a:pt x="901" y="68850"/>
                    </a:lnTo>
                    <a:cubicBezTo>
                      <a:pt x="11239" y="62484"/>
                      <a:pt x="19181" y="48399"/>
                      <a:pt x="19181" y="34465"/>
                    </a:cubicBezTo>
                    <a:cubicBezTo>
                      <a:pt x="19181" y="19181"/>
                      <a:pt x="11541" y="7045"/>
                      <a:pt x="675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ppo_eq2_outline_15"/>
              <p:cNvSpPr/>
              <p:nvPr/>
            </p:nvSpPr>
            <p:spPr>
              <a:xfrm>
                <a:off x="5024541" y="1641507"/>
                <a:ext cx="23296" cy="12509"/>
              </a:xfrm>
              <a:custGeom>
                <a:avLst/>
                <a:gdLst/>
                <a:ahLst/>
                <a:cxnLst/>
                <a:rect l="0" t="0" r="r" b="b"/>
                <a:pathLst>
                  <a:path w="23297" h="12509">
                    <a:moveTo>
                      <a:pt x="23297" y="12509"/>
                    </a:moveTo>
                    <a:lnTo>
                      <a:pt x="13934" y="0"/>
                    </a:lnTo>
                    <a:lnTo>
                      <a:pt x="9287" y="0"/>
                    </a:lnTo>
                    <a:lnTo>
                      <a:pt x="0" y="12509"/>
                    </a:lnTo>
                    <a:lnTo>
                      <a:pt x="2544" y="12509"/>
                    </a:lnTo>
                    <a:lnTo>
                      <a:pt x="11613" y="4794"/>
                    </a:lnTo>
                    <a:lnTo>
                      <a:pt x="20753" y="12509"/>
                    </a:lnTo>
                    <a:lnTo>
                      <a:pt x="23297" y="1250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ppo_eq2_outline_16"/>
              <p:cNvSpPr/>
              <p:nvPr/>
            </p:nvSpPr>
            <p:spPr>
              <a:xfrm>
                <a:off x="4997411" y="1658809"/>
                <a:ext cx="58062" cy="50045"/>
              </a:xfrm>
              <a:custGeom>
                <a:avLst/>
                <a:gdLst/>
                <a:ahLst/>
                <a:cxnLst/>
                <a:rect l="0" t="0" r="r" b="b"/>
                <a:pathLst>
                  <a:path w="58063" h="50046">
                    <a:moveTo>
                      <a:pt x="58063" y="50046"/>
                    </a:moveTo>
                    <a:lnTo>
                      <a:pt x="58063" y="48847"/>
                    </a:lnTo>
                    <a:cubicBezTo>
                      <a:pt x="52443" y="48474"/>
                      <a:pt x="51697" y="47875"/>
                      <a:pt x="50121" y="42406"/>
                    </a:cubicBezTo>
                    <a:lnTo>
                      <a:pt x="39184" y="0"/>
                    </a:lnTo>
                    <a:lnTo>
                      <a:pt x="36413" y="0"/>
                    </a:lnTo>
                    <a:lnTo>
                      <a:pt x="11466" y="37461"/>
                    </a:lnTo>
                    <a:cubicBezTo>
                      <a:pt x="4647" y="47423"/>
                      <a:pt x="3897" y="48248"/>
                      <a:pt x="75" y="48847"/>
                    </a:cubicBezTo>
                    <a:lnTo>
                      <a:pt x="0" y="50046"/>
                    </a:lnTo>
                    <a:lnTo>
                      <a:pt x="17832" y="50046"/>
                    </a:lnTo>
                    <a:lnTo>
                      <a:pt x="17907" y="48847"/>
                    </a:lnTo>
                    <a:cubicBezTo>
                      <a:pt x="13037" y="48474"/>
                      <a:pt x="12140" y="48097"/>
                      <a:pt x="11990" y="46224"/>
                    </a:cubicBezTo>
                    <a:cubicBezTo>
                      <a:pt x="11990" y="46002"/>
                      <a:pt x="11990" y="45775"/>
                      <a:pt x="11990" y="45625"/>
                    </a:cubicBezTo>
                    <a:cubicBezTo>
                      <a:pt x="11990" y="44577"/>
                      <a:pt x="11914" y="43605"/>
                      <a:pt x="13188" y="41581"/>
                    </a:cubicBezTo>
                    <a:lnTo>
                      <a:pt x="18582" y="33040"/>
                    </a:lnTo>
                    <a:lnTo>
                      <a:pt x="38509" y="33115"/>
                    </a:lnTo>
                    <a:lnTo>
                      <a:pt x="40981" y="42930"/>
                    </a:lnTo>
                    <a:cubicBezTo>
                      <a:pt x="41132" y="43605"/>
                      <a:pt x="41283" y="44275"/>
                      <a:pt x="41283" y="44875"/>
                    </a:cubicBezTo>
                    <a:cubicBezTo>
                      <a:pt x="41283" y="45025"/>
                      <a:pt x="41283" y="45252"/>
                      <a:pt x="41283" y="45402"/>
                    </a:cubicBezTo>
                    <a:cubicBezTo>
                      <a:pt x="41283" y="47800"/>
                      <a:pt x="39783" y="48399"/>
                      <a:pt x="34016" y="48847"/>
                    </a:cubicBezTo>
                    <a:lnTo>
                      <a:pt x="34016" y="50046"/>
                    </a:lnTo>
                    <a:lnTo>
                      <a:pt x="58063" y="50046"/>
                    </a:lnTo>
                    <a:close/>
                    <a:moveTo>
                      <a:pt x="37834" y="30417"/>
                    </a:moveTo>
                    <a:lnTo>
                      <a:pt x="20304" y="30417"/>
                    </a:lnTo>
                    <a:lnTo>
                      <a:pt x="32818" y="10938"/>
                    </a:lnTo>
                    <a:lnTo>
                      <a:pt x="37834" y="3041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ppo_eq2_outline_17"/>
              <p:cNvSpPr/>
              <p:nvPr/>
            </p:nvSpPr>
            <p:spPr>
              <a:xfrm>
                <a:off x="5062777" y="1691503"/>
                <a:ext cx="16601" cy="29376"/>
              </a:xfrm>
              <a:custGeom>
                <a:avLst/>
                <a:gdLst/>
                <a:ahLst/>
                <a:cxnLst/>
                <a:rect l="0" t="0" r="r" b="b"/>
                <a:pathLst>
                  <a:path w="16601" h="29377">
                    <a:moveTo>
                      <a:pt x="12724" y="22832"/>
                    </a:moveTo>
                    <a:lnTo>
                      <a:pt x="11835" y="22463"/>
                    </a:lnTo>
                    <a:cubicBezTo>
                      <a:pt x="8692" y="25765"/>
                      <a:pt x="7648" y="26602"/>
                      <a:pt x="6600" y="26602"/>
                    </a:cubicBezTo>
                    <a:cubicBezTo>
                      <a:pt x="5917" y="26602"/>
                      <a:pt x="5445" y="26182"/>
                      <a:pt x="5445" y="25658"/>
                    </a:cubicBezTo>
                    <a:cubicBezTo>
                      <a:pt x="5445" y="25555"/>
                      <a:pt x="5501" y="25396"/>
                      <a:pt x="5552" y="25293"/>
                    </a:cubicBezTo>
                    <a:lnTo>
                      <a:pt x="10474" y="8065"/>
                    </a:lnTo>
                    <a:lnTo>
                      <a:pt x="16288" y="8065"/>
                    </a:lnTo>
                    <a:lnTo>
                      <a:pt x="16601" y="6179"/>
                    </a:lnTo>
                    <a:lnTo>
                      <a:pt x="11101" y="6179"/>
                    </a:lnTo>
                    <a:lnTo>
                      <a:pt x="12462" y="786"/>
                    </a:lnTo>
                    <a:lnTo>
                      <a:pt x="11886" y="0"/>
                    </a:lnTo>
                    <a:lnTo>
                      <a:pt x="11732" y="0"/>
                    </a:lnTo>
                    <a:cubicBezTo>
                      <a:pt x="11521" y="0"/>
                      <a:pt x="11101" y="155"/>
                      <a:pt x="10839" y="472"/>
                    </a:cubicBezTo>
                    <a:cubicBezTo>
                      <a:pt x="8485" y="3088"/>
                      <a:pt x="4397" y="6021"/>
                      <a:pt x="2199" y="6441"/>
                    </a:cubicBezTo>
                    <a:cubicBezTo>
                      <a:pt x="575" y="6858"/>
                      <a:pt x="0" y="7171"/>
                      <a:pt x="52" y="7751"/>
                    </a:cubicBezTo>
                    <a:cubicBezTo>
                      <a:pt x="52" y="7751"/>
                      <a:pt x="52" y="7906"/>
                      <a:pt x="159" y="8065"/>
                    </a:cubicBezTo>
                    <a:lnTo>
                      <a:pt x="5290" y="8065"/>
                    </a:lnTo>
                    <a:lnTo>
                      <a:pt x="889" y="23408"/>
                    </a:lnTo>
                    <a:cubicBezTo>
                      <a:pt x="314" y="25031"/>
                      <a:pt x="0" y="26706"/>
                      <a:pt x="0" y="27333"/>
                    </a:cubicBezTo>
                    <a:cubicBezTo>
                      <a:pt x="0" y="28539"/>
                      <a:pt x="1572" y="29377"/>
                      <a:pt x="3405" y="29377"/>
                    </a:cubicBezTo>
                    <a:cubicBezTo>
                      <a:pt x="6544" y="29377"/>
                      <a:pt x="8692" y="27908"/>
                      <a:pt x="12724" y="2283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" name="ppo_eq2_outline_18"/>
              <p:cNvSpPr/>
              <p:nvPr/>
            </p:nvSpPr>
            <p:spPr>
              <a:xfrm>
                <a:off x="5093589" y="1621881"/>
                <a:ext cx="20677" cy="134854"/>
              </a:xfrm>
              <a:custGeom>
                <a:avLst/>
                <a:gdLst/>
                <a:ahLst/>
                <a:cxnLst/>
                <a:rect l="0" t="0" r="r" b="b"/>
                <a:pathLst>
                  <a:path w="20677" h="134854">
                    <a:moveTo>
                      <a:pt x="0" y="132604"/>
                    </a:moveTo>
                    <a:lnTo>
                      <a:pt x="976" y="134854"/>
                    </a:lnTo>
                    <a:cubicBezTo>
                      <a:pt x="9592" y="125563"/>
                      <a:pt x="20677" y="104660"/>
                      <a:pt x="20677" y="67425"/>
                    </a:cubicBezTo>
                    <a:cubicBezTo>
                      <a:pt x="20677" y="30190"/>
                      <a:pt x="9140" y="9291"/>
                      <a:pt x="976" y="0"/>
                    </a:cubicBezTo>
                    <a:lnTo>
                      <a:pt x="0" y="2322"/>
                    </a:lnTo>
                    <a:cubicBezTo>
                      <a:pt x="10791" y="15133"/>
                      <a:pt x="13787" y="46673"/>
                      <a:pt x="13787" y="67425"/>
                    </a:cubicBezTo>
                    <a:cubicBezTo>
                      <a:pt x="13787" y="88178"/>
                      <a:pt x="10791" y="119793"/>
                      <a:pt x="0" y="13260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" name="ppo_eq2_outline_19"/>
              <p:cNvSpPr/>
              <p:nvPr/>
            </p:nvSpPr>
            <p:spPr>
              <a:xfrm>
                <a:off x="5128022" y="1621881"/>
                <a:ext cx="16557" cy="134854"/>
              </a:xfrm>
              <a:custGeom>
                <a:avLst/>
                <a:gdLst/>
                <a:ahLst/>
                <a:cxnLst/>
                <a:rect l="0" t="0" r="r" b="b"/>
                <a:pathLst>
                  <a:path w="16558" h="134854">
                    <a:moveTo>
                      <a:pt x="16558" y="134854"/>
                    </a:moveTo>
                    <a:lnTo>
                      <a:pt x="16558" y="0"/>
                    </a:lnTo>
                    <a:lnTo>
                      <a:pt x="0" y="0"/>
                    </a:lnTo>
                    <a:lnTo>
                      <a:pt x="0" y="1798"/>
                    </a:lnTo>
                    <a:lnTo>
                      <a:pt x="7342" y="1798"/>
                    </a:lnTo>
                    <a:cubicBezTo>
                      <a:pt x="9216" y="1798"/>
                      <a:pt x="10787" y="3072"/>
                      <a:pt x="10787" y="4945"/>
                    </a:cubicBezTo>
                    <a:lnTo>
                      <a:pt x="10787" y="129909"/>
                    </a:lnTo>
                    <a:cubicBezTo>
                      <a:pt x="10787" y="131782"/>
                      <a:pt x="9216" y="133056"/>
                      <a:pt x="7342" y="133056"/>
                    </a:cubicBezTo>
                    <a:lnTo>
                      <a:pt x="0" y="133056"/>
                    </a:lnTo>
                    <a:lnTo>
                      <a:pt x="0" y="134854"/>
                    </a:lnTo>
                    <a:lnTo>
                      <a:pt x="16558" y="1348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26" name="updated_policy"/>
            <p:cNvGrpSpPr/>
            <p:nvPr/>
          </p:nvGrpSpPr>
          <p:grpSpPr>
            <a:xfrm>
              <a:off x="4208964" y="2121165"/>
              <a:ext cx="632075" cy="78307"/>
              <a:chOff x="4222395" y="2134283"/>
              <a:chExt cx="632075" cy="78307"/>
            </a:xfrm>
          </p:grpSpPr>
          <p:sp>
            <p:nvSpPr>
              <p:cNvPr id="427" name="updated_policy_outline_0"/>
              <p:cNvSpPr/>
              <p:nvPr/>
            </p:nvSpPr>
            <p:spPr>
              <a:xfrm>
                <a:off x="4222395" y="2134283"/>
                <a:ext cx="273576" cy="78220"/>
              </a:xfrm>
              <a:custGeom>
                <a:avLst/>
                <a:gdLst/>
                <a:ahLst/>
                <a:cxnLst/>
                <a:rect l="0" t="0" r="r" b="b"/>
                <a:pathLst>
                  <a:path w="273576" h="78220">
                    <a:moveTo>
                      <a:pt x="40850" y="56233"/>
                    </a:moveTo>
                    <a:lnTo>
                      <a:pt x="40850" y="55015"/>
                    </a:lnTo>
                    <a:lnTo>
                      <a:pt x="40414" y="55015"/>
                    </a:lnTo>
                    <a:cubicBezTo>
                      <a:pt x="36417" y="55015"/>
                      <a:pt x="35461" y="54058"/>
                      <a:pt x="35461" y="50062"/>
                    </a:cubicBezTo>
                    <a:lnTo>
                      <a:pt x="35461" y="20249"/>
                    </a:lnTo>
                    <a:lnTo>
                      <a:pt x="21729" y="20249"/>
                    </a:lnTo>
                    <a:lnTo>
                      <a:pt x="21729" y="21729"/>
                    </a:lnTo>
                    <a:cubicBezTo>
                      <a:pt x="27119" y="21987"/>
                      <a:pt x="28158" y="22856"/>
                      <a:pt x="28158" y="27202"/>
                    </a:cubicBezTo>
                    <a:lnTo>
                      <a:pt x="28158" y="47629"/>
                    </a:lnTo>
                    <a:cubicBezTo>
                      <a:pt x="28158" y="49975"/>
                      <a:pt x="27726" y="51276"/>
                      <a:pt x="26682" y="52058"/>
                    </a:cubicBezTo>
                    <a:cubicBezTo>
                      <a:pt x="24249" y="54146"/>
                      <a:pt x="21554" y="55189"/>
                      <a:pt x="18859" y="55189"/>
                    </a:cubicBezTo>
                    <a:cubicBezTo>
                      <a:pt x="15470" y="55189"/>
                      <a:pt x="12688" y="52233"/>
                      <a:pt x="12688" y="48581"/>
                    </a:cubicBezTo>
                    <a:lnTo>
                      <a:pt x="12688" y="20249"/>
                    </a:lnTo>
                    <a:lnTo>
                      <a:pt x="0" y="20249"/>
                    </a:lnTo>
                    <a:lnTo>
                      <a:pt x="0" y="21467"/>
                    </a:lnTo>
                    <a:cubicBezTo>
                      <a:pt x="4171" y="21729"/>
                      <a:pt x="5390" y="23031"/>
                      <a:pt x="5390" y="27027"/>
                    </a:cubicBezTo>
                    <a:lnTo>
                      <a:pt x="5390" y="48931"/>
                    </a:lnTo>
                    <a:cubicBezTo>
                      <a:pt x="5390" y="55797"/>
                      <a:pt x="9561" y="60230"/>
                      <a:pt x="15907" y="60230"/>
                    </a:cubicBezTo>
                    <a:cubicBezTo>
                      <a:pt x="19121" y="60230"/>
                      <a:pt x="22511" y="58841"/>
                      <a:pt x="24856" y="56491"/>
                    </a:cubicBezTo>
                    <a:lnTo>
                      <a:pt x="28595" y="52757"/>
                    </a:lnTo>
                    <a:lnTo>
                      <a:pt x="28595" y="59968"/>
                    </a:lnTo>
                    <a:lnTo>
                      <a:pt x="28944" y="60142"/>
                    </a:lnTo>
                    <a:cubicBezTo>
                      <a:pt x="33290" y="58404"/>
                      <a:pt x="36417" y="57448"/>
                      <a:pt x="40850" y="56233"/>
                    </a:cubicBezTo>
                    <a:close/>
                    <a:moveTo>
                      <a:pt x="83519" y="37894"/>
                    </a:moveTo>
                    <a:cubicBezTo>
                      <a:pt x="83519" y="27114"/>
                      <a:pt x="77435" y="19379"/>
                      <a:pt x="69006" y="19379"/>
                    </a:cubicBezTo>
                    <a:cubicBezTo>
                      <a:pt x="64136" y="19379"/>
                      <a:pt x="60314" y="21554"/>
                      <a:pt x="56488" y="26245"/>
                    </a:cubicBezTo>
                    <a:lnTo>
                      <a:pt x="56488" y="19554"/>
                    </a:lnTo>
                    <a:lnTo>
                      <a:pt x="55968" y="19379"/>
                    </a:lnTo>
                    <a:cubicBezTo>
                      <a:pt x="51273" y="21205"/>
                      <a:pt x="48233" y="22336"/>
                      <a:pt x="43451" y="23812"/>
                    </a:cubicBezTo>
                    <a:lnTo>
                      <a:pt x="43451" y="25206"/>
                    </a:lnTo>
                    <a:cubicBezTo>
                      <a:pt x="44233" y="25118"/>
                      <a:pt x="44840" y="25118"/>
                      <a:pt x="45626" y="25118"/>
                    </a:cubicBezTo>
                    <a:cubicBezTo>
                      <a:pt x="48578" y="25118"/>
                      <a:pt x="49186" y="25987"/>
                      <a:pt x="49186" y="30071"/>
                    </a:cubicBezTo>
                    <a:lnTo>
                      <a:pt x="49186" y="70747"/>
                    </a:lnTo>
                    <a:cubicBezTo>
                      <a:pt x="49186" y="75267"/>
                      <a:pt x="48233" y="76220"/>
                      <a:pt x="43102" y="76744"/>
                    </a:cubicBezTo>
                    <a:lnTo>
                      <a:pt x="43102" y="78220"/>
                    </a:lnTo>
                    <a:lnTo>
                      <a:pt x="64136" y="78220"/>
                    </a:lnTo>
                    <a:lnTo>
                      <a:pt x="64136" y="76656"/>
                    </a:lnTo>
                    <a:cubicBezTo>
                      <a:pt x="57619" y="76569"/>
                      <a:pt x="56488" y="75613"/>
                      <a:pt x="56488" y="70140"/>
                    </a:cubicBezTo>
                    <a:lnTo>
                      <a:pt x="56488" y="56491"/>
                    </a:lnTo>
                    <a:cubicBezTo>
                      <a:pt x="59528" y="59361"/>
                      <a:pt x="61616" y="60230"/>
                      <a:pt x="65267" y="60230"/>
                    </a:cubicBezTo>
                    <a:cubicBezTo>
                      <a:pt x="75522" y="60230"/>
                      <a:pt x="83519" y="50494"/>
                      <a:pt x="83519" y="37894"/>
                    </a:cubicBezTo>
                    <a:close/>
                    <a:moveTo>
                      <a:pt x="76042" y="41283"/>
                    </a:moveTo>
                    <a:cubicBezTo>
                      <a:pt x="76042" y="50931"/>
                      <a:pt x="71784" y="57448"/>
                      <a:pt x="65529" y="57448"/>
                    </a:cubicBezTo>
                    <a:cubicBezTo>
                      <a:pt x="61441" y="57448"/>
                      <a:pt x="56488" y="54320"/>
                      <a:pt x="56488" y="51713"/>
                    </a:cubicBezTo>
                    <a:lnTo>
                      <a:pt x="56488" y="30333"/>
                    </a:lnTo>
                    <a:cubicBezTo>
                      <a:pt x="56488" y="27726"/>
                      <a:pt x="61354" y="24594"/>
                      <a:pt x="65354" y="24594"/>
                    </a:cubicBezTo>
                    <a:cubicBezTo>
                      <a:pt x="71784" y="24594"/>
                      <a:pt x="76042" y="31202"/>
                      <a:pt x="76042" y="41283"/>
                    </a:cubicBezTo>
                    <a:close/>
                    <a:moveTo>
                      <a:pt x="128796" y="55709"/>
                    </a:moveTo>
                    <a:lnTo>
                      <a:pt x="128796" y="54320"/>
                    </a:lnTo>
                    <a:cubicBezTo>
                      <a:pt x="127228" y="54408"/>
                      <a:pt x="127058" y="54408"/>
                      <a:pt x="126796" y="54408"/>
                    </a:cubicBezTo>
                    <a:cubicBezTo>
                      <a:pt x="123668" y="54408"/>
                      <a:pt x="122970" y="53451"/>
                      <a:pt x="122970" y="49451"/>
                    </a:cubicBezTo>
                    <a:lnTo>
                      <a:pt x="122970" y="175"/>
                    </a:lnTo>
                    <a:lnTo>
                      <a:pt x="122537" y="0"/>
                    </a:lnTo>
                    <a:cubicBezTo>
                      <a:pt x="118366" y="1476"/>
                      <a:pt x="115322" y="2346"/>
                      <a:pt x="109762" y="3822"/>
                    </a:cubicBezTo>
                    <a:lnTo>
                      <a:pt x="109762" y="5215"/>
                    </a:lnTo>
                    <a:cubicBezTo>
                      <a:pt x="110456" y="5128"/>
                      <a:pt x="110976" y="5128"/>
                      <a:pt x="111671" y="5128"/>
                    </a:cubicBezTo>
                    <a:cubicBezTo>
                      <a:pt x="114889" y="5128"/>
                      <a:pt x="115671" y="5997"/>
                      <a:pt x="115671" y="9561"/>
                    </a:cubicBezTo>
                    <a:lnTo>
                      <a:pt x="115671" y="23118"/>
                    </a:lnTo>
                    <a:cubicBezTo>
                      <a:pt x="112369" y="20336"/>
                      <a:pt x="110020" y="19379"/>
                      <a:pt x="106543" y="19379"/>
                    </a:cubicBezTo>
                    <a:cubicBezTo>
                      <a:pt x="96550" y="19379"/>
                      <a:pt x="88465" y="29202"/>
                      <a:pt x="88465" y="41545"/>
                    </a:cubicBezTo>
                    <a:cubicBezTo>
                      <a:pt x="88465" y="52669"/>
                      <a:pt x="94986" y="60230"/>
                      <a:pt x="104547" y="60230"/>
                    </a:cubicBezTo>
                    <a:cubicBezTo>
                      <a:pt x="109412" y="60230"/>
                      <a:pt x="112714" y="58491"/>
                      <a:pt x="115671" y="54408"/>
                    </a:cubicBezTo>
                    <a:lnTo>
                      <a:pt x="115671" y="59968"/>
                    </a:lnTo>
                    <a:lnTo>
                      <a:pt x="116016" y="60230"/>
                    </a:lnTo>
                    <a:lnTo>
                      <a:pt x="128796" y="55709"/>
                    </a:lnTo>
                    <a:close/>
                    <a:moveTo>
                      <a:pt x="115671" y="50494"/>
                    </a:moveTo>
                    <a:cubicBezTo>
                      <a:pt x="115671" y="51106"/>
                      <a:pt x="115060" y="52145"/>
                      <a:pt x="114195" y="53102"/>
                    </a:cubicBezTo>
                    <a:cubicBezTo>
                      <a:pt x="112627" y="54840"/>
                      <a:pt x="110456" y="55709"/>
                      <a:pt x="107936" y="55709"/>
                    </a:cubicBezTo>
                    <a:cubicBezTo>
                      <a:pt x="100721" y="55709"/>
                      <a:pt x="95943" y="48756"/>
                      <a:pt x="95943" y="38068"/>
                    </a:cubicBezTo>
                    <a:cubicBezTo>
                      <a:pt x="95943" y="28246"/>
                      <a:pt x="100201" y="21812"/>
                      <a:pt x="106805" y="21812"/>
                    </a:cubicBezTo>
                    <a:cubicBezTo>
                      <a:pt x="111413" y="21812"/>
                      <a:pt x="115671" y="25900"/>
                      <a:pt x="115671" y="30504"/>
                    </a:cubicBezTo>
                    <a:lnTo>
                      <a:pt x="115671" y="50494"/>
                    </a:lnTo>
                    <a:close/>
                    <a:moveTo>
                      <a:pt x="167988" y="55884"/>
                    </a:moveTo>
                    <a:lnTo>
                      <a:pt x="167988" y="53626"/>
                    </a:lnTo>
                    <a:cubicBezTo>
                      <a:pt x="166508" y="54840"/>
                      <a:pt x="165464" y="55277"/>
                      <a:pt x="164162" y="55277"/>
                    </a:cubicBezTo>
                    <a:cubicBezTo>
                      <a:pt x="162162" y="55277"/>
                      <a:pt x="161555" y="54058"/>
                      <a:pt x="161555" y="50236"/>
                    </a:cubicBezTo>
                    <a:lnTo>
                      <a:pt x="161555" y="33286"/>
                    </a:lnTo>
                    <a:cubicBezTo>
                      <a:pt x="161555" y="28853"/>
                      <a:pt x="161118" y="26420"/>
                      <a:pt x="159904" y="24420"/>
                    </a:cubicBezTo>
                    <a:cubicBezTo>
                      <a:pt x="158079" y="21118"/>
                      <a:pt x="154340" y="19379"/>
                      <a:pt x="149037" y="19379"/>
                    </a:cubicBezTo>
                    <a:cubicBezTo>
                      <a:pt x="144608" y="19379"/>
                      <a:pt x="140433" y="20598"/>
                      <a:pt x="138000" y="22598"/>
                    </a:cubicBezTo>
                    <a:cubicBezTo>
                      <a:pt x="135829" y="24420"/>
                      <a:pt x="134436" y="26944"/>
                      <a:pt x="134436" y="29115"/>
                    </a:cubicBezTo>
                    <a:cubicBezTo>
                      <a:pt x="134436" y="31115"/>
                      <a:pt x="136087" y="32853"/>
                      <a:pt x="138175" y="32853"/>
                    </a:cubicBezTo>
                    <a:cubicBezTo>
                      <a:pt x="140263" y="32853"/>
                      <a:pt x="142088" y="31115"/>
                      <a:pt x="142088" y="29202"/>
                    </a:cubicBezTo>
                    <a:cubicBezTo>
                      <a:pt x="142088" y="28853"/>
                      <a:pt x="142000" y="28420"/>
                      <a:pt x="141914" y="27813"/>
                    </a:cubicBezTo>
                    <a:cubicBezTo>
                      <a:pt x="141739" y="27027"/>
                      <a:pt x="141651" y="26333"/>
                      <a:pt x="141651" y="25726"/>
                    </a:cubicBezTo>
                    <a:cubicBezTo>
                      <a:pt x="141651" y="23380"/>
                      <a:pt x="144434" y="21467"/>
                      <a:pt x="147910" y="21467"/>
                    </a:cubicBezTo>
                    <a:cubicBezTo>
                      <a:pt x="152169" y="21467"/>
                      <a:pt x="154514" y="23987"/>
                      <a:pt x="154514" y="28682"/>
                    </a:cubicBezTo>
                    <a:lnTo>
                      <a:pt x="154514" y="33981"/>
                    </a:lnTo>
                    <a:cubicBezTo>
                      <a:pt x="141132" y="39370"/>
                      <a:pt x="139651" y="40065"/>
                      <a:pt x="135917" y="43370"/>
                    </a:cubicBezTo>
                    <a:cubicBezTo>
                      <a:pt x="134003" y="45105"/>
                      <a:pt x="132785" y="48062"/>
                      <a:pt x="132785" y="50931"/>
                    </a:cubicBezTo>
                    <a:cubicBezTo>
                      <a:pt x="132785" y="56404"/>
                      <a:pt x="136524" y="60230"/>
                      <a:pt x="141914" y="60230"/>
                    </a:cubicBezTo>
                    <a:cubicBezTo>
                      <a:pt x="145735" y="60230"/>
                      <a:pt x="149299" y="58404"/>
                      <a:pt x="154601" y="53884"/>
                    </a:cubicBezTo>
                    <a:cubicBezTo>
                      <a:pt x="155038" y="58491"/>
                      <a:pt x="156602" y="60230"/>
                      <a:pt x="160165" y="60230"/>
                    </a:cubicBezTo>
                    <a:cubicBezTo>
                      <a:pt x="163118" y="60230"/>
                      <a:pt x="164944" y="59186"/>
                      <a:pt x="167988" y="55884"/>
                    </a:cubicBezTo>
                    <a:close/>
                    <a:moveTo>
                      <a:pt x="154514" y="48669"/>
                    </a:moveTo>
                    <a:cubicBezTo>
                      <a:pt x="154514" y="51364"/>
                      <a:pt x="154082" y="52145"/>
                      <a:pt x="152256" y="53277"/>
                    </a:cubicBezTo>
                    <a:cubicBezTo>
                      <a:pt x="150169" y="54495"/>
                      <a:pt x="147736" y="55189"/>
                      <a:pt x="145909" y="55189"/>
                    </a:cubicBezTo>
                    <a:cubicBezTo>
                      <a:pt x="142870" y="55189"/>
                      <a:pt x="140433" y="52233"/>
                      <a:pt x="140433" y="48498"/>
                    </a:cubicBezTo>
                    <a:lnTo>
                      <a:pt x="140433" y="48149"/>
                    </a:lnTo>
                    <a:cubicBezTo>
                      <a:pt x="140433" y="43021"/>
                      <a:pt x="143997" y="39894"/>
                      <a:pt x="154514" y="36068"/>
                    </a:cubicBezTo>
                    <a:lnTo>
                      <a:pt x="154514" y="48669"/>
                    </a:lnTo>
                    <a:close/>
                    <a:moveTo>
                      <a:pt x="192405" y="53626"/>
                    </a:moveTo>
                    <a:lnTo>
                      <a:pt x="191274" y="52669"/>
                    </a:lnTo>
                    <a:cubicBezTo>
                      <a:pt x="189361" y="54928"/>
                      <a:pt x="187972" y="55709"/>
                      <a:pt x="186059" y="55709"/>
                    </a:cubicBezTo>
                    <a:cubicBezTo>
                      <a:pt x="182845" y="55709"/>
                      <a:pt x="181543" y="53451"/>
                      <a:pt x="181543" y="47887"/>
                    </a:cubicBezTo>
                    <a:lnTo>
                      <a:pt x="181543" y="23031"/>
                    </a:lnTo>
                    <a:lnTo>
                      <a:pt x="190318" y="23031"/>
                    </a:lnTo>
                    <a:lnTo>
                      <a:pt x="190318" y="20249"/>
                    </a:lnTo>
                    <a:lnTo>
                      <a:pt x="181543" y="20249"/>
                    </a:lnTo>
                    <a:lnTo>
                      <a:pt x="181543" y="10168"/>
                    </a:lnTo>
                    <a:cubicBezTo>
                      <a:pt x="181543" y="9299"/>
                      <a:pt x="181368" y="9037"/>
                      <a:pt x="180931" y="9037"/>
                    </a:cubicBezTo>
                    <a:cubicBezTo>
                      <a:pt x="180412" y="9906"/>
                      <a:pt x="179805" y="10688"/>
                      <a:pt x="179194" y="11470"/>
                    </a:cubicBezTo>
                    <a:cubicBezTo>
                      <a:pt x="175978" y="16252"/>
                      <a:pt x="173021" y="19467"/>
                      <a:pt x="170763" y="20773"/>
                    </a:cubicBezTo>
                    <a:cubicBezTo>
                      <a:pt x="169807" y="21380"/>
                      <a:pt x="169288" y="21900"/>
                      <a:pt x="169288" y="22424"/>
                    </a:cubicBezTo>
                    <a:cubicBezTo>
                      <a:pt x="169288" y="22681"/>
                      <a:pt x="169374" y="22856"/>
                      <a:pt x="169632" y="23031"/>
                    </a:cubicBezTo>
                    <a:lnTo>
                      <a:pt x="174241" y="23031"/>
                    </a:lnTo>
                    <a:lnTo>
                      <a:pt x="174241" y="49193"/>
                    </a:lnTo>
                    <a:cubicBezTo>
                      <a:pt x="174241" y="56491"/>
                      <a:pt x="176848" y="60230"/>
                      <a:pt x="181887" y="60230"/>
                    </a:cubicBezTo>
                    <a:cubicBezTo>
                      <a:pt x="186233" y="60230"/>
                      <a:pt x="189535" y="58142"/>
                      <a:pt x="192405" y="53626"/>
                    </a:cubicBezTo>
                    <a:close/>
                    <a:moveTo>
                      <a:pt x="229164" y="45716"/>
                    </a:moveTo>
                    <a:lnTo>
                      <a:pt x="227775" y="45105"/>
                    </a:lnTo>
                    <a:cubicBezTo>
                      <a:pt x="223604" y="51713"/>
                      <a:pt x="219865" y="54233"/>
                      <a:pt x="214305" y="54233"/>
                    </a:cubicBezTo>
                    <a:cubicBezTo>
                      <a:pt x="209524" y="54233"/>
                      <a:pt x="205873" y="51975"/>
                      <a:pt x="203352" y="47280"/>
                    </a:cubicBezTo>
                    <a:cubicBezTo>
                      <a:pt x="201613" y="43890"/>
                      <a:pt x="200920" y="40846"/>
                      <a:pt x="200744" y="35286"/>
                    </a:cubicBezTo>
                    <a:lnTo>
                      <a:pt x="227513" y="35286"/>
                    </a:lnTo>
                    <a:cubicBezTo>
                      <a:pt x="226819" y="29635"/>
                      <a:pt x="225950" y="27114"/>
                      <a:pt x="223780" y="24336"/>
                    </a:cubicBezTo>
                    <a:cubicBezTo>
                      <a:pt x="221171" y="21205"/>
                      <a:pt x="217170" y="19379"/>
                      <a:pt x="212651" y="19379"/>
                    </a:cubicBezTo>
                    <a:cubicBezTo>
                      <a:pt x="201876" y="19379"/>
                      <a:pt x="194486" y="28071"/>
                      <a:pt x="194486" y="40763"/>
                    </a:cubicBezTo>
                    <a:cubicBezTo>
                      <a:pt x="194486" y="52757"/>
                      <a:pt x="200744" y="60230"/>
                      <a:pt x="210742" y="60230"/>
                    </a:cubicBezTo>
                    <a:cubicBezTo>
                      <a:pt x="219084" y="60230"/>
                      <a:pt x="225517" y="55102"/>
                      <a:pt x="229164" y="45716"/>
                    </a:cubicBezTo>
                    <a:close/>
                    <a:moveTo>
                      <a:pt x="218651" y="32504"/>
                    </a:moveTo>
                    <a:lnTo>
                      <a:pt x="200920" y="32504"/>
                    </a:lnTo>
                    <a:cubicBezTo>
                      <a:pt x="201876" y="25638"/>
                      <a:pt x="204832" y="22511"/>
                      <a:pt x="210131" y="22511"/>
                    </a:cubicBezTo>
                    <a:cubicBezTo>
                      <a:pt x="215433" y="22511"/>
                      <a:pt x="217520" y="24944"/>
                      <a:pt x="218651" y="32504"/>
                    </a:cubicBezTo>
                    <a:close/>
                    <a:moveTo>
                      <a:pt x="273576" y="55709"/>
                    </a:moveTo>
                    <a:lnTo>
                      <a:pt x="273576" y="54320"/>
                    </a:lnTo>
                    <a:cubicBezTo>
                      <a:pt x="272008" y="54408"/>
                      <a:pt x="271838" y="54408"/>
                      <a:pt x="271576" y="54408"/>
                    </a:cubicBezTo>
                    <a:cubicBezTo>
                      <a:pt x="268448" y="54408"/>
                      <a:pt x="267749" y="53451"/>
                      <a:pt x="267749" y="49451"/>
                    </a:cubicBezTo>
                    <a:lnTo>
                      <a:pt x="267749" y="175"/>
                    </a:lnTo>
                    <a:lnTo>
                      <a:pt x="267318" y="0"/>
                    </a:lnTo>
                    <a:cubicBezTo>
                      <a:pt x="263146" y="1476"/>
                      <a:pt x="260102" y="2346"/>
                      <a:pt x="254541" y="3822"/>
                    </a:cubicBezTo>
                    <a:lnTo>
                      <a:pt x="254541" y="5215"/>
                    </a:lnTo>
                    <a:cubicBezTo>
                      <a:pt x="255236" y="5128"/>
                      <a:pt x="255756" y="5128"/>
                      <a:pt x="256450" y="5128"/>
                    </a:cubicBezTo>
                    <a:cubicBezTo>
                      <a:pt x="259670" y="5128"/>
                      <a:pt x="260451" y="5997"/>
                      <a:pt x="260451" y="9561"/>
                    </a:cubicBezTo>
                    <a:lnTo>
                      <a:pt x="260451" y="23118"/>
                    </a:lnTo>
                    <a:cubicBezTo>
                      <a:pt x="257149" y="20336"/>
                      <a:pt x="254799" y="19379"/>
                      <a:pt x="251323" y="19379"/>
                    </a:cubicBezTo>
                    <a:cubicBezTo>
                      <a:pt x="241330" y="19379"/>
                      <a:pt x="233245" y="29202"/>
                      <a:pt x="233245" y="41545"/>
                    </a:cubicBezTo>
                    <a:cubicBezTo>
                      <a:pt x="233245" y="52669"/>
                      <a:pt x="239766" y="60230"/>
                      <a:pt x="249327" y="60230"/>
                    </a:cubicBezTo>
                    <a:cubicBezTo>
                      <a:pt x="254192" y="60230"/>
                      <a:pt x="257494" y="58491"/>
                      <a:pt x="260451" y="54408"/>
                    </a:cubicBezTo>
                    <a:lnTo>
                      <a:pt x="260451" y="59968"/>
                    </a:lnTo>
                    <a:lnTo>
                      <a:pt x="260796" y="60230"/>
                    </a:lnTo>
                    <a:lnTo>
                      <a:pt x="273576" y="55709"/>
                    </a:lnTo>
                    <a:close/>
                    <a:moveTo>
                      <a:pt x="260451" y="50494"/>
                    </a:moveTo>
                    <a:cubicBezTo>
                      <a:pt x="260451" y="51106"/>
                      <a:pt x="259840" y="52145"/>
                      <a:pt x="258975" y="53102"/>
                    </a:cubicBezTo>
                    <a:cubicBezTo>
                      <a:pt x="257407" y="54840"/>
                      <a:pt x="255236" y="55709"/>
                      <a:pt x="252716" y="55709"/>
                    </a:cubicBezTo>
                    <a:cubicBezTo>
                      <a:pt x="245500" y="55709"/>
                      <a:pt x="240723" y="48756"/>
                      <a:pt x="240723" y="38068"/>
                    </a:cubicBezTo>
                    <a:cubicBezTo>
                      <a:pt x="240723" y="28246"/>
                      <a:pt x="244981" y="21812"/>
                      <a:pt x="251585" y="21812"/>
                    </a:cubicBezTo>
                    <a:cubicBezTo>
                      <a:pt x="256192" y="21812"/>
                      <a:pt x="260451" y="25900"/>
                      <a:pt x="260451" y="30504"/>
                    </a:cubicBezTo>
                    <a:lnTo>
                      <a:pt x="260451" y="5049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" name="updated_policy_outline_1"/>
              <p:cNvSpPr/>
              <p:nvPr/>
            </p:nvSpPr>
            <p:spPr>
              <a:xfrm>
                <a:off x="4518607" y="2134283"/>
                <a:ext cx="214654" cy="78307"/>
              </a:xfrm>
              <a:custGeom>
                <a:avLst/>
                <a:gdLst/>
                <a:ahLst/>
                <a:cxnLst/>
                <a:rect l="0" t="0" r="r" b="b"/>
                <a:pathLst>
                  <a:path w="214654" h="78307">
                    <a:moveTo>
                      <a:pt x="40418" y="37894"/>
                    </a:moveTo>
                    <a:cubicBezTo>
                      <a:pt x="40418" y="27114"/>
                      <a:pt x="34333" y="19379"/>
                      <a:pt x="25904" y="19379"/>
                    </a:cubicBezTo>
                    <a:cubicBezTo>
                      <a:pt x="21034" y="19379"/>
                      <a:pt x="17212" y="21554"/>
                      <a:pt x="13387" y="26245"/>
                    </a:cubicBezTo>
                    <a:lnTo>
                      <a:pt x="13387" y="19554"/>
                    </a:lnTo>
                    <a:lnTo>
                      <a:pt x="12866" y="19379"/>
                    </a:lnTo>
                    <a:cubicBezTo>
                      <a:pt x="8171" y="21205"/>
                      <a:pt x="5132" y="22336"/>
                      <a:pt x="349" y="23812"/>
                    </a:cubicBezTo>
                    <a:lnTo>
                      <a:pt x="349" y="25206"/>
                    </a:lnTo>
                    <a:cubicBezTo>
                      <a:pt x="1132" y="25118"/>
                      <a:pt x="1739" y="25118"/>
                      <a:pt x="2523" y="25118"/>
                    </a:cubicBezTo>
                    <a:cubicBezTo>
                      <a:pt x="5476" y="25118"/>
                      <a:pt x="6085" y="25987"/>
                      <a:pt x="6085" y="30071"/>
                    </a:cubicBezTo>
                    <a:lnTo>
                      <a:pt x="6085" y="70747"/>
                    </a:lnTo>
                    <a:cubicBezTo>
                      <a:pt x="6085" y="75267"/>
                      <a:pt x="5132" y="76220"/>
                      <a:pt x="0" y="76744"/>
                    </a:cubicBezTo>
                    <a:lnTo>
                      <a:pt x="0" y="78220"/>
                    </a:lnTo>
                    <a:lnTo>
                      <a:pt x="21034" y="78220"/>
                    </a:lnTo>
                    <a:lnTo>
                      <a:pt x="21034" y="76656"/>
                    </a:lnTo>
                    <a:cubicBezTo>
                      <a:pt x="14517" y="76569"/>
                      <a:pt x="13387" y="75613"/>
                      <a:pt x="13387" y="70140"/>
                    </a:cubicBezTo>
                    <a:lnTo>
                      <a:pt x="13387" y="56491"/>
                    </a:lnTo>
                    <a:cubicBezTo>
                      <a:pt x="16426" y="59361"/>
                      <a:pt x="18514" y="60230"/>
                      <a:pt x="22165" y="60230"/>
                    </a:cubicBezTo>
                    <a:cubicBezTo>
                      <a:pt x="32421" y="60230"/>
                      <a:pt x="40418" y="50494"/>
                      <a:pt x="40418" y="37894"/>
                    </a:cubicBezTo>
                    <a:close/>
                    <a:moveTo>
                      <a:pt x="32940" y="41283"/>
                    </a:moveTo>
                    <a:cubicBezTo>
                      <a:pt x="32940" y="50931"/>
                      <a:pt x="28682" y="57448"/>
                      <a:pt x="22427" y="57448"/>
                    </a:cubicBezTo>
                    <a:cubicBezTo>
                      <a:pt x="18340" y="57448"/>
                      <a:pt x="13387" y="54320"/>
                      <a:pt x="13387" y="51713"/>
                    </a:cubicBezTo>
                    <a:lnTo>
                      <a:pt x="13387" y="30333"/>
                    </a:lnTo>
                    <a:cubicBezTo>
                      <a:pt x="13387" y="27726"/>
                      <a:pt x="18252" y="24594"/>
                      <a:pt x="22253" y="24594"/>
                    </a:cubicBezTo>
                    <a:cubicBezTo>
                      <a:pt x="28682" y="24594"/>
                      <a:pt x="32940" y="31202"/>
                      <a:pt x="32940" y="41283"/>
                    </a:cubicBezTo>
                    <a:close/>
                    <a:moveTo>
                      <a:pt x="83868" y="39025"/>
                    </a:moveTo>
                    <a:cubicBezTo>
                      <a:pt x="83868" y="27638"/>
                      <a:pt x="75871" y="19379"/>
                      <a:pt x="64747" y="19379"/>
                    </a:cubicBezTo>
                    <a:cubicBezTo>
                      <a:pt x="53448" y="19379"/>
                      <a:pt x="45538" y="27726"/>
                      <a:pt x="45538" y="39719"/>
                    </a:cubicBezTo>
                    <a:cubicBezTo>
                      <a:pt x="45538" y="51451"/>
                      <a:pt x="53623" y="60230"/>
                      <a:pt x="64572" y="60230"/>
                    </a:cubicBezTo>
                    <a:cubicBezTo>
                      <a:pt x="75522" y="60230"/>
                      <a:pt x="83868" y="51018"/>
                      <a:pt x="83868" y="39025"/>
                    </a:cubicBezTo>
                    <a:close/>
                    <a:moveTo>
                      <a:pt x="76046" y="42065"/>
                    </a:moveTo>
                    <a:cubicBezTo>
                      <a:pt x="76046" y="51887"/>
                      <a:pt x="72133" y="57797"/>
                      <a:pt x="65616" y="57797"/>
                    </a:cubicBezTo>
                    <a:cubicBezTo>
                      <a:pt x="62227" y="57797"/>
                      <a:pt x="59008" y="55709"/>
                      <a:pt x="57187" y="52233"/>
                    </a:cubicBezTo>
                    <a:cubicBezTo>
                      <a:pt x="54750" y="47712"/>
                      <a:pt x="53360" y="41632"/>
                      <a:pt x="53360" y="35461"/>
                    </a:cubicBezTo>
                    <a:cubicBezTo>
                      <a:pt x="53360" y="27202"/>
                      <a:pt x="57445" y="21812"/>
                      <a:pt x="63616" y="21812"/>
                    </a:cubicBezTo>
                    <a:cubicBezTo>
                      <a:pt x="70918" y="21812"/>
                      <a:pt x="76046" y="30159"/>
                      <a:pt x="76046" y="42065"/>
                    </a:cubicBezTo>
                    <a:close/>
                    <a:moveTo>
                      <a:pt x="108805" y="59361"/>
                    </a:moveTo>
                    <a:lnTo>
                      <a:pt x="108805" y="58059"/>
                    </a:lnTo>
                    <a:cubicBezTo>
                      <a:pt x="103245" y="57710"/>
                      <a:pt x="102288" y="56840"/>
                      <a:pt x="102288" y="52058"/>
                    </a:cubicBezTo>
                    <a:lnTo>
                      <a:pt x="102288" y="175"/>
                    </a:lnTo>
                    <a:lnTo>
                      <a:pt x="101939" y="0"/>
                    </a:lnTo>
                    <a:cubicBezTo>
                      <a:pt x="97419" y="1476"/>
                      <a:pt x="94117" y="2346"/>
                      <a:pt x="88120" y="3822"/>
                    </a:cubicBezTo>
                    <a:lnTo>
                      <a:pt x="88120" y="5215"/>
                    </a:lnTo>
                    <a:lnTo>
                      <a:pt x="88640" y="5215"/>
                    </a:lnTo>
                    <a:cubicBezTo>
                      <a:pt x="89596" y="5128"/>
                      <a:pt x="90640" y="5040"/>
                      <a:pt x="91335" y="5040"/>
                    </a:cubicBezTo>
                    <a:cubicBezTo>
                      <a:pt x="94117" y="5040"/>
                      <a:pt x="94986" y="6255"/>
                      <a:pt x="94986" y="10343"/>
                    </a:cubicBezTo>
                    <a:lnTo>
                      <a:pt x="94986" y="51800"/>
                    </a:lnTo>
                    <a:cubicBezTo>
                      <a:pt x="94986" y="56491"/>
                      <a:pt x="93772" y="57622"/>
                      <a:pt x="88294" y="58059"/>
                    </a:cubicBezTo>
                    <a:lnTo>
                      <a:pt x="88294" y="59361"/>
                    </a:lnTo>
                    <a:lnTo>
                      <a:pt x="108805" y="59361"/>
                    </a:lnTo>
                    <a:close/>
                    <a:moveTo>
                      <a:pt x="132618" y="59361"/>
                    </a:moveTo>
                    <a:lnTo>
                      <a:pt x="132618" y="58059"/>
                    </a:lnTo>
                    <a:cubicBezTo>
                      <a:pt x="126879" y="57622"/>
                      <a:pt x="126186" y="56753"/>
                      <a:pt x="126186" y="50494"/>
                    </a:cubicBezTo>
                    <a:lnTo>
                      <a:pt x="126186" y="19641"/>
                    </a:lnTo>
                    <a:lnTo>
                      <a:pt x="125837" y="19379"/>
                    </a:lnTo>
                    <a:lnTo>
                      <a:pt x="112366" y="24162"/>
                    </a:lnTo>
                    <a:lnTo>
                      <a:pt x="112366" y="25464"/>
                    </a:lnTo>
                    <a:lnTo>
                      <a:pt x="113060" y="25376"/>
                    </a:lnTo>
                    <a:cubicBezTo>
                      <a:pt x="114104" y="25206"/>
                      <a:pt x="115236" y="25118"/>
                      <a:pt x="116017" y="25118"/>
                    </a:cubicBezTo>
                    <a:cubicBezTo>
                      <a:pt x="118101" y="25118"/>
                      <a:pt x="118883" y="26507"/>
                      <a:pt x="118883" y="30333"/>
                    </a:cubicBezTo>
                    <a:lnTo>
                      <a:pt x="118883" y="50494"/>
                    </a:lnTo>
                    <a:cubicBezTo>
                      <a:pt x="118883" y="56753"/>
                      <a:pt x="118013" y="57710"/>
                      <a:pt x="112017" y="58059"/>
                    </a:cubicBezTo>
                    <a:lnTo>
                      <a:pt x="112017" y="59361"/>
                    </a:lnTo>
                    <a:lnTo>
                      <a:pt x="132618" y="59361"/>
                    </a:lnTo>
                    <a:close/>
                    <a:moveTo>
                      <a:pt x="126967" y="4433"/>
                    </a:moveTo>
                    <a:cubicBezTo>
                      <a:pt x="126967" y="1996"/>
                      <a:pt x="125054" y="0"/>
                      <a:pt x="122535" y="0"/>
                    </a:cubicBezTo>
                    <a:cubicBezTo>
                      <a:pt x="120101" y="0"/>
                      <a:pt x="118101" y="1996"/>
                      <a:pt x="118101" y="4433"/>
                    </a:cubicBezTo>
                    <a:cubicBezTo>
                      <a:pt x="118101" y="6953"/>
                      <a:pt x="120101" y="8862"/>
                      <a:pt x="122535" y="8862"/>
                    </a:cubicBezTo>
                    <a:cubicBezTo>
                      <a:pt x="125054" y="8862"/>
                      <a:pt x="126967" y="6953"/>
                      <a:pt x="126967" y="4433"/>
                    </a:cubicBezTo>
                    <a:close/>
                    <a:moveTo>
                      <a:pt x="170597" y="46585"/>
                    </a:moveTo>
                    <a:lnTo>
                      <a:pt x="169379" y="45803"/>
                    </a:lnTo>
                    <a:cubicBezTo>
                      <a:pt x="165207" y="51887"/>
                      <a:pt x="162076" y="53971"/>
                      <a:pt x="157123" y="53971"/>
                    </a:cubicBezTo>
                    <a:cubicBezTo>
                      <a:pt x="149126" y="53971"/>
                      <a:pt x="143652" y="47018"/>
                      <a:pt x="143652" y="37024"/>
                    </a:cubicBezTo>
                    <a:cubicBezTo>
                      <a:pt x="143652" y="27984"/>
                      <a:pt x="148431" y="21900"/>
                      <a:pt x="155472" y="21900"/>
                    </a:cubicBezTo>
                    <a:cubicBezTo>
                      <a:pt x="158599" y="21900"/>
                      <a:pt x="159730" y="22856"/>
                      <a:pt x="160599" y="26075"/>
                    </a:cubicBezTo>
                    <a:lnTo>
                      <a:pt x="161124" y="27984"/>
                    </a:lnTo>
                    <a:cubicBezTo>
                      <a:pt x="161818" y="30504"/>
                      <a:pt x="163382" y="31984"/>
                      <a:pt x="165294" y="31984"/>
                    </a:cubicBezTo>
                    <a:cubicBezTo>
                      <a:pt x="167552" y="31984"/>
                      <a:pt x="169379" y="30333"/>
                      <a:pt x="169379" y="28333"/>
                    </a:cubicBezTo>
                    <a:cubicBezTo>
                      <a:pt x="169379" y="23467"/>
                      <a:pt x="163294" y="19379"/>
                      <a:pt x="155992" y="19379"/>
                    </a:cubicBezTo>
                    <a:cubicBezTo>
                      <a:pt x="151907" y="19379"/>
                      <a:pt x="147737" y="20943"/>
                      <a:pt x="144261" y="23812"/>
                    </a:cubicBezTo>
                    <a:cubicBezTo>
                      <a:pt x="139565" y="27726"/>
                      <a:pt x="136958" y="33722"/>
                      <a:pt x="136958" y="40934"/>
                    </a:cubicBezTo>
                    <a:cubicBezTo>
                      <a:pt x="136958" y="52145"/>
                      <a:pt x="143828" y="60230"/>
                      <a:pt x="153472" y="60230"/>
                    </a:cubicBezTo>
                    <a:cubicBezTo>
                      <a:pt x="157209" y="60230"/>
                      <a:pt x="160511" y="59011"/>
                      <a:pt x="163469" y="56579"/>
                    </a:cubicBezTo>
                    <a:cubicBezTo>
                      <a:pt x="166077" y="54495"/>
                      <a:pt x="167814" y="51975"/>
                      <a:pt x="170597" y="46585"/>
                    </a:cubicBezTo>
                    <a:close/>
                    <a:moveTo>
                      <a:pt x="214654" y="21554"/>
                    </a:moveTo>
                    <a:lnTo>
                      <a:pt x="214654" y="20249"/>
                    </a:lnTo>
                    <a:lnTo>
                      <a:pt x="202923" y="20249"/>
                    </a:lnTo>
                    <a:lnTo>
                      <a:pt x="202923" y="21554"/>
                    </a:lnTo>
                    <a:cubicBezTo>
                      <a:pt x="205706" y="21554"/>
                      <a:pt x="207094" y="22336"/>
                      <a:pt x="207094" y="23725"/>
                    </a:cubicBezTo>
                    <a:cubicBezTo>
                      <a:pt x="207094" y="24075"/>
                      <a:pt x="207007" y="24594"/>
                      <a:pt x="206745" y="25206"/>
                    </a:cubicBezTo>
                    <a:lnTo>
                      <a:pt x="198316" y="49193"/>
                    </a:lnTo>
                    <a:lnTo>
                      <a:pt x="188322" y="27202"/>
                    </a:lnTo>
                    <a:cubicBezTo>
                      <a:pt x="187799" y="25987"/>
                      <a:pt x="187453" y="24856"/>
                      <a:pt x="187453" y="23900"/>
                    </a:cubicBezTo>
                    <a:cubicBezTo>
                      <a:pt x="187453" y="22336"/>
                      <a:pt x="188755" y="21729"/>
                      <a:pt x="192493" y="21554"/>
                    </a:cubicBezTo>
                    <a:lnTo>
                      <a:pt x="192493" y="20249"/>
                    </a:lnTo>
                    <a:lnTo>
                      <a:pt x="174591" y="20249"/>
                    </a:lnTo>
                    <a:lnTo>
                      <a:pt x="174591" y="21467"/>
                    </a:lnTo>
                    <a:cubicBezTo>
                      <a:pt x="176849" y="21812"/>
                      <a:pt x="178325" y="22769"/>
                      <a:pt x="179019" y="24249"/>
                    </a:cubicBezTo>
                    <a:lnTo>
                      <a:pt x="193363" y="54495"/>
                    </a:lnTo>
                    <a:cubicBezTo>
                      <a:pt x="193970" y="55971"/>
                      <a:pt x="194319" y="57015"/>
                      <a:pt x="194319" y="57710"/>
                    </a:cubicBezTo>
                    <a:cubicBezTo>
                      <a:pt x="194319" y="59011"/>
                      <a:pt x="192319" y="64488"/>
                      <a:pt x="190842" y="67096"/>
                    </a:cubicBezTo>
                    <a:cubicBezTo>
                      <a:pt x="189624" y="69354"/>
                      <a:pt x="187711" y="71009"/>
                      <a:pt x="186497" y="71009"/>
                    </a:cubicBezTo>
                    <a:cubicBezTo>
                      <a:pt x="185972" y="71009"/>
                      <a:pt x="185190" y="70834"/>
                      <a:pt x="184321" y="70398"/>
                    </a:cubicBezTo>
                    <a:cubicBezTo>
                      <a:pt x="182670" y="69790"/>
                      <a:pt x="181195" y="69441"/>
                      <a:pt x="179718" y="69441"/>
                    </a:cubicBezTo>
                    <a:cubicBezTo>
                      <a:pt x="177717" y="69441"/>
                      <a:pt x="175979" y="71180"/>
                      <a:pt x="175979" y="73267"/>
                    </a:cubicBezTo>
                    <a:cubicBezTo>
                      <a:pt x="175979" y="76136"/>
                      <a:pt x="178761" y="78307"/>
                      <a:pt x="182413" y="78307"/>
                    </a:cubicBezTo>
                    <a:cubicBezTo>
                      <a:pt x="188234" y="78307"/>
                      <a:pt x="192406" y="73442"/>
                      <a:pt x="197101" y="60924"/>
                    </a:cubicBezTo>
                    <a:lnTo>
                      <a:pt x="210483" y="25464"/>
                    </a:lnTo>
                    <a:cubicBezTo>
                      <a:pt x="211615" y="22681"/>
                      <a:pt x="212571" y="21812"/>
                      <a:pt x="214654" y="2155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updated_policy_outline_2"/>
              <p:cNvSpPr/>
              <p:nvPr/>
            </p:nvSpPr>
            <p:spPr>
              <a:xfrm>
                <a:off x="4767276" y="2155314"/>
                <a:ext cx="49625" cy="39286"/>
              </a:xfrm>
              <a:custGeom>
                <a:avLst/>
                <a:gdLst/>
                <a:ahLst/>
                <a:cxnLst/>
                <a:rect l="0" t="0" r="r" b="b"/>
                <a:pathLst>
                  <a:path w="49625" h="39287">
                    <a:moveTo>
                      <a:pt x="49625" y="0"/>
                    </a:moveTo>
                    <a:lnTo>
                      <a:pt x="16427" y="0"/>
                    </a:lnTo>
                    <a:cubicBezTo>
                      <a:pt x="7648" y="0"/>
                      <a:pt x="2346" y="9561"/>
                      <a:pt x="1564" y="11212"/>
                    </a:cubicBezTo>
                    <a:lnTo>
                      <a:pt x="3647" y="11212"/>
                    </a:lnTo>
                    <a:cubicBezTo>
                      <a:pt x="4084" y="10604"/>
                      <a:pt x="7560" y="6346"/>
                      <a:pt x="12426" y="6346"/>
                    </a:cubicBezTo>
                    <a:lnTo>
                      <a:pt x="17296" y="6346"/>
                    </a:lnTo>
                    <a:lnTo>
                      <a:pt x="9731" y="24686"/>
                    </a:lnTo>
                    <a:cubicBezTo>
                      <a:pt x="7648" y="30420"/>
                      <a:pt x="0" y="30682"/>
                      <a:pt x="0" y="36592"/>
                    </a:cubicBezTo>
                    <a:lnTo>
                      <a:pt x="0" y="37028"/>
                    </a:lnTo>
                    <a:cubicBezTo>
                      <a:pt x="0" y="38505"/>
                      <a:pt x="1214" y="39287"/>
                      <a:pt x="3477" y="39287"/>
                    </a:cubicBezTo>
                    <a:cubicBezTo>
                      <a:pt x="7041" y="39287"/>
                      <a:pt x="10430" y="37199"/>
                      <a:pt x="14946" y="24860"/>
                    </a:cubicBezTo>
                    <a:lnTo>
                      <a:pt x="22769" y="6346"/>
                    </a:lnTo>
                    <a:lnTo>
                      <a:pt x="32155" y="6346"/>
                    </a:lnTo>
                    <a:lnTo>
                      <a:pt x="26857" y="25031"/>
                    </a:lnTo>
                    <a:cubicBezTo>
                      <a:pt x="26507" y="27551"/>
                      <a:pt x="26075" y="29726"/>
                      <a:pt x="26075" y="31464"/>
                    </a:cubicBezTo>
                    <a:lnTo>
                      <a:pt x="26075" y="32246"/>
                    </a:lnTo>
                    <a:cubicBezTo>
                      <a:pt x="26075" y="35985"/>
                      <a:pt x="29289" y="39287"/>
                      <a:pt x="34679" y="39287"/>
                    </a:cubicBezTo>
                    <a:cubicBezTo>
                      <a:pt x="37199" y="39287"/>
                      <a:pt x="40152" y="38592"/>
                      <a:pt x="40152" y="35373"/>
                    </a:cubicBezTo>
                    <a:lnTo>
                      <a:pt x="40152" y="34941"/>
                    </a:lnTo>
                    <a:cubicBezTo>
                      <a:pt x="40152" y="29119"/>
                      <a:pt x="33635" y="29901"/>
                      <a:pt x="33635" y="24424"/>
                    </a:cubicBezTo>
                    <a:cubicBezTo>
                      <a:pt x="33635" y="23642"/>
                      <a:pt x="33723" y="22685"/>
                      <a:pt x="33980" y="21642"/>
                    </a:cubicBezTo>
                    <a:lnTo>
                      <a:pt x="38326" y="6346"/>
                    </a:lnTo>
                    <a:lnTo>
                      <a:pt x="48062" y="6346"/>
                    </a:lnTo>
                    <a:lnTo>
                      <a:pt x="49625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updated_policy_outline_3"/>
              <p:cNvSpPr/>
              <p:nvPr/>
            </p:nvSpPr>
            <p:spPr>
              <a:xfrm>
                <a:off x="4822998" y="2166868"/>
                <a:ext cx="31472" cy="40477"/>
              </a:xfrm>
              <a:custGeom>
                <a:avLst/>
                <a:gdLst/>
                <a:ahLst/>
                <a:cxnLst/>
                <a:rect l="0" t="0" r="r" b="b"/>
                <a:pathLst>
                  <a:path w="31472" h="40477">
                    <a:moveTo>
                      <a:pt x="31471" y="10410"/>
                    </a:moveTo>
                    <a:cubicBezTo>
                      <a:pt x="31471" y="9192"/>
                      <a:pt x="31169" y="0"/>
                      <a:pt x="22283" y="0"/>
                    </a:cubicBezTo>
                    <a:cubicBezTo>
                      <a:pt x="9075" y="0"/>
                      <a:pt x="-180" y="16923"/>
                      <a:pt x="3" y="28607"/>
                    </a:cubicBezTo>
                    <a:cubicBezTo>
                      <a:pt x="3" y="30797"/>
                      <a:pt x="491" y="40477"/>
                      <a:pt x="10048" y="40477"/>
                    </a:cubicBezTo>
                    <a:cubicBezTo>
                      <a:pt x="24958" y="40477"/>
                      <a:pt x="31594" y="19780"/>
                      <a:pt x="31471" y="10410"/>
                    </a:cubicBezTo>
                    <a:close/>
                    <a:moveTo>
                      <a:pt x="25935" y="6878"/>
                    </a:moveTo>
                    <a:cubicBezTo>
                      <a:pt x="25994" y="10164"/>
                      <a:pt x="24958" y="14669"/>
                      <a:pt x="23379" y="19598"/>
                    </a:cubicBezTo>
                    <a:lnTo>
                      <a:pt x="8281" y="19598"/>
                    </a:lnTo>
                    <a:cubicBezTo>
                      <a:pt x="10778" y="10775"/>
                      <a:pt x="15100" y="1278"/>
                      <a:pt x="21918" y="1278"/>
                    </a:cubicBezTo>
                    <a:cubicBezTo>
                      <a:pt x="24776" y="1278"/>
                      <a:pt x="25935" y="3409"/>
                      <a:pt x="25935" y="6878"/>
                    </a:cubicBezTo>
                    <a:close/>
                    <a:moveTo>
                      <a:pt x="22708" y="21788"/>
                    </a:moveTo>
                    <a:cubicBezTo>
                      <a:pt x="20700" y="28912"/>
                      <a:pt x="18386" y="39136"/>
                      <a:pt x="11325" y="39136"/>
                    </a:cubicBezTo>
                    <a:cubicBezTo>
                      <a:pt x="7492" y="39136"/>
                      <a:pt x="6031" y="36215"/>
                      <a:pt x="5968" y="32139"/>
                    </a:cubicBezTo>
                    <a:cubicBezTo>
                      <a:pt x="5968" y="29154"/>
                      <a:pt x="6698" y="25503"/>
                      <a:pt x="7611" y="21788"/>
                    </a:cubicBezTo>
                    <a:lnTo>
                      <a:pt x="22708" y="2178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431" name="main_arrow0"/>
          <p:cNvSpPr/>
          <p:nvPr/>
        </p:nvSpPr>
        <p:spPr>
          <a:xfrm>
            <a:off x="803107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main_arrow1"/>
          <p:cNvSpPr/>
          <p:nvPr/>
        </p:nvSpPr>
        <p:spPr>
          <a:xfrm>
            <a:off x="1864894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main_arrow2"/>
          <p:cNvSpPr/>
          <p:nvPr/>
        </p:nvSpPr>
        <p:spPr>
          <a:xfrm>
            <a:off x="2740192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main_arrow3"/>
          <p:cNvSpPr/>
          <p:nvPr/>
        </p:nvSpPr>
        <p:spPr>
          <a:xfrm>
            <a:off x="3988468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historical reconstruction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